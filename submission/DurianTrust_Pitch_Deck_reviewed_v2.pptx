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d4322202234994" /><Relationship Type="http://schemas.openxmlformats.org/officeDocument/2006/relationships/extended-properties" Target="/docProps/app.xml" Id="R6d5278d3df55417b" /><Relationship Type="http://schemas.openxmlformats.org/officeDocument/2006/relationships/officeDocument" Target="/ppt/presentation.xml" Id="Rbebe9e15ac444d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d903e7b99540a8"/>
  </p:sldMasterIdLst>
  <p:notesMasterIdLst>
    <p:notesMasterId xmlns:r="http://schemas.openxmlformats.org/officeDocument/2006/relationships" r:id="Rb20e3476e7ac4b1f"/>
  </p:notesMasterIdLst>
  <p:sldIdLst>
    <p:sldId xmlns:r="http://schemas.openxmlformats.org/officeDocument/2006/relationships" id="256" r:id="Rf67fc59466074f03"/>
    <p:sldId xmlns:r="http://schemas.openxmlformats.org/officeDocument/2006/relationships" id="257" r:id="Ra2f5969380f24b1f"/>
    <p:sldId xmlns:r="http://schemas.openxmlformats.org/officeDocument/2006/relationships" id="258" r:id="R78a80fc5bc894c57"/>
    <p:sldId xmlns:r="http://schemas.openxmlformats.org/officeDocument/2006/relationships" id="259" r:id="Rf19145ea9a3449ba"/>
    <p:sldId xmlns:r="http://schemas.openxmlformats.org/officeDocument/2006/relationships" id="260" r:id="R3b145affe3ca46cf"/>
    <p:sldId xmlns:r="http://schemas.openxmlformats.org/officeDocument/2006/relationships" id="261" r:id="Rd4330bdc492442d1"/>
    <p:sldId xmlns:r="http://schemas.openxmlformats.org/officeDocument/2006/relationships" id="262" r:id="Rccd50a6df15542cf"/>
    <p:sldId xmlns:r="http://schemas.openxmlformats.org/officeDocument/2006/relationships" id="263" r:id="R27f5d80dabaa489a"/>
    <p:sldId xmlns:r="http://schemas.openxmlformats.org/officeDocument/2006/relationships" id="264" r:id="Rf7abb7e62d4f43bc"/>
    <p:sldId xmlns:r="http://schemas.openxmlformats.org/officeDocument/2006/relationships" id="265" r:id="R16a7ff49103e4cb1"/>
    <p:sldId xmlns:r="http://schemas.openxmlformats.org/officeDocument/2006/relationships" id="266" r:id="R7d47b0f032814e67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b249a36f6049ad" /><Relationship Type="http://schemas.openxmlformats.org/officeDocument/2006/relationships/slideMaster" Target="/ppt/slideMasters/slideMaster1.xml" Id="R64d903e7b99540a8" /><Relationship Type="http://schemas.openxmlformats.org/officeDocument/2006/relationships/notesMaster" Target="/ppt/notesMasters/notesMaster1.xml" Id="Rb20e3476e7ac4b1f" /><Relationship Type="http://schemas.openxmlformats.org/officeDocument/2006/relationships/presProps" Target="/ppt/presProps.xml" Id="R865bfab87a904b96" /><Relationship Type="http://schemas.openxmlformats.org/officeDocument/2006/relationships/viewProps" Target="/ppt/viewProps.xml" Id="Rb44ea22843854acd" /><Relationship Type="http://schemas.openxmlformats.org/officeDocument/2006/relationships/tableStyles" Target="/ppt/tableStyles.xml" Id="R8fb6584509c24d1b" /><Relationship Type="http://schemas.openxmlformats.org/officeDocument/2006/relationships/slide" Target="/ppt/slides/slide1.xml" Id="Rf67fc59466074f03" /><Relationship Type="http://schemas.openxmlformats.org/officeDocument/2006/relationships/slide" Target="/ppt/slides/slide2.xml" Id="Ra2f5969380f24b1f" /><Relationship Type="http://schemas.openxmlformats.org/officeDocument/2006/relationships/slide" Target="/ppt/slides/slide3.xml" Id="R78a80fc5bc894c57" /><Relationship Type="http://schemas.openxmlformats.org/officeDocument/2006/relationships/slide" Target="/ppt/slides/slide4.xml" Id="Rf19145ea9a3449ba" /><Relationship Type="http://schemas.openxmlformats.org/officeDocument/2006/relationships/slide" Target="/ppt/slides/slide5.xml" Id="R3b145affe3ca46cf" /><Relationship Type="http://schemas.openxmlformats.org/officeDocument/2006/relationships/slide" Target="/ppt/slides/slide6.xml" Id="Rd4330bdc492442d1" /><Relationship Type="http://schemas.openxmlformats.org/officeDocument/2006/relationships/slide" Target="/ppt/slides/slide7.xml" Id="Rccd50a6df15542cf" /><Relationship Type="http://schemas.openxmlformats.org/officeDocument/2006/relationships/slide" Target="/ppt/slides/slide8.xml" Id="R27f5d80dabaa489a" /><Relationship Type="http://schemas.openxmlformats.org/officeDocument/2006/relationships/slide" Target="/ppt/slides/slide9.xml" Id="Rf7abb7e62d4f43bc" /><Relationship Type="http://schemas.openxmlformats.org/officeDocument/2006/relationships/slide" Target="/ppt/slides/slide10.xml" Id="R16a7ff49103e4cb1" /><Relationship Type="http://schemas.openxmlformats.org/officeDocument/2006/relationships/slide" Target="/ppt/slides/slide11.xml" Id="R7d47b0f032814e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6b3af9fa4848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dd50f8395742fd" /><Relationship Type="http://schemas.openxmlformats.org/officeDocument/2006/relationships/notesMaster" Target="/ppt/notesMasters/notesMaster1.xml" Id="R18e3a5007bf342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31b305688640db" /><Relationship Type="http://schemas.openxmlformats.org/officeDocument/2006/relationships/notesMaster" Target="/ppt/notesMasters/notesMaster1.xml" Id="R20d8bf33d27f42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5f94f9f15643fc" /><Relationship Type="http://schemas.openxmlformats.org/officeDocument/2006/relationships/notesMaster" Target="/ppt/notesMasters/notesMaster1.xml" Id="R4b049a4bd42141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7fee1aac648a3" /><Relationship Type="http://schemas.openxmlformats.org/officeDocument/2006/relationships/notesMaster" Target="/ppt/notesMasters/notesMaster1.xml" Id="Ra8e53628f6e84a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d3a750a26b4b40" /><Relationship Type="http://schemas.openxmlformats.org/officeDocument/2006/relationships/notesMaster" Target="/ppt/notesMasters/notesMaster1.xml" Id="R5dac847bb11d4d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a3e6d88b864683" /><Relationship Type="http://schemas.openxmlformats.org/officeDocument/2006/relationships/notesMaster" Target="/ppt/notesMasters/notesMaster1.xml" Id="R94effcca6b534a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96085291a4d51" /><Relationship Type="http://schemas.openxmlformats.org/officeDocument/2006/relationships/notesMaster" Target="/ppt/notesMasters/notesMaster1.xml" Id="Rb25bb9744f904b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abd6a9077a47aa" /><Relationship Type="http://schemas.openxmlformats.org/officeDocument/2006/relationships/notesMaster" Target="/ppt/notesMasters/notesMaster1.xml" Id="R80a6ddb92af643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9ce2e03f0543a8" /><Relationship Type="http://schemas.openxmlformats.org/officeDocument/2006/relationships/notesMaster" Target="/ppt/notesMasters/notesMaster1.xml" Id="R44a7c067300848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4a245ce9f143c4" /><Relationship Type="http://schemas.openxmlformats.org/officeDocument/2006/relationships/notesMaster" Target="/ppt/notesMasters/notesMaster1.xml" Id="R16b830db6aa94d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a67b1db692460d" /><Relationship Type="http://schemas.openxmlformats.org/officeDocument/2006/relationships/notesMaster" Target="/ppt/notesMasters/notesMaster1.xml" Id="R0d5cf9fdd446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5fd0ef9634a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ec66998d64b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1ceb53e6c4d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1e7203d1642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0050bf70b48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2788c0fdb440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e69dc753c41a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57c0f5595413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d9f103b8849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e7c918a85458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eb3c69609465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4B6C37-A875-4CB9-9664-02AD476C8F1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510F180-250C-4D3B-B56C-E219ACA4FD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117DE6-C8B2-4FD5-A14D-654CCAD93B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688D2B-2D74-4EB4-B538-35C3E46A4A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9673417-1BBA-427C-B06F-EEF9BFE47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33E587-C310-4025-970C-9F987076FD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A10A9F7-BBEA-480F-BCFD-C10E3EB03B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494BBF-B454-4C7C-8AE3-83563530D8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DB9082-9A45-46E6-AC6D-E5A99A8645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F9A8D6-10C2-4D01-B77B-176148748D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8A3D73-64FA-4995-822F-60F1C9930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8D99DB-33B7-40D8-95C6-F83E5DCD09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49276D-CDBF-4B2D-9818-F4D3D025BE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CA79C2-D06E-4043-8893-78344D3CA5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1645B0-0083-4502-BCEF-53A4C1792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3E2B1A-078D-48A3-86E1-4C58F95A3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8604ED-7F0A-41ED-8EA6-E3AE6130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2CBA562-6E5C-406D-A673-860B7D187D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E0C919-EE97-4C42-8D30-3B8CFEEBF2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04C0B4E-CB21-48C5-8447-AEAC0648ED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D7566F-2540-4968-8A8F-826E527CC5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BF39DC-0DDE-41B0-9C0D-45DC3262F5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8E72C13-E914-4FA8-B84C-8C62F17B1C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E14872-02A7-43D1-BCAA-6280B7E0F03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DE41992-CC90-4B9F-8E1D-316603A7B55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A08A85C-38EE-447E-8FCD-D259309F202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14D8844-7E97-4ED4-A211-835791F026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FD051D9-D535-489F-B1CD-A888581D83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CA1E81-0AB4-4B79-9F79-0D8455112F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DDA836-9005-4FAC-84BE-B622F6730E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B0D2EE0-2D49-4AF7-9769-A1A4090B0A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3D43143-7501-45C7-970C-858ABFA87D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7721289-8C6A-44CC-85A3-FB618FE971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22B691A-C404-4986-A4FC-EC28155848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BA5474F-0414-4CEC-93C8-C08CA8A158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5E146F6-0DD0-4307-82E9-FC1820F38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D6AB72-B9C7-4B36-935D-7CF148D40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7AEB0AE-AB8B-441B-99D9-7E995C9F61D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EC9E3EF-6998-463D-9AEC-81498406C6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18261BB-6D11-4DD3-9E27-05F9D345CB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D7AEAE5-DB2C-4D4B-B4FB-03B0627527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759B26C-0EFE-4215-8D45-AA846AD550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0F3047-4E0F-4D8A-A1B9-3D9829EAA6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3525AB2-BEE3-4348-8323-F576D32B83B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7117B8-2DF9-4F3E-B458-FC1D448267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FAF3F36-EBD4-4783-9846-51FA0CBB0C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89686C-0F6E-4433-ABA3-42361A162C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F188536-B627-4C39-A34F-380CB2DBB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1BFD1F-D418-4ABD-B463-3128124E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95273F-34E8-4FAA-97D7-E3B4F41022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1DBE68-61FE-4A13-B040-8674584C32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BDE133-5BAD-48C2-8EFB-8D7D592AE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BFF46A-61F4-4064-A9CD-10F3448F49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A9FC15E-938D-414D-94F6-DCFB83140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96B72D4-658C-4081-8F00-19A7E03260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5E7D62-A20C-4223-9DFD-A751EF98A3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071D57-A08D-4EB6-8B55-8025A8EAD5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DECBA4-233D-47B2-A22C-19BEFD269C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581df5663f4a7f" /><Relationship Type="http://schemas.openxmlformats.org/officeDocument/2006/relationships/slideLayout" Target="/ppt/slideLayouts/slideLayout1.xml" Id="R3d9fd1c7652d4926" /><Relationship Type="http://schemas.openxmlformats.org/officeDocument/2006/relationships/slideLayout" Target="/ppt/slideLayouts/slideLayout2.xml" Id="R884df3e50c5a4093" /><Relationship Type="http://schemas.openxmlformats.org/officeDocument/2006/relationships/slideLayout" Target="/ppt/slideLayouts/slideLayout3.xml" Id="Ra5c62380f78b4e5c" /><Relationship Type="http://schemas.openxmlformats.org/officeDocument/2006/relationships/slideLayout" Target="/ppt/slideLayouts/slideLayout4.xml" Id="R7273488e45bc4c9a" /><Relationship Type="http://schemas.openxmlformats.org/officeDocument/2006/relationships/slideLayout" Target="/ppt/slideLayouts/slideLayout5.xml" Id="Rc685f30c73184ee8" /><Relationship Type="http://schemas.openxmlformats.org/officeDocument/2006/relationships/slideLayout" Target="/ppt/slideLayouts/slideLayout6.xml" Id="R2b0c90119c384df8" /><Relationship Type="http://schemas.openxmlformats.org/officeDocument/2006/relationships/slideLayout" Target="/ppt/slideLayouts/slideLayout7.xml" Id="Rc2893a480b304866" /><Relationship Type="http://schemas.openxmlformats.org/officeDocument/2006/relationships/slideLayout" Target="/ppt/slideLayouts/slideLayout8.xml" Id="Rf12845abe4584c24" /><Relationship Type="http://schemas.openxmlformats.org/officeDocument/2006/relationships/slideLayout" Target="/ppt/slideLayouts/slideLayout9.xml" Id="Reaa3f142b91749cc" /><Relationship Type="http://schemas.openxmlformats.org/officeDocument/2006/relationships/slideLayout" Target="/ppt/slideLayouts/slideLayout10.xml" Id="R38aabdf20cc3453a" /><Relationship Type="http://schemas.openxmlformats.org/officeDocument/2006/relationships/slideLayout" Target="/ppt/slideLayouts/slideLayout11.xml" Id="Rf2bf0a6e6c134b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A2E3519-F03D-4775-9CAF-18E7445CE1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5FE4BB-B967-4656-A881-597A260924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48A74C-2EA1-4096-AF67-92FDD96236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FE12D4-4EDB-45EE-9874-875FC77465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E07075-151B-45E5-837D-A0DD8F769C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9fd1c7652d4926"/>
    <p:sldLayoutId xmlns:r="http://schemas.openxmlformats.org/officeDocument/2006/relationships" id="2147483650" r:id="R884df3e50c5a4093"/>
    <p:sldLayoutId xmlns:r="http://schemas.openxmlformats.org/officeDocument/2006/relationships" id="2147483651" r:id="Ra5c62380f78b4e5c"/>
    <p:sldLayoutId xmlns:r="http://schemas.openxmlformats.org/officeDocument/2006/relationships" id="2147483652" r:id="R7273488e45bc4c9a"/>
    <p:sldLayoutId xmlns:r="http://schemas.openxmlformats.org/officeDocument/2006/relationships" id="2147483653" r:id="Rc685f30c73184ee8"/>
    <p:sldLayoutId xmlns:r="http://schemas.openxmlformats.org/officeDocument/2006/relationships" id="2147483654" r:id="R2b0c90119c384df8"/>
    <p:sldLayoutId xmlns:r="http://schemas.openxmlformats.org/officeDocument/2006/relationships" id="2147483655" r:id="Rc2893a480b304866"/>
    <p:sldLayoutId xmlns:r="http://schemas.openxmlformats.org/officeDocument/2006/relationships" id="2147483656" r:id="Rf12845abe4584c24"/>
    <p:sldLayoutId xmlns:r="http://schemas.openxmlformats.org/officeDocument/2006/relationships" id="2147483657" r:id="Reaa3f142b91749cc"/>
    <p:sldLayoutId xmlns:r="http://schemas.openxmlformats.org/officeDocument/2006/relationships" id="2147483658" r:id="R38aabdf20cc3453a"/>
    <p:sldLayoutId xmlns:r="http://schemas.openxmlformats.org/officeDocument/2006/relationships" id="2147483659" r:id="Rf2bf0a6e6c134bd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563449afb24052" /><Relationship Type="http://schemas.openxmlformats.org/officeDocument/2006/relationships/image" Target="/ppt/media/image.jpeg" Id="Re66bdc721852452c" /><Relationship Type="http://schemas.openxmlformats.org/officeDocument/2006/relationships/notesSlide" Target="/ppt/notesSlides/notesSlide1.xml" Id="R1f4a6e1ff1f74c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c0393bb00c483a" /><Relationship Type="http://schemas.openxmlformats.org/officeDocument/2006/relationships/notesSlide" Target="/ppt/notesSlides/notesSlide2.xml" Id="Rf9d1f720b6f74a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696415002e427e" /><Relationship Type="http://schemas.openxmlformats.org/officeDocument/2006/relationships/notesSlide" Target="/ppt/notesSlides/notesSlide3.xml" Id="R8d87df5acce94f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c53532a8f2459a" /><Relationship Type="http://schemas.openxmlformats.org/officeDocument/2006/relationships/notesSlide" Target="/ppt/notesSlides/notesSlide4.xml" Id="R56037e6834ce4f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350fc2ce454705" /><Relationship Type="http://schemas.openxmlformats.org/officeDocument/2006/relationships/notesSlide" Target="/ppt/notesSlides/notesSlide5.xml" Id="Rb27e9022905a4b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fe46976f854777" /><Relationship Type="http://schemas.openxmlformats.org/officeDocument/2006/relationships/notesSlide" Target="/ppt/notesSlides/notesSlide6.xml" Id="Rc8a68635313447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2837e5efd14f6a" /><Relationship Type="http://schemas.openxmlformats.org/officeDocument/2006/relationships/notesSlide" Target="/ppt/notesSlides/notesSlide7.xml" Id="R0107cc465c9f44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212b5cc5994d4b" /><Relationship Type="http://schemas.openxmlformats.org/officeDocument/2006/relationships/notesSlide" Target="/ppt/notesSlides/notesSlide8.xml" Id="R5621574c134b4d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98ba0249b846c7" /><Relationship Type="http://schemas.openxmlformats.org/officeDocument/2006/relationships/notesSlide" Target="/ppt/notesSlides/notesSlide9.xml" Id="R6774c461aa1346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9d945845e643d7" /><Relationship Type="http://schemas.openxmlformats.org/officeDocument/2006/relationships/notesSlide" Target="/ppt/notesSlides/notesSlide10.xml" Id="Rec95c11f62f847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56f01ab401429a" /><Relationship Type="http://schemas.openxmlformats.org/officeDocument/2006/relationships/notesSlide" Target="/ppt/notesSlides/notesSlide11.xml" Id="R754e2b81e5fa4e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4AC14E-A07A-4135-8E34-28D9DF74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C53FB9-35ED-4739-AD39-25C7C863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bdc72185245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0"/>
            <a:ext cx="10287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DA57E55-98E5-42AF-9CF3-5E5BD7FA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UNIHACKFEST  ·  HẠNG MỤC RWA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3C452EA-27CA-4CA2-964F-DCEFE013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6858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DurianTrust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51C17CD-D0B9-48CD-81A4-A1CD8E23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65836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800" b="0">
                <a:solidFill>
                  <a:srgbClr val="D0D8D4"/>
                </a:solidFill>
                <a:latin typeface="Calibri"/>
                <a:ea typeface="Calibri"/>
                <a:cs typeface="Calibri"/>
              </a:rPr>
              <a:t>Tra hồ sơ lô sầu riêng lưu trên blockchain</a:t>
            </a:r>
            <a:r>
              <a:rPr sz="1800" b="0">
                <a:solidFill>
                  <a:srgbClr val="D0D8D4"/>
                </a:solidFill>
                <a:latin typeface="Calibri"/>
                <a:ea typeface="Calibri"/>
                <a:cs typeface="Calibri"/>
              </a:rPr>
              <a:t> —</a:t>
            </a:r>
          </a:p>
          <a:p xmlns:a="http://schemas.openxmlformats.org/drawingml/2006/main">
            <a:pPr>
              <a:spcBef>
                <a:spcPts val="400"/>
              </a:spcBef>
              <a:buNone/>
            </a:pPr>
            <a:r>
              <a:rPr sz="1800" b="0">
                <a:solidFill>
                  <a:srgbClr val="D0D8D4"/>
                </a:solidFill>
                <a:latin typeface="Calibri"/>
                <a:ea typeface="Calibri"/>
                <a:cs typeface="Calibri"/>
              </a:rPr>
              <a:t>từ vườn đến hải quan trên một màn tra cứu.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E9C8102-F94F-4A32-8489-5587CB21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6583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Sổ cái Solana  ·  Cổng an toàn Cadimi  ·  Chuyển giao 2 chữ ký  ·  Quét QR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5657EC-116B-4624-9FD2-3077CF77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6400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AA8A2"/>
                </a:solidFill>
                <a:latin typeface="Calibri"/>
                <a:ea typeface="Calibri"/>
                <a:cs typeface="Calibri"/>
              </a:rPr>
              <a:t>Lô demo  DRN-2026-LD-0429   ·   Devnet đang live</a:t>
            </a:r>
          </a:p>
        </p:txBody>
      </p:sp>
    </p:spTree>
    <p:extLst>
      <p:ext uri="{BB962C8B-B14F-4D97-AF65-F5344CB8AC3E}">
        <p14:creationId xmlns:p14="http://schemas.microsoft.com/office/powerpoint/2010/main" val="6564236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4698BB-0A1F-4F25-8FB8-997F030F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8D3D265-A4DA-49D0-BFB9-8D7CEB0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3C72B06-86D4-4128-9DF1-E68E0356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VẤN ĐỀ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46E339-498D-4F2F-808A-B6779321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Chứng từ của một lô nằm ở nhiều nơi, khó đối chiếu khi cần.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DA0450D-2F7D-4FF0-ACE7-C9E1FB7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611880" cy="3291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0F1B2A8-CE16-4CFC-A6CA-550DD63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61188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0B4262A-2F1A-4B38-9706-E5010E1D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4884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A2BB410-DD92-4F10-9A42-BDFEA480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3108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Siết Cadimi &amp; phẩm màu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3D04043-E55C-4A02-AEFA-A4D18C1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31089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Từ 2025, hải quan Trung Quốc (GACC) siết kiểm soát Cadimi và phẩm vàng O trên sầu riêng Việt Nam.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21EA006-2518-4CBA-9514-9C596A69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28800"/>
            <a:ext cx="3611880" cy="3291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8D5CF70-D47D-44DC-9FFA-8E894B3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28800"/>
            <a:ext cx="361188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A245FC6-FFB1-45F7-8BCA-2224B01C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4884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F8D3BCB-C1EB-49F0-8024-5F1AC60D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60320"/>
            <a:ext cx="3108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Chứng từ manh mún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2CFF38A-D0F0-4B8A-9E68-36E362FA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429000"/>
            <a:ext cx="31089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Phiếu lab, mã vùng trồng và nhật ký vận chuyển lưu ở nhiều nguồn khác nhau.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E460A9E-0373-41BE-9C45-703AF8B2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28800"/>
            <a:ext cx="3611880" cy="3291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8727A72-6E9F-4A44-AB8E-91CC6483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28800"/>
            <a:ext cx="361188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6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8B50661-BDB2-4B32-BE76-EBC939CB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4884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139589F-A2BF-4F4F-9163-A75E477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560320"/>
            <a:ext cx="3108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Truy vết phân tán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D091623-492F-4562-AA5D-78460452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429000"/>
            <a:ext cx="31089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Khi lô bị nghi vấn, các bên phải ghép hồ sơ để xác định nguồn và người giữ lô.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67971EF-23DB-4263-AB5F-B5845666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9496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Nguồn: VietnamPlus · MOIT/VNTR · Tuổi Trẻ · SGGP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CD2847F-F183-46E8-8DF2-B9502948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DurianTrust  ·  UniHackfest RWA  ·  Solana Devnet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C1B05B7-81BF-45FA-9688-5305558E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14668211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F2B6D0A-09E0-4F90-8526-DEC55A6D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89901B-1EC4-49FA-81C0-2D656EA6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3F32EB-DE26-448B-A37E-61ADEC6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VÌ SAO ĐÂY LÀ RWA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66ED473-610F-4E55-BDE1-61D5CA2C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2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Một lô sầu riêng là tài sản thật —</a:t>
            </a:r>
          </a:p>
          <a:p xmlns:a="http://schemas.openxmlformats.org/drawingml/2006/main">
            <a:pPr>
              <a:spcBef>
                <a:spcPts val="200"/>
              </a:spcBef>
              <a:buNone/>
            </a:pPr>
            <a:r>
              <a:rPr sz="2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ứng dụng ghi lại người giữ lô sau mỗi lần chuyển giao.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BC11A40-3EFC-47D0-9ABA-47619162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1115568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AEEBE14-491D-4914-B331-6C738F3A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10972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FC7DC76-91F1-4035-8430-7A221964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50592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23B2C"/>
                </a:solidFill>
                <a:latin typeface="Calibri"/>
                <a:ea typeface="Calibri"/>
                <a:cs typeface="Calibri"/>
              </a:rPr>
              <a:t>Lô vật lý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3119B6F-C3A8-4007-BC65-6566B68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450592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Hàng xuất khẩu thật ngoài đời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612AC7-F626-4618-8446-58F1021A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63240"/>
            <a:ext cx="1115568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F8067C-38A6-4B3B-BE0D-C7793003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63240"/>
            <a:ext cx="10972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B49ECF-35C3-4E22-B2A3-99CF5389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27832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23B2C"/>
                </a:solidFill>
                <a:latin typeface="Calibri"/>
                <a:ea typeface="Calibri"/>
                <a:cs typeface="Calibri"/>
              </a:rPr>
              <a:t>Batch PDA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A23B9A-B5AA-4CE6-B0B5-72E11A3E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27832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Bản sao số trên Solana (không mint NFT)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9F3B3A4-0A9D-49CB-BF98-10045590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1115568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E39A2FF-C428-4AF0-90ED-E7823241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10972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9FC2F82-732A-4281-8A75-3DB7D69D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05072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23B2C"/>
                </a:solidFill>
                <a:latin typeface="Calibri"/>
                <a:ea typeface="Calibri"/>
                <a:cs typeface="Calibri"/>
              </a:rPr>
              <a:t>Người giữ lô (custody)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F6CF3E-520E-42F1-AAC0-337D3EA2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05072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Ví nào đang giữ lô trong ứng dụng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D750482-12CC-46F5-B0E1-4E4ABD4A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17720"/>
            <a:ext cx="1115568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F54B6B8-6885-4B2D-AA01-5CD266EF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17720"/>
            <a:ext cx="10972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05384B-1E3F-4ED3-BB80-66350C79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82312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23B2C"/>
                </a:solidFill>
                <a:latin typeface="Calibri"/>
                <a:ea typeface="Calibri"/>
                <a:cs typeface="Calibri"/>
              </a:rPr>
              <a:t>Vai trò (roles)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99B7DC-DB3A-4D3F-BD69-277564D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782312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Ai được ghi dữ liệu: nông hộ / lab / logistics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B2D2E94-7284-44E8-86D8-564582F9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DurianTrust  ·  UniHackfest RWA  ·  Solana Devnet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BB6F6BD-75C8-4B83-A5C4-8BE37E10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6320854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17975D-15D7-4B56-B854-598DC778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974825-7918-4886-8126-7DA5D4C8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8C08E9-B6E2-4F5E-9FE2-8F6BF7A4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SẢN PHẨM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829392-8F3E-4C56-9BBA-C8575F5B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Một lớp tin cậy số cho mọi lô xuất khẩu.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4826B0E-2C4F-4C3F-8E24-D2FB064C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011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D8BE58B-52BB-44DE-8688-35FC5CA9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Sổ cái chỉ ghi thêm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75EF14C-B30E-4B67-A74B-4478EF2D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3200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Thu hoạch, lab, đóng gói, xuất — mỗi bước là giao dịch Solana, không sửa lặng lẽ sau.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1F09554-B481-435B-B9A9-F31BA959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54480"/>
            <a:ext cx="3657600" cy="2011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AFF7B9-8810-4729-B950-3C5CFC60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8308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Chuyển giao 2 chữ ký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626A170-65B6-4921-A5B2-DA84F855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1720"/>
            <a:ext cx="3200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Đề cử + chấp nhận. Không ép nhận. Admin có thể tạm dừng — không tịch thu lô không thuộc mình.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F69F32F-FE7D-4495-9F5F-EBA748E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554480"/>
            <a:ext cx="3657600" cy="2011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B6271D-9728-4F5B-A781-6A28E50F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78308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Cổng Cadimi 0,05 ppm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69BC12-F57D-455B-A494-04FE2C72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331720"/>
            <a:ext cx="3200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Kết quả xét nghiệm đối chiếu ngưỡng ngay khi nhập. Quyết định pass / xem xét / giữ — minh bạch, không hộp đen.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0EFCB35-30D8-4601-8598-643DABDB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39"/>
            <a:ext cx="3657600" cy="2011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355A284-C56F-439D-BBE7-27CE190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77639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AI hỗ trợ sớm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7F8B6B5-BD66-476B-B14B-AD3FD06F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26279"/>
            <a:ext cx="3200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ONNX chạy với dữ liệu tổng hợp và ảnh mẫu; cần kiểm định thực địa. Phiếu lab gốc xác thực riêng.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71E04DE-863D-4608-8A90-40D3C36F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49039"/>
            <a:ext cx="3657600" cy="2011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A92201E-16CF-4D41-BDFD-D60ED5DE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77639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QR cho mọi người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2778EE9-CBDD-43A0-AE79-519C42F2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6279"/>
            <a:ext cx="3200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Người mua &amp; hải quan quét là thấy timeline, custody, bằng chứng Explorer. Không cần ví để tra cứu.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DABAF88-21CD-47A2-B7C1-D72407EE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749039"/>
            <a:ext cx="3657600" cy="2011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C31835B-3B2C-4779-B5E4-13846FF8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977639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Hai chế độ trung thực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38F6331-BC8F-4AC6-86F2-3FFF0215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526279"/>
            <a:ext cx="3200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Live on-chain khi có mạng; huy hiệu Demo nếu offline. Không giả ownership trong fallback.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01E60D9-DF9B-40B6-96DE-5B3C70DF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DurianTrust  ·  UniHackfest RWA  ·  Solana Devnet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B61BBAD-9DD2-4085-8F76-17E6ABBB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610242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E40F76-EEDC-4F86-8D55-D432461E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5B47A56-9367-4CAD-9C37-691B5406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246F594-8360-429C-8725-16E833FB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DEMO TRỰC TIẾP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4527E8-5F8F-4E86-8DDB-50D862BF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0584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Xem được ngay — không cần ví.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BF9C931-1F50-4F40-A49F-7EE50D36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228667-E749-4BF8-AD8B-F0A048A9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7132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Mở app → “Scan a demo batch” / Quét lô demo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DC31216-1F87-4D90-9E5E-1F406FFC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965960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C4B8"/>
                </a:solidFill>
                <a:latin typeface="Calibri"/>
                <a:ea typeface="Calibri"/>
                <a:cs typeface="Calibri"/>
              </a:rPr>
              <a:t>#/unit/demo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CCAD362-E2FB-4198-A450-F70737E6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1E29BC3-60E4-4649-9258-0E5F0835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743200"/>
            <a:ext cx="7132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Mở lô flagship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F92358B-F374-45D7-806A-9697912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743200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C4B8"/>
                </a:solidFill>
                <a:latin typeface="Calibri"/>
                <a:ea typeface="Calibri"/>
                <a:cs typeface="Calibri"/>
              </a:rPr>
              <a:t>DRN-2026-LD-0429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4E607F-923A-4E6A-81F6-9A0B1A8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39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D0EDF5-BCC3-41B6-80FF-1DF75417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20439"/>
            <a:ext cx="7132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Timeline + lab so với ngưỡng Cadimi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21BBA8-38E2-4EA4-8C73-B51D8F0C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520439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C4B8"/>
                </a:solidFill>
                <a:latin typeface="Calibri"/>
                <a:ea typeface="Calibri"/>
                <a:cs typeface="Calibri"/>
              </a:rPr>
              <a:t>0,05 ppm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EBD2F8E-67A2-48A0-8B10-2B2660FC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679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B9065A2-8477-4B8F-B50D-10634EE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79"/>
            <a:ext cx="7132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Chuỗi custody + link Solana Explorer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EF935F2-E67A-4A33-A641-2BAAEC98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297679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C4B8"/>
                </a:solidFill>
                <a:latin typeface="Calibri"/>
                <a:ea typeface="Calibri"/>
                <a:cs typeface="Calibri"/>
              </a:rPr>
              <a:t>Handoff thật trên devnet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F2374C5-790C-4EC9-8DE4-D4A30319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F506714-D2E4-477D-99AC-36ACBF15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074920"/>
            <a:ext cx="7132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Tuỳ chọn: Accept custody hoặc ghi lab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877FA9-1975-42FE-81E0-E31C7DE8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074920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C4B8"/>
                </a:solidFill>
                <a:latin typeface="Calibri"/>
                <a:ea typeface="Calibri"/>
                <a:cs typeface="Calibri"/>
              </a:rPr>
              <a:t>#/manage + Phantom Devnet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C51A459-C4A4-45F4-A97C-D3FEF1B6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9AA8A2"/>
                </a:solidFill>
                <a:latin typeface="Calibri"/>
                <a:ea typeface="Calibri"/>
                <a:cs typeface="Calibri"/>
              </a:rPr>
              <a:t>Dự phòng mất Wi‑Fi: ảnh chụp cùng lô + huy hiệu “Demo data” (hai chế độ có chủ đích).</a:t>
            </a:r>
          </a:p>
        </p:txBody>
      </p:sp>
    </p:spTree>
    <p:extLst>
      <p:ext uri="{BB962C8B-B14F-4D97-AF65-F5344CB8AC3E}">
        <p14:creationId xmlns:p14="http://schemas.microsoft.com/office/powerpoint/2010/main" val="15002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FF103E-DB5F-4024-87EF-FD41A1C6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CCF69A-4880-4132-AED2-F1760ECF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561B89-08D3-47D8-847F-5EEFB072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KIẾN TRÚC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11858CD-972E-4C29-A32D-20AB2696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Chain lưu bản ghi. UI tra cứu. AI chỉ hỗ trợ.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004EFAF-14C7-46B9-B4A7-0D565824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0"/>
            <a:ext cx="2743200" cy="38404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3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CCD377-0C5A-4959-A039-337235AF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CB85577-1A43-4281-9768-42F79CD8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06040"/>
            <a:ext cx="22860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 19 + Vite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Phantom (ghi)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Quét / tạo QR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Song ngữ VI / EN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3AD4B55-9E4D-4F5B-96D0-8119C8B1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5920"/>
            <a:ext cx="2743200" cy="38404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5CA57A-5591-472E-A0BE-31DD83B4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596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Solana Devnet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CB2416B-A833-427C-9421-5DDC43C8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6040"/>
            <a:ext cx="22860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Chương trình Anchor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durian_trust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Batch · Lab · Timeline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Custody PDA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9762EAB-95BA-4D02-A561-4418F838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45920"/>
            <a:ext cx="2743200" cy="38404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9A6A1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F320629-CBCA-4D13-B86B-30A6A439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6596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(ONNX)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5E49C9-1517-453D-A199-F87FFF60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606040"/>
            <a:ext cx="22860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Rủi ro Cadimi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Rủi ro bệnh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Phân loại ảnh lá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 Python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04EF85A-A095-4E32-9FFF-620833F6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645920"/>
            <a:ext cx="2743200" cy="38404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650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5FA23B0-AAD7-41B9-8C75-0747EBFE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6596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Fallback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152F77B-C3CE-4681-8C94-F513C68D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606040"/>
            <a:ext cx="22860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Dữ liệu demo sẵn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Sổ localStorage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Luôn có huy hiệu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Không giả ownership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05A1F56-BC54-444C-B5F0-4BE52911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DurianTrust  ·  UniHackfest RWA  ·  Solana Devnet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410FA6C-8B7C-4C27-871B-7D5E7EF9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16126545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301A53-7313-41CF-9270-556C5FC8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B2CF55C-03F0-4813-9C77-782BEEBC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B66EE7-A984-4A7E-AC9A-D0D46E60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CAM KẾT TRÊN CHAIN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375D5DE-26EA-4E5F-BDB7-80FEEBEA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Những quy tắc giám khảo có thể thử ngay.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81E3AF7-35FD-4421-9720-4B792326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08760"/>
            <a:ext cx="5577840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790038E-A812-4581-901F-20861A0C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08760"/>
            <a:ext cx="109728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5E5BE4-730C-40C0-84DE-7563F5A1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Lab chỉ ghi thêm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DDB0CAE-AFC6-4402-A7AC-ADD10EAB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Báo cáo mới nhất là chuẩn; lịch sử vẫn giữ.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804F26B-0F09-48B6-B343-EE4278E6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1508760"/>
            <a:ext cx="5577840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E93A768-2CD5-4AFB-A4EC-2F2BDAC1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1508760"/>
            <a:ext cx="109728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337D26D-245E-4D05-9EB1-AC9851D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399" y="173736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Đăng ký không bị kẹt logistics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D8EC8A-6212-453C-BD44-546EB4DA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399" y="2194560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Nông hộ/HTX đăng ký lô trước, không cần logistics.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BCAC2E0-6B64-4D13-8FAA-791FF0EC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577840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9628476-803E-41E0-811C-7F1C641C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109728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B9A250D-EED7-491B-BCC8-128A5100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5468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Custody 2 chữ ký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D472F0C-A8A6-45D4-85FD-F357DAC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Ví sai không accept; không sở hữu thì không transfer.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21C3A26-66F4-460D-9577-3E6826AA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2926080"/>
            <a:ext cx="5577840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FAEDFE4-0187-4618-B8B1-937BD6C3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2926080"/>
            <a:ext cx="109728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85554A-327A-4406-B46F-E58208F8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399" y="315468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Admin không tịch thu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84D1236-5165-44FB-B870-E623AF94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399" y="3611880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Authority có thể pause — không gán lại ownership.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0BDE9DE-7ADE-4F4C-AF97-03E6929A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43400"/>
            <a:ext cx="5577840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4EF47D9-4593-42E9-BDFF-B0F40E3E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43400"/>
            <a:ext cx="109728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E63FB9A-4CCA-41BE-AB01-972B2965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Khoá genesis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1DC673-063F-4C85-A249-20BDD0C8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Initialize chỉ bởi genesis authority hardcode.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56A1AAF-CBAF-4CA4-9EEB-2C471C0D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4343400"/>
            <a:ext cx="5577840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91D2257-5D5C-4EAD-8EC6-9DAF6FF2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4343400"/>
            <a:ext cx="109728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C717F02-25C5-4015-9738-C13F282B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399" y="45720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Hai chế độ rõ ràng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E8D59A1-BCE8-4CA3-AADF-DAD6EA04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399" y="5029200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Huy hiệu Live vs Demo — không giả ownership.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B1A9E38-9D80-49F6-A19B-CDC066B4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DurianTrust  ·  UniHackfest RWA  ·  Solana Devnet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16B6349-681F-44B7-A017-A7E07F88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20844124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2FE609-C09D-4B9C-B1AA-B34360F6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985EFD5-295E-4549-88BA-AA6E22C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5FAB989-228F-419F-90EC-526A3D6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THỰC DỤNG NGOÀI ĐỜI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31F0FD-953E-4C6A-847C-9AE4A82F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Nông dân không cần “chơi crypto”.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318CA80-25A6-43F6-AB5E-4D846F3A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5486400" cy="4114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A8F8F81-4E06-4B0F-8F7A-B48E28D6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Demo hackathon (hiện tại)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2680B0-1092-4944-A994-92905E8B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49377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4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▸  Mỗi vai trò dùng Phantom để chứng minh protocol</a:t>
            </a:r>
          </a:p>
          <a:p xmlns:a="http://schemas.openxmlformats.org/drawingml/2006/main">
            <a:pPr>
              <a:spcBef>
                <a:spcPts val="1000"/>
              </a:spcBef>
              <a:buNone/>
            </a:pPr>
            <a:r>
              <a:rPr sz="14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▸  Chữ ký thật + bằng chứng trên Explorer</a:t>
            </a:r>
          </a:p>
          <a:p xmlns:a="http://schemas.openxmlformats.org/drawingml/2006/main">
            <a:pPr>
              <a:spcBef>
                <a:spcPts val="1000"/>
              </a:spcBef>
              <a:buNone/>
            </a:pPr>
            <a:r>
              <a:rPr sz="14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▸  Phù hợp để ban giám khảo kiểm tra on-chain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360C592-D9AF-4C8A-A3A5-C14BD2E7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486400" cy="4114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3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45ED07A-586E-49B7-9F23-35576302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Triển khai pilot (tiếp theo)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D141A53-B54A-4AD2-96C4-812853CF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0320"/>
            <a:ext cx="49377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HTX / nhà đóng gói / lab giữ khoá được cấp quyền</a:t>
            </a:r>
          </a:p>
          <a:p xmlns:a="http://schemas.openxmlformats.org/drawingml/2006/main">
            <a:pPr>
              <a:spcBef>
                <a:spcPts val="1000"/>
              </a:spcBef>
              <a:buNone/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Nông hộ dùng form / SMS / tablet — nhận mã lô</a:t>
            </a:r>
          </a:p>
          <a:p xmlns:a="http://schemas.openxmlformats.org/drawingml/2006/main">
            <a:pPr>
              <a:spcBef>
                <a:spcPts val="1000"/>
              </a:spcBef>
              <a:buNone/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Doanh nghiệp trả phí gas (SOL = phí hạ tầng)</a:t>
            </a:r>
          </a:p>
          <a:p xmlns:a="http://schemas.openxmlformats.org/drawingml/2006/main">
            <a:pPr>
              <a:spcBef>
                <a:spcPts val="1000"/>
              </a:spcBef>
              <a:buNone/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Hải quan &amp; người mua chỉ quét QR (chỉ đọc)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02B166-AF67-4B19-AD75-EB757D60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DurianTrust  ·  UniHackfest RWA  ·  Solana Devnet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676A5E-5AE6-444A-A8E5-5E383840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730112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28B553-D1D8-4BEF-8B1A-5713D15D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86D49F-341D-4553-8749-E229D0F9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9F78BCD-8DB0-40B1-921B-9695BE92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BẢNG TRUNG THỰC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C097400-A7B2-4C6B-9E20-6CFE16E5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Phạm vi đã làm và giới hạn của bản demo.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505DD3-6423-4971-8CA7-7FDA858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6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98C2EE4-47F4-4396-8A4C-2EE904F3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Đăng ký lô / lab / timeline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062A624-D970-4EC1-996C-62F8E809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50876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Giao dịch devnet; dữ liệu tự nhập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5CC7C4-22A7-4250-81E3-B0FAF640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111556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580026-EFE0-4CB8-A64E-B21E057B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Chuỗi custody (2 chữ ký)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E2F191D-5F03-4D05-8911-CA8732C7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14884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Thật — chỉ on-chain, không giả fallback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AF850EE-12EF-4769-BD77-CB728302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51760"/>
            <a:ext cx="111556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7B25A51-9CF0-42CD-89DF-A479E43E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Cổng Cadimi 0,05 ppm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1740E3F-69E0-45AF-9797-CAED2D64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8892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Hằng số quy tắc, kiểm được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7F2AD9C-F225-4846-8F6E-6203C8D2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39"/>
            <a:ext cx="111556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7D611D7-D80C-4871-B044-41E09797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8999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Mô hình AI (ONNX)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4B304D7-152D-4CDA-B0C5-0218ED54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428999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Pipeline chạy; chưa đánh giá thực địa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CEC9A51-5BEC-4259-927B-C921BA9D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111556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3921CB1-FA9A-4351-9B0F-97CF73EF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9080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QR + bằng chứng Explorer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6B1D78B-6A59-4545-AEA7-7FC7115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06908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Deep link / chữ ký thật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020AD47-B85C-4421-AB93-E81B79F5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0"/>
            <a:ext cx="111556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1CE09FA-F57E-4D92-A654-2432C2A3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0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Triển khai toàn quốc nông hộ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0155147-F66A-4B18-9C79-F872CBF3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70916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Chưa claim — có lộ trình pilot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410AC5-F029-43D5-86B0-C91E371E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12079"/>
            <a:ext cx="111556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4929714-4D63-4A2A-ACCD-4CBC8B3E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39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Mainnet / thông quan thật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697AA3E-3C53-47A8-8F42-7C3176BB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349239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6504A"/>
                </a:solidFill>
                <a:latin typeface="Calibri"/>
                <a:ea typeface="Calibri"/>
                <a:cs typeface="Calibri"/>
              </a:rPr>
              <a:t>Chưa — demo trên devnet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4368F7D-E9DE-4BEC-AB4B-0B198B2D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DurianTrust  ·  UniHackfest RWA  ·  Solana Devnet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FF407E5-C2A3-4BE2-90D9-05C57AEA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4628784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22637B-AFB4-42ED-9B5C-6CB179FA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CBCBBA-0651-4807-9A6A-FC4CD988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551C9C-D512-45CE-8244-C32F00B4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THÔNG SỐ CỨNG CHO GIÁM KHẢO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C7CAC9-2A32-4F3F-8A33-8B7DB472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6201B"/>
                </a:solidFill>
                <a:latin typeface="Calibri"/>
                <a:ea typeface="Calibri"/>
                <a:cs typeface="Calibri"/>
              </a:rPr>
              <a:t>Chính xác — không tự bịa ID.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D04D041-D583-4248-BB45-EB2448E7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680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C652EE6-25E2-4EF5-A6BC-5B0A2A58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81328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Program ID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F482324-6864-4076-B473-B93F4441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148132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16201B"/>
                </a:solidFill>
                <a:latin typeface="Consolas"/>
                <a:ea typeface="Consolas"/>
                <a:cs typeface="Consolas"/>
              </a:rPr>
              <a:t>4EZcqRn9LYK5VMuhLC2bNDaUqVBHxc6KCZ6zhFet3Par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F464224-ED47-408A-BD65-53AAFA33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11155680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92E7292-07A1-4348-A417-584408BF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08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Mạng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1CE8F24-5C97-4F2C-ABBD-8198FF03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12140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16201B"/>
                </a:solidFill>
                <a:latin typeface="Consolas"/>
                <a:ea typeface="Consolas"/>
                <a:cs typeface="Consolas"/>
              </a:rPr>
              <a:t>Solana Devnet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64C6DFB-9D24-4B85-B0E1-D053E4A6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51760"/>
            <a:ext cx="11155680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2538DEC-1226-409C-9132-B1489BBC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61488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Lô flagship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0B27EC8-976A-4AA6-9AA0-9CE2F630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76148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16201B"/>
                </a:solidFill>
                <a:latin typeface="Consolas"/>
                <a:ea typeface="Consolas"/>
                <a:cs typeface="Consolas"/>
              </a:rPr>
              <a:t>DRN-2026-LD-0429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E72420F-8636-4EA8-B213-B0AF914B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39"/>
            <a:ext cx="11155680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42CA69B-B595-4438-90A8-942E00EA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1567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Ngưỡng Cadimi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79C723E-80B7-4AF9-84EE-033F30CA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3401567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16201B"/>
                </a:solidFill>
                <a:latin typeface="Consolas"/>
                <a:ea typeface="Consolas"/>
                <a:cs typeface="Consolas"/>
              </a:rPr>
              <a:t>0,05 ppm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BE48FBE-8815-4E96-AA0D-57986F4E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11155680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00A481F-48EA-4E9B-B601-138034AA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41648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Genesis authority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16E6A88-6469-4813-8141-3769FD8D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404164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16201B"/>
                </a:solidFill>
                <a:latin typeface="Consolas"/>
                <a:ea typeface="Consolas"/>
                <a:cs typeface="Consolas"/>
              </a:rPr>
              <a:t>52WpskyDdHaLyAcyTLQrqvLBUh3azKFAe3XmNkYDaFJu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3C63DE5-15DA-4CDF-BBE7-7AD9E3AF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0"/>
            <a:ext cx="11155680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E10F21E-7E64-45FB-831C-AED73146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Ví demo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47C0A88-97ED-43BC-B649-3E17DDFF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468172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16201B"/>
                </a:solidFill>
                <a:latin typeface="Consolas"/>
                <a:ea typeface="Consolas"/>
                <a:cs typeface="Consolas"/>
              </a:rPr>
              <a:t>2BARgkoYQPL7ngMerfCh21CpGRepuZdVtMGr7do1ssko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EA9C393-6A27-4AE4-BEB5-32A8265B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12079"/>
            <a:ext cx="11155680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5D47376-8F40-4F3C-8CA6-DCF4BF5D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21807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E7A52"/>
                </a:solidFill>
                <a:latin typeface="Calibri"/>
                <a:ea typeface="Calibri"/>
                <a:cs typeface="Calibri"/>
              </a:rPr>
              <a:t>Đường dẫn app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83B3F99-CBBA-4DB5-8DF4-B10952DB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5321807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16201B"/>
                </a:solidFill>
                <a:latin typeface="Consolas"/>
                <a:ea typeface="Consolas"/>
                <a:cs typeface="Consolas"/>
              </a:rPr>
              <a:t>#/   ·   #/unit/demo   ·   #/manage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5FD6297-E6EE-4F6E-9447-AD9EE051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DurianTrust  ·  UniHackfest RWA  ·  Solana Devnet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8051D8D-15DA-4A0A-8612-DBA0CD5E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E7973"/>
                </a:solidFill>
                <a:latin typeface="Calibri"/>
                <a:ea typeface="Calibri"/>
                <a:cs typeface="Calibri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3730025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F6207F-9473-4220-A011-CDBB9041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E810871-23D2-4011-B216-8FB46E56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95045F0-957D-48F4-9B5D-528B9C4B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Câu kết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1A340A9-003F-4FE9-A0A8-6EB24C57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10972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Bản sao số của lô xuất khẩu.</a:t>
            </a:r>
          </a:p>
          <a:p xmlns:a="http://schemas.openxmlformats.org/drawingml/2006/main">
            <a:pPr>
              <a:spcBef>
                <a:spcPts val="400"/>
              </a:spcBef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Lịch sử bàn giao gắn với ví nhận.</a:t>
            </a:r>
          </a:p>
          <a:p xmlns:a="http://schemas.openxmlformats.org/drawingml/2006/main">
            <a:pPr>
              <a:spcBef>
                <a:spcPts val="400"/>
              </a:spcBef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Quy tắc Cadimi có thể kiểm toán.</a:t>
            </a:r>
          </a:p>
          <a:p xmlns:a="http://schemas.openxmlformats.org/drawingml/2006/main">
            <a:pPr>
              <a:spcBef>
                <a:spcPts val="400"/>
              </a:spcBef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QR cho mọi người còn lại.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8619478-56DC-4FDC-A250-38CFB06A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C5D4CE"/>
                </a:solidFill>
                <a:latin typeface="Calibri"/>
                <a:ea typeface="Calibri"/>
                <a:cs typeface="Calibri"/>
              </a:rPr>
              <a:t>Blockchain là lớp tin cậy phía sau — không phải app crypto cho nông hộ.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AD33BFF-7450-431A-9AE8-A972BF49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9A6A10"/>
                </a:solidFill>
                <a:latin typeface="Calibri"/>
                <a:ea typeface="Calibri"/>
                <a:cs typeface="Calibri"/>
              </a:rPr>
              <a:t>DurianTrust  ·  Quét lô demo DRN-2026-LD-0429  ·  Xin cảm ơn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A0E7504-F325-400F-AEAE-39AD5FCA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9AA8A2"/>
                </a:solidFill>
                <a:latin typeface="Calibri"/>
                <a:ea typeface="Calibri"/>
                <a:cs typeface="Calibri"/>
              </a:rPr>
              <a:t>Hỏi &amp; đáp</a:t>
            </a:r>
          </a:p>
        </p:txBody>
      </p:sp>
    </p:spTree>
    <p:extLst>
      <p:ext uri="{BB962C8B-B14F-4D97-AF65-F5344CB8AC3E}">
        <p14:creationId xmlns:p14="http://schemas.microsoft.com/office/powerpoint/2010/main" val="9470260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2026-09-23T03:06:02.7090000Z</dcterms:created>
  <dcterms:modified xsi:type="dcterms:W3CDTF">2026-09-23T03:06:02.7090000Z</dcterms:modified>
</coreProperties>
</file>