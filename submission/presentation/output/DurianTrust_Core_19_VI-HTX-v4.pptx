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mp4" ContentType="video/mp4"/>
</Types>
</file>

<file path=_rels/.rels><?xml version='1.0' encoding='UTF-8' standalone='yes'?>
<Relationships xmlns="http://schemas.openxmlformats.org/package/2006/relationships"><Relationship Type="http://schemas.openxmlformats.org/package/2006/relationships/metadata/core-properties" Target="/docProps/core.xml" Id="R1fcc0eddba9f45d9"/><Relationship Type="http://schemas.openxmlformats.org/officeDocument/2006/relationships/extended-properties" Target="/docProps/app.xml" Id="R30cf8f1dc65f4d88"/><Relationship Type="http://schemas.openxmlformats.org/officeDocument/2006/relationships/officeDocument" Target="/ppt/presentation.xml" Id="R80986521a0ef4853"/></Relationships>
</file>

<file path=ppt/presentation.xml><?xml version="1.0" encoding="utf-8"?>
<p:presentation xmlns:p="http://schemas.openxmlformats.org/presentationml/2006/main">
  <p:sldMasterIdLst>
    <p:sldMasterId xmlns:r="http://schemas.openxmlformats.org/officeDocument/2006/relationships" id="2147483648" r:id="Rece99f695e12492b"/>
  </p:sldMasterIdLst>
  <p:notesMasterIdLst>
    <p:notesMasterId xmlns:r="http://schemas.openxmlformats.org/officeDocument/2006/relationships" r:id="Rcc66c67ae79c4496"/>
  </p:notesMasterIdLst>
  <p:sldIdLst>
    <p:sldId xmlns:r="http://schemas.openxmlformats.org/officeDocument/2006/relationships" id="256" r:id="Rf1b52de938e44e20"/>
    <p:sldId xmlns:r="http://schemas.openxmlformats.org/officeDocument/2006/relationships" id="257" r:id="Rece2d78f213f46ba"/>
    <p:sldId xmlns:r="http://schemas.openxmlformats.org/officeDocument/2006/relationships" id="258" r:id="R1e82bfa1b70845fe"/>
    <p:sldId xmlns:r="http://schemas.openxmlformats.org/officeDocument/2006/relationships" id="259" r:id="R4118486a4b164a9e"/>
    <p:sldId xmlns:r="http://schemas.openxmlformats.org/officeDocument/2006/relationships" id="260" r:id="R3f0a93a7ad554ee1"/>
    <p:sldId xmlns:r="http://schemas.openxmlformats.org/officeDocument/2006/relationships" id="261" r:id="R83a4a1852a3642f6"/>
    <p:sldId xmlns:r="http://schemas.openxmlformats.org/officeDocument/2006/relationships" id="262" r:id="R5cced51f7d6b4325"/>
    <p:sldId xmlns:r="http://schemas.openxmlformats.org/officeDocument/2006/relationships" id="263" r:id="R52d5fde3867347a4"/>
    <p:sldId xmlns:r="http://schemas.openxmlformats.org/officeDocument/2006/relationships" id="264" r:id="Rfe5d21ed88784a73"/>
    <p:sldId xmlns:r="http://schemas.openxmlformats.org/officeDocument/2006/relationships" id="265" r:id="Rec2a6dd2cbbe439c"/>
    <p:sldId xmlns:r="http://schemas.openxmlformats.org/officeDocument/2006/relationships" id="266" r:id="Rb702c5b7324849f8"/>
    <p:sldId xmlns:r="http://schemas.openxmlformats.org/officeDocument/2006/relationships" id="267" r:id="R1cd38f48caa84fb1"/>
    <p:sldId xmlns:r="http://schemas.openxmlformats.org/officeDocument/2006/relationships" id="268" r:id="Rd11f232f91634521"/>
    <p:sldId xmlns:r="http://schemas.openxmlformats.org/officeDocument/2006/relationships" id="269" r:id="R3e2f7170ecdf483e"/>
    <p:sldId xmlns:r="http://schemas.openxmlformats.org/officeDocument/2006/relationships" id="270" r:id="R0e81cc8468f14a74"/>
    <p:sldId xmlns:r="http://schemas.openxmlformats.org/officeDocument/2006/relationships" id="271" r:id="R38a0bc5e78a54230"/>
    <p:sldId xmlns:r="http://schemas.openxmlformats.org/officeDocument/2006/relationships" id="272" r:id="R35442344c51440ba"/>
    <p:sldId xmlns:r="http://schemas.openxmlformats.org/officeDocument/2006/relationships" id="273" r:id="Rfe7e5e97c1af48e9"/>
    <p:sldId xmlns:r="http://schemas.openxmlformats.org/officeDocument/2006/relationships" id="274" r:id="R5db28268a2504294"/>
  </p:sldIdLst>
  <p:sldSz cx="12192000" cy="6858000"/>
  <p:notesSz cx="6858000" cy="9144000"/>
  <p:custShowLst>
    <p:custShow name="19 y chinh" id="1">
      <p:sldLst>
        <p:sld xmlns:ns1="http://schemas.openxmlformats.org/officeDocument/2006/relationships" ns1:id="Rf1b52de938e44e20"/>
        <p:sld xmlns:ns2="http://schemas.openxmlformats.org/officeDocument/2006/relationships" ns2:id="Rece2d78f213f46ba"/>
        <p:sld xmlns:ns3="http://schemas.openxmlformats.org/officeDocument/2006/relationships" ns3:id="R1e82bfa1b70845fe"/>
        <p:sld xmlns:ns4="http://schemas.openxmlformats.org/officeDocument/2006/relationships" ns4:id="R4118486a4b164a9e"/>
        <p:sld xmlns:ns5="http://schemas.openxmlformats.org/officeDocument/2006/relationships" ns5:id="R3f0a93a7ad554ee1"/>
        <p:sld xmlns:ns6="http://schemas.openxmlformats.org/officeDocument/2006/relationships" ns6:id="R83a4a1852a3642f6"/>
        <p:sld xmlns:ns7="http://schemas.openxmlformats.org/officeDocument/2006/relationships" ns7:id="R5cced51f7d6b4325"/>
        <p:sld xmlns:ns8="http://schemas.openxmlformats.org/officeDocument/2006/relationships" ns8:id="R52d5fde3867347a4"/>
        <p:sld xmlns:ns9="http://schemas.openxmlformats.org/officeDocument/2006/relationships" ns9:id="Rfe5d21ed88784a73"/>
        <p:sld xmlns:ns10="http://schemas.openxmlformats.org/officeDocument/2006/relationships" ns10:id="Rec2a6dd2cbbe439c"/>
        <p:sld xmlns:ns11="http://schemas.openxmlformats.org/officeDocument/2006/relationships" ns11:id="Rb702c5b7324849f8"/>
        <p:sld xmlns:ns12="http://schemas.openxmlformats.org/officeDocument/2006/relationships" ns12:id="R1cd38f48caa84fb1"/>
        <p:sld xmlns:ns13="http://schemas.openxmlformats.org/officeDocument/2006/relationships" ns13:id="Rd11f232f91634521"/>
        <p:sld xmlns:ns14="http://schemas.openxmlformats.org/officeDocument/2006/relationships" ns14:id="R3e2f7170ecdf483e"/>
        <p:sld xmlns:ns15="http://schemas.openxmlformats.org/officeDocument/2006/relationships" ns15:id="R0e81cc8468f14a74"/>
        <p:sld xmlns:ns16="http://schemas.openxmlformats.org/officeDocument/2006/relationships" ns16:id="R38a0bc5e78a54230"/>
        <p:sld xmlns:ns17="http://schemas.openxmlformats.org/officeDocument/2006/relationships" ns17:id="R35442344c51440ba"/>
        <p:sld xmlns:ns18="http://schemas.openxmlformats.org/officeDocument/2006/relationships" ns18:id="Rfe7e5e97c1af48e9"/>
        <p:sld xmlns:ns19="http://schemas.openxmlformats.org/officeDocument/2006/relationships" ns19:id="R5db28268a2504294"/>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b094ed9b9cb9420a"/><Relationship Type="http://schemas.openxmlformats.org/officeDocument/2006/relationships/slideMaster" Target="/ppt/slideMasters/slideMaster1.xml" Id="Rece99f695e12492b"/><Relationship Type="http://schemas.openxmlformats.org/officeDocument/2006/relationships/notesMaster" Target="/ppt/notesMasters/notesMaster1.xml" Id="Rcc66c67ae79c4496"/><Relationship Type="http://schemas.openxmlformats.org/officeDocument/2006/relationships/presProps" Target="/ppt/presProps.xml" Id="Re0f09200fa5b49dd"/><Relationship Type="http://schemas.openxmlformats.org/officeDocument/2006/relationships/tableStyles" Target="/ppt/tableStyles.xml" Id="R2458a31ce26e4404"/><Relationship Type="http://schemas.openxmlformats.org/officeDocument/2006/relationships/slide" Target="/ppt/slides/slide1.xml" Id="Rf1b52de938e44e20"/><Relationship Type="http://schemas.openxmlformats.org/officeDocument/2006/relationships/slide" Target="/ppt/slides/slide2.xml" Id="Rece2d78f213f46ba"/><Relationship Type="http://schemas.openxmlformats.org/officeDocument/2006/relationships/slide" Target="/ppt/slides/slide3.xml" Id="R1e82bfa1b70845fe"/><Relationship Type="http://schemas.openxmlformats.org/officeDocument/2006/relationships/slide" Target="/ppt/slides/slide4.xml" Id="R4118486a4b164a9e"/><Relationship Type="http://schemas.openxmlformats.org/officeDocument/2006/relationships/slide" Target="/ppt/slides/slide5.xml" Id="R3f0a93a7ad554ee1"/><Relationship Type="http://schemas.openxmlformats.org/officeDocument/2006/relationships/slide" Target="/ppt/slides/slide6.xml" Id="R83a4a1852a3642f6"/><Relationship Type="http://schemas.openxmlformats.org/officeDocument/2006/relationships/slide" Target="/ppt/slides/slide7.xml" Id="R5cced51f7d6b4325"/><Relationship Type="http://schemas.openxmlformats.org/officeDocument/2006/relationships/slide" Target="/ppt/slides/slide8.xml" Id="R52d5fde3867347a4"/><Relationship Type="http://schemas.openxmlformats.org/officeDocument/2006/relationships/slide" Target="/ppt/slides/slide9.xml" Id="Rfe5d21ed88784a73"/><Relationship Type="http://schemas.openxmlformats.org/officeDocument/2006/relationships/slide" Target="/ppt/slides/slide10.xml" Id="Rec2a6dd2cbbe439c"/><Relationship Type="http://schemas.openxmlformats.org/officeDocument/2006/relationships/slide" Target="/ppt/slides/slide11.xml" Id="Rb702c5b7324849f8"/><Relationship Type="http://schemas.openxmlformats.org/officeDocument/2006/relationships/slide" Target="/ppt/slides/slide12.xml" Id="R1cd38f48caa84fb1"/><Relationship Type="http://schemas.openxmlformats.org/officeDocument/2006/relationships/slide" Target="/ppt/slides/slide13.xml" Id="Rd11f232f91634521"/><Relationship Type="http://schemas.openxmlformats.org/officeDocument/2006/relationships/slide" Target="/ppt/slides/slide14.xml" Id="R3e2f7170ecdf483e"/><Relationship Type="http://schemas.openxmlformats.org/officeDocument/2006/relationships/slide" Target="/ppt/slides/slide15.xml" Id="R0e81cc8468f14a74"/><Relationship Type="http://schemas.openxmlformats.org/officeDocument/2006/relationships/slide" Target="/ppt/slides/slide16.xml" Id="R38a0bc5e78a54230"/><Relationship Type="http://schemas.openxmlformats.org/officeDocument/2006/relationships/slide" Target="/ppt/slides/slide17.xml" Id="R35442344c51440ba"/><Relationship Type="http://schemas.openxmlformats.org/officeDocument/2006/relationships/slide" Target="/ppt/slides/slide18.xml" Id="Rfe7e5e97c1af48e9"/><Relationship Type="http://schemas.openxmlformats.org/officeDocument/2006/relationships/slide" Target="/ppt/slides/slide19.xml" Id="R5db28268a2504294"/></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3707c20fae5408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8a4b2c5dfb114c0f"/><Relationship Type="http://schemas.openxmlformats.org/officeDocument/2006/relationships/notesMaster" Target="/ppt/notesMasters/notesMaster1.xml" Id="R7e2dc775e04e44f9"/></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5a476588754fca"/><Relationship Type="http://schemas.openxmlformats.org/officeDocument/2006/relationships/notesMaster" Target="/ppt/notesMasters/notesMaster1.xml" Id="Rc1c63e065d2f418e"/></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5aa8aa733cf04350"/><Relationship Type="http://schemas.openxmlformats.org/officeDocument/2006/relationships/notesMaster" Target="/ppt/notesMasters/notesMaster1.xml" Id="R591cf215b114424a"/></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02e8d41af8364bdb"/><Relationship Type="http://schemas.openxmlformats.org/officeDocument/2006/relationships/notesMaster" Target="/ppt/notesMasters/notesMaster1.xml" Id="R9749d4c534cf4509"/></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90a4ddc651a24d0f"/><Relationship Type="http://schemas.openxmlformats.org/officeDocument/2006/relationships/notesMaster" Target="/ppt/notesMasters/notesMaster1.xml" Id="R50abcf46d5744f48"/></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387f025d48484289"/><Relationship Type="http://schemas.openxmlformats.org/officeDocument/2006/relationships/notesMaster" Target="/ppt/notesMasters/notesMaster1.xml" Id="Ra0cf8dd2c56f41e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d493afa64ff434b"/><Relationship Type="http://schemas.openxmlformats.org/officeDocument/2006/relationships/notesMaster" Target="/ppt/notesMasters/notesMaster1.xml" Id="Rc03bc0a440fd491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1bb1a2b2df954465"/><Relationship Type="http://schemas.openxmlformats.org/officeDocument/2006/relationships/notesMaster" Target="/ppt/notesMasters/notesMaster1.xml" Id="Ra52c40fb1ee14fc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4827438ac5d46d5"/><Relationship Type="http://schemas.openxmlformats.org/officeDocument/2006/relationships/notesMaster" Target="/ppt/notesMasters/notesMaster1.xml" Id="R650e5e35aeb24d6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403492ca870417e"/><Relationship Type="http://schemas.openxmlformats.org/officeDocument/2006/relationships/notesMaster" Target="/ppt/notesMasters/notesMaster1.xml" Id="Rdc5e6bd15cd045c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32bf777020b4624"/><Relationship Type="http://schemas.openxmlformats.org/officeDocument/2006/relationships/notesMaster" Target="/ppt/notesMasters/notesMaster1.xml" Id="Rc468bd4e7d424663"/></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148560cbd184a15"/><Relationship Type="http://schemas.openxmlformats.org/officeDocument/2006/relationships/notesMaster" Target="/ppt/notesMasters/notesMaster1.xml" Id="Rc5ce4f674d43416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bc5e451fa3cb40f6"/><Relationship Type="http://schemas.openxmlformats.org/officeDocument/2006/relationships/notesMaster" Target="/ppt/notesMasters/notesMaster1.xml" Id="Rcb27cc4b4ac64bb4"/></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9d584f9f1f664fbe"/><Relationship Type="http://schemas.openxmlformats.org/officeDocument/2006/relationships/notesMaster" Target="/ppt/notesMasters/notesMaster1.xml" Id="R39f37d3f5b55432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591e0b25c6d4824"/><Relationship Type="http://schemas.openxmlformats.org/officeDocument/2006/relationships/notesMaster" Target="/ppt/notesMasters/notesMaster1.xml" Id="R5c05fb6c63f74b57"/></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8089f97661f64091"/><Relationship Type="http://schemas.openxmlformats.org/officeDocument/2006/relationships/notesMaster" Target="/ppt/notesMasters/notesMaster1.xml" Id="R63d4d53531d94556"/></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c6740f6a097a482e"/><Relationship Type="http://schemas.openxmlformats.org/officeDocument/2006/relationships/notesMaster" Target="/ppt/notesMasters/notesMaster1.xml" Id="R6f36dd39a7d44380"/></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c879fb8e1a6c4a04"/><Relationship Type="http://schemas.openxmlformats.org/officeDocument/2006/relationships/notesMaster" Target="/ppt/notesMasters/notesMaster1.xml" Id="R8ab906a8750442f2"/></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fee880f093b4820"/><Relationship Type="http://schemas.openxmlformats.org/officeDocument/2006/relationships/notesMaster" Target="/ppt/notesMasters/notesMaster1.xml" Id="Rc67050b480ef41e1"/></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DurianTrust giúp nông hộ và hợp tác xã tập hợp thông tin của một lô sầu riêng thành hồ sơ có thể chia sẻ cho bên mua. Chúng tôi bắt đầu từ công việc cụ thể: lưu thông tin lô, đính kèm ảnh và tài liệu, rồi mở hồ sơ bằng QR. Phần Solana nghiên cứu bàn giao có chữ ký. Phần AI hỗ trợ thử nghiệm phân loại ảnh lá. Hai phần này có giới hạn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22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https://baochinhphu.vn/hop-bao-chinh-phu-thuong-ky-thang-8-dai-dien-bo-cong-an-lam-ro-nhieu-van-de-duoc-quan-tam-102260903170016698.htm</a:t>
            </a:r>
          </a:p>
          <a:p xmlns:a="http://schemas.openxmlformats.org/drawingml/2006/main">
            <a:r>
              <a:t>https://vntr.moit.gov.vn/news/china-tightens-import-rules-on-vietnamese-durians</a:t>
            </a:r>
          </a:p>
          <a:p xmlns:a="http://schemas.openxmlformats.org/drawingml/2006/main">
            <a:r>
              <a:t>https://sansangxuatkhau.ppd.gov.vn/tin-tuc-su-kien/sau-rieng-duoc-xuat-khau-chinh-ngach-sang-trung-quoc.html</a:t>
            </a:r>
          </a:p>
          <a:p xmlns:a="http://schemas.openxmlformats.org/drawingml/2006/main">
            <a:r>
              <a:t>Đã đọc nguồn ngày 28/09/2026. Khoảng 95% là tỷ trọng kim ngạch xuất khẩu sầu riêng Việt Nam sang Trung Quốc trong 8 tháng đầu 2026. Đây là số liệu ước tính nêu tại họp báo ngày 03/09/2026. Không suy ra tỷ lệ lô bị từ chối vì thiếu hồ sơ hoặc hiệu quả can thiệp của website.</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đầu tiên được đề xuất là nông hộ hoặc hợp tác xã chuẩn bị hồ sơ trước khi giao hàng. Họ tạo lô và chủ động chọn thông tin để chia sẻ. Bên mua mở QR để xem cùng hồ sơ mà không cần ví. Một đơn vị kiểm nghiệm có thể phát hành tài liệu, nhưng hệ thống hiện mới lưu tài liệu do chủ hồ sơ cung cấp. Chúng tôi chưa có xác nhận đối tác hay pilot thực địa.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Tình huống minh họa dùng HTX chuẩn bị lô MAU-2026-01 tại Lâm Đồng, giống Ri6, khối lượng 850 kg và ngày thu hoạch 28/09/2026. Lô mới mặc định riêng tư. Màn quản lý tách thông tin, tài liệu, lịch sử và chia sẻ QR. Ảnh dùng dữ liệu local, không chứng minh đã tạo lô trên production.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Ảnh workspace dùng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lô có thể đính kèm ảnh JPG, PNG hoặc phiếu PDF, cùng nguồn và ngày tài liệu. Hệ thống kiểm tra loại tệp và dung lượng tối đa 5 MB. Việc đính kèm chưa xác minh người phát hành hoặc tính thật của phiếu.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mốc lưu tên, ngày, địa điểm và ghi chú thành một bản ghi mới. Ngày sự kiện do người dùng khai báo. Giao hàng trên cloud là ghi nhận một phía, chưa phải chữ ký chấp nhận của bên nhận.</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18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Bên mua mở hồ sơ công khai qua QR mà không cần đăng nhập. QR trên slide dẫn đến hồ sơ mẫu. Với lô thật, chủ hồ sơ chọn công khai cả thông tin và tài liệu. QR có thể bị sao chép, nên không xác thực trái sầu riêng.</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QR: https://durian-web3.vercel.app/#/records/example. Ảnh buyer là fixture local.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Bấm vào video 90 giây đã nhúng. HTX minh họa tạo lô MAU-2026-01, đính kèm ảnh và tài liệu mô tả lô, rồi thêm mốc đóng gói. Chủ hồ sơ kiểm tra nội dung trước khi công khai QR. Bên mua mở hồ sơ chỉ đọc và tìm tài liệu đúng lô. Cuối video, HTX chuyển lại riêng tư để chặn lượt đọc mới. Video dùng ảnh giao diện app local cùng con trỏ và highlight minh họa. Auth và API được mô phỏng, không chứng minh hoàn tất flow trên production. PDF là tài liệu demo, không phải phiếu kiểm nghiệm. Nếu PowerPoint không phát, dùng link video dự phòng hoặc file MP4 đi kèm.</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https://durian-web3.vercel.app/submission/DurianTrust_HTX_Demo_90s.mp4</a:t>
            </a:r>
          </a:p>
          <a:p xmlns:a="http://schemas.openxmlformats.org/drawingml/2006/main">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90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dùng React 19 để dựng giao diện và Vite 8 để chạy development server, build website. Website deploy trên Vercel. Backend dùng Python với framework FastAPI, chạy bằng Uvicorn trên Render. Supabase Auth xử lý Google OAuth. Backend chuyển JWT người dùng tới Supabase Data API để PostgreSQL áp dụng Row Level Security theo tài khoản. Lô, lịch sử và metadata tài liệu nằm trong database; tệp đi trực tiếp từ browser tới Supabase Storage. Render Free có thể cần thời gian khởi động. Solana và AI chưa đồng bộ tự động vào hồ sơ cloud.</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Framework và deployment đối chiếu với package.json, vite.config.js, src/main.jsx, src/lib/cloudClient.js, backend/app.py, backend/requirements.txt, render.yaml và supabase/migrations trong repo. React là UI library; Vite là build tool; FastAPI là backend framework. Vercel và Render là nền tảng hosting.</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program/programs/durian_trust/Cargo.toml (anchor-lang 0.31.1), program/programs/durian_trust/src/lib.rs, program/Anchor.toml, package.json, src/hooks/useBatchTransaction.ts và src/App.jsx. Phiên bản Anchor Rust khác phiên bản Anchor JavaScript client khai báo trong package.json.</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40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xử lý ảnh bằng Pillow/NumPy rồi chạy ONNX Runtime; model file trong repo là api/leaf_disease_model.onnx. Trên phần test Mendeley Data v2, chỉ ba nhãn Healthy, Algal và Phomopsis được đối chiếu. Sau khi loại 4 ảnh gần trùng manifest DurianLDD và 1 ảnh gần trùng trong tập external, model API đúng 80/202 ảnh (39,6%); Phomopsis đúng 0/59. Candidate Colab PyTorch MobileNetV3Small đúng 72/202 (35,6%). Chưa xác nhận bản Render đang dùng cùng model hash; provenance training của model API chưa rõ. Đây không phải đánh giá năm lớp hoặc test độc lập theo vườn. Gợi ý bệnh cần chuyên gia kiểm tra; ảnh lá không đo Cadimi hay Vàng O.</a:t>
            </a:r>
          </a:p>
          <a:p xmlns:a="http://schemas.openxmlformats.org/drawingml/2006/main">
            <a:r>
              <a:t/>
            </a:r>
          </a:p>
          <a:p xmlns:a="http://schemas.openxmlformats.org/drawingml/2006/main">
            <a:r>
              <a:t>Nguồn: https://data.mendeley.com/datasets/pxzvksbwnj/2 (CC BY 4.0); https://github.com/vinhelysia/DurainCheckerDemo/blob/main/submission/review/ai-training/MENDELEY_EXTERNAL_EVAL.md.</a:t>
            </a:r>
          </a:p>
          <a:p xmlns:a="http://schemas.openxmlformats.org/drawingml/2006/main">
            <a:r>
              <a:t>api/predict_leaf.py, backend/app.py, backend/requirements.txt và ml/durian_leaf_disease_classifier_colab.ipynb. Chưa xác minh quan hệ giữa toàn bộ quy trình notebook và artifact model đã deploy; không suy ra accuracy hay nguồn dữ liệu từ framework.</a:t>
            </a:r>
          </a:p>
          <a:p xmlns:a="http://schemas.openxmlformats.org/drawingml/2006/main">
            <a:r>
              <a:t>Hình nền là minh họa tạo bằng AI, không phải ảnh thực địa. Ảnh API ngày 26/09/2026 không đo accuracy.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thử nghiệm tabular dùng scikit-learn để huấn luyện, skl2onnx để xuất model và ONNX Runtime để inference. Script so sánh Random Forest với Logistic Regression. Dữ liệu là synthetic; không có cơ sở nói mô hình dự đoán đúng Cadimi thực tế. Bộ đối chiếu số đo với ngưỡng trong demo là quy tắc xác định, không phải AI. Ngưỡng minh họa chưa được xác minh pháp lý cho thị trường đích.</a:t>
            </a:r>
          </a:p>
          <a:p xmlns:a="http://schemas.openxmlformats.org/drawingml/2006/main">
            <a:r>
              <a:t/>
            </a:r>
          </a:p>
          <a:p xmlns:a="http://schemas.openxmlformats.org/drawingml/2006/main">
            <a:r>
              <a:t>Nguồn: https://github.com/vinhelysia/DurainCheckerDemo (source hiện tại), README.md, backend/README.md và hồ sơ kiểm thử ngày 23–28/09/2026. </a:t>
            </a:r>
          </a:p>
          <a:p xmlns:a="http://schemas.openxmlformats.org/drawingml/2006/main">
            <a:r>
              <a:t>ml/train.py, ml/train_disease.py, ml/requirements.txt, api/predict.py và api/predict_disease.py. Không dùng kết quả trên synthetic data như đánh giá thực địa.</a:t>
            </a:r>
          </a:p>
          <a:p xmlns:a="http://schemas.openxmlformats.org/drawingml/2006/main">
            <a:r>
              <a:t>Hình nền là minh họa tạo bằng AI, không phải ảnh thực địa. </a:t>
            </a:r>
          </a:p>
          <a:p xmlns:a="http://schemas.openxmlformats.org/drawingml/2006/main">
            <a:r>
              <a:t/>
            </a:r>
          </a:p>
          <a:p xmlns:a="http://schemas.openxmlformats.org/drawingml/2006/main">
            <a:r>
              <a:t>Thời lượng ý chính: 25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và API đã deploy; người dùng xác nhận Google login vào được màn quản lý. Local tests cho cloud client và backend pass, nhưng chưa hoàn tất tạo lô, upload, công khai rồi thu hồi trên production. Solana có source và local validator. Model API trong repo có phép dò trên Mendeley v2: 80/202 ảnh đúng trong ba nhãn đối chiếu, Phomopsis 0/59. Chưa xác minh hash bản Render hoặc hiệu năng theo vườn/cây. Mốc tiếp theo là kiểm chứng flow thật và xin một pilot nhỏ.</a:t>
            </a:r>
          </a:p>
          <a:p xmlns:a="http://schemas.openxmlformats.org/drawingml/2006/main">
            <a:r>
              <a:t/>
            </a:r>
          </a:p>
          <a:p xmlns:a="http://schemas.openxmlformats.org/drawingml/2006/main">
            <a:r>
              <a:t>Nguồn: https://github.com/vinhelysia/DurainCheckerDemo; https://github.com/vinhelysia/DurainCheckerDemo/blob/main/submission/review/ai-training/MENDELEY_EXTERNAL_EVAL.md. Hình nền minh họa tạo bằng AI, không phải ảnh thực địa.</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35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30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Mời ban giám khảo mở hồ sơ mẫu bằng QR và xem repository công khai. DurianTrust tập trung vào một công việc có thể dùng thử: chuẩn bị và chia sẻ hồ sơ của một lô. Giá trị cần chứng minh bằng pilot là người dùng tìm được tài liệu đúng lô nhanh hơn và biết hồ sơ đang thiếu gì. Phần Solana nghiên cứu bàn giao có hai chữ ký, còn AI là thử nghiệm hỗ trợ. Chúng tôi mong nhận phản hồi về pilot và khả năng xác minh nguồn tài liệu.</a:t>
            </a:r>
          </a:p>
          <a:p xmlns:a="http://schemas.openxmlformats.org/drawingml/2006/main">
            <a:r>
              <a:t/>
            </a:r>
          </a:p>
          <a:p xmlns:a="http://schemas.openxmlformats.org/drawingml/2006/main">
            <a:r>
              <a:t>Nguồn: https://github.com/vinhelysia/DurainCheckerDemo (source hiện tại), README.md, backend/README.md và hồ sơ kiểm thử ngày 23–28/09/2026. Hình nền là minh họa tạo bằng AI, không phải ảnh thực địa. </a:t>
            </a:r>
          </a:p>
          <a:p xmlns:a="http://schemas.openxmlformats.org/drawingml/2006/main">
            <a:r>
              <a:t/>
            </a:r>
          </a:p>
          <a:p xmlns:a="http://schemas.openxmlformats.org/drawingml/2006/main">
            <a:r>
              <a:t>Thời lượng ý chính: 20 giây.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7ab41daca87483a"/></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eba9d3ad6f714cdb"/><Relationship Type="http://schemas.openxmlformats.org/officeDocument/2006/relationships/slideLayout" Target="/ppt/slideLayouts/slideLayout1.xml" Id="R86b3f61852664e7d"/></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6b3f61852664e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85445d354d4535"/><Relationship Type="http://schemas.openxmlformats.org/officeDocument/2006/relationships/image" Target="/ppt/media/image.png" Id="Rccbd35ae987c4209"/><Relationship Type="http://schemas.openxmlformats.org/officeDocument/2006/relationships/image" Target="/ppt/media/image2.png" Id="Ref944ebcb4ee4246"/><Relationship Type="http://schemas.openxmlformats.org/officeDocument/2006/relationships/notesSlide" Target="/ppt/notesSlides/notesSlide1.xml" Id="Ra12400c51ec0411f"/></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a1ae07cd1aa64625"/><Relationship Type="http://schemas.openxmlformats.org/officeDocument/2006/relationships/image" Target="/ppt/media/image3.png" Id="Rc902704ff26f4167"/><Relationship Type="http://schemas.openxmlformats.org/officeDocument/2006/relationships/notesSlide" Target="/ppt/notesSlides/notesSlide2.xml" Id="R3338948e1798420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76630e72a474ac9"/><Relationship Type="http://schemas.openxmlformats.org/officeDocument/2006/relationships/image" Target="/ppt/media/image4.png" Id="R120a87e8372843c7"/><Relationship Type="http://schemas.openxmlformats.org/officeDocument/2006/relationships/notesSlide" Target="/ppt/notesSlides/notesSlide3.xml" Id="Rcac484720bad495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3d32904b037b44bc"/><Relationship Type="http://schemas.openxmlformats.org/officeDocument/2006/relationships/image" Target="/ppt/media/image5.png" Id="Re1daacbea43c4010"/><Relationship Type="http://schemas.openxmlformats.org/officeDocument/2006/relationships/notesSlide" Target="/ppt/notesSlides/notesSlide4.xml" Id="Rd3049ca662904de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09c87da176744e6"/><Relationship Type="http://schemas.openxmlformats.org/officeDocument/2006/relationships/image" Target="../media/image3.png" Id="Rded4afec3b9d4beb"/><Relationship Type="http://schemas.openxmlformats.org/officeDocument/2006/relationships/image" Target="/ppt/media/image7.png" Id="Rfcfafd7cbbdc4c63"/><Relationship Type="http://schemas.openxmlformats.org/officeDocument/2006/relationships/notesSlide" Target="/ppt/notesSlides/notesSlide5.xml" Id="R8fcd75ebeff74339"/></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c78a110a1d3346b2"/><Relationship Type="http://schemas.openxmlformats.org/officeDocument/2006/relationships/image" Target="../media/image3.png" Id="Ra660be63b46e4ce5"/><Relationship Type="http://schemas.openxmlformats.org/officeDocument/2006/relationships/notesSlide" Target="/ppt/notesSlides/notesSlide6.xml" Id="Rd8e019079f084df8"/></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61734f3f10f94bbc"/><Relationship Type="http://schemas.openxmlformats.org/officeDocument/2006/relationships/image" Target="../media/image5.png" Id="Rdd5e8c9d20684524"/><Relationship Type="http://schemas.openxmlformats.org/officeDocument/2006/relationships/notesSlide" Target="/ppt/notesSlides/notesSlide7.xml" Id="R96dc2ccede074699"/></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aecd6495d27e4c5b"/><Relationship Type="http://schemas.openxmlformats.org/officeDocument/2006/relationships/image" Target="../media/image5.png" Id="R425a049249bf4a8f"/><Relationship Type="http://schemas.openxmlformats.org/officeDocument/2006/relationships/image" Target="/ppt/media/image11.png" Id="Rd4567655c96c4f8b"/><Relationship Type="http://schemas.openxmlformats.org/officeDocument/2006/relationships/image" Target="/ppt/media/image12.png" Id="R060fc1388c584c0c"/><Relationship Type="http://schemas.openxmlformats.org/officeDocument/2006/relationships/notesSlide" Target="/ppt/notesSlides/notesSlide8.xml" Id="R76563ebfa64142ea"/></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cadcf60d27984fe1"/><Relationship Type="http://schemas.openxmlformats.org/officeDocument/2006/relationships/image" Target="../media/image5.png" Id="R0fceed8865554af1"/><Relationship Type="http://schemas.openxmlformats.org/officeDocument/2006/relationships/notesSlide" Target="/ppt/notesSlides/notesSlide9.xml" Id="R0fa6a9b470004565"/></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1eed4fc525bf4a67"/><Relationship Type="http://schemas.openxmlformats.org/officeDocument/2006/relationships/image" Target="../media/image5.png" Id="Rdd0224d0a66d42b1"/><Relationship Type="http://schemas.openxmlformats.org/officeDocument/2006/relationships/image" Target="/ppt/media/image15.png" Id="R65d90f062ea444bd"/><Relationship Type="http://schemas.openxmlformats.org/officeDocument/2006/relationships/hyperlink" Target="https://durian-web3.vercel.app/submission/DurianTrust_HTX_Demo_90s.mp4" TargetMode="External" Id="Rf729ac327b2b4031"/><Relationship Type="http://schemas.openxmlformats.org/officeDocument/2006/relationships/notesSlide" Target="/ppt/notesSlides/notesSlide10.xml" Id="Ra7df2cbc1bc6480c"/><Relationship Id="rIdDemoVideo" Type="http://schemas.openxmlformats.org/officeDocument/2006/relationships/video" Target="../media/durian-demo.mp4"/><Relationship Id="rIdDemoMedia" Type="http://schemas.microsoft.com/office/2007/relationships/media" Target="../media/durian-demo.mp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bdfcb92fee6546d9"/><Relationship Type="http://schemas.openxmlformats.org/officeDocument/2006/relationships/image" Target="../media/image5.png" Id="Rbb005d2fa23d408c"/><Relationship Type="http://schemas.openxmlformats.org/officeDocument/2006/relationships/notesSlide" Target="/ppt/notesSlides/notesSlide11.xml" Id="Rfd6d625c9a7d483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86d46b8d07674d55"/><Relationship Type="http://schemas.openxmlformats.org/officeDocument/2006/relationships/image" Target="/ppt/media/image17.png" Id="Ra0a2b320fd194e62"/><Relationship Type="http://schemas.openxmlformats.org/officeDocument/2006/relationships/notesSlide" Target="/ppt/notesSlides/notesSlide12.xml" Id="R74dd6456e6324345"/></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de35e8f3d21f43a2"/><Relationship Type="http://schemas.openxmlformats.org/officeDocument/2006/relationships/image" Target="../media/image5.png" Id="R8729bdd3f864485d"/><Relationship Type="http://schemas.openxmlformats.org/officeDocument/2006/relationships/notesSlide" Target="/ppt/notesSlides/notesSlide13.xml" Id="Rf42849e5a95042ab"/></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3230bf5f8d248b6"/><Relationship Type="http://schemas.openxmlformats.org/officeDocument/2006/relationships/image" Target="/ppt/media/image19.png" Id="R9bed401e49534a48"/><Relationship Type="http://schemas.openxmlformats.org/officeDocument/2006/relationships/image" Target="/ppt/media/image20.png" Id="R1891b92b958a47f2"/><Relationship Type="http://schemas.openxmlformats.org/officeDocument/2006/relationships/notesSlide" Target="/ppt/notesSlides/notesSlide14.xml" Id="Re5bbd41a46d74601"/></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0343713f83a24327"/><Relationship Type="http://schemas.openxmlformats.org/officeDocument/2006/relationships/image" Target="../media/image19.png" Id="Rdf4b09c605054bf4"/><Relationship Type="http://schemas.openxmlformats.org/officeDocument/2006/relationships/notesSlide" Target="/ppt/notesSlides/notesSlide15.xml" Id="Rb8464952756c42b7"/></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462be2f6a6dd4a03"/><Relationship Type="http://schemas.openxmlformats.org/officeDocument/2006/relationships/image" Target="../media/image5.png" Id="R38b11ac3ab4d4767"/><Relationship Type="http://schemas.openxmlformats.org/officeDocument/2006/relationships/notesSlide" Target="/ppt/notesSlides/notesSlide16.xml" Id="Ra68ed06022484793"/></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81650926ece489b"/><Relationship Type="http://schemas.openxmlformats.org/officeDocument/2006/relationships/image" Target="../media/image4.png" Id="R1fb60c797b3f4293"/><Relationship Type="http://schemas.openxmlformats.org/officeDocument/2006/relationships/notesSlide" Target="/ppt/notesSlides/notesSlide17.xml" Id="Rfe3b074506e941d9"/></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062ee6c425db41b8"/><Relationship Type="http://schemas.openxmlformats.org/officeDocument/2006/relationships/image" Target="../media/image3.png" Id="Re2eae32bf9744ee2"/><Relationship Type="http://schemas.openxmlformats.org/officeDocument/2006/relationships/notesSlide" Target="/ppt/notesSlides/notesSlide18.xml" Id="Re8c83962a3ce49b8"/></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60b513b6627141ae"/><Relationship Type="http://schemas.openxmlformats.org/officeDocument/2006/relationships/image" Target="../media/image.png" Id="Rfd62107fc4d24a53"/><Relationship Type="http://schemas.openxmlformats.org/officeDocument/2006/relationships/image" Target="../media/image11.png" Id="R3ad24ff9762f465e"/><Relationship Type="http://schemas.openxmlformats.org/officeDocument/2006/relationships/hyperlink" Target="https://durian-web3.vercel.app/#/records/example" TargetMode="External" Id="R507fcded5dbc4481"/><Relationship Type="http://schemas.openxmlformats.org/officeDocument/2006/relationships/hyperlink" Target="https://github.com/vinhelysia/DurainCheckerDemo" TargetMode="External" Id="R98a31706a1d14fcf"/><Relationship Type="http://schemas.openxmlformats.org/officeDocument/2006/relationships/notesSlide" Target="/ppt/notesSlides/notesSlide19.xml" Id="R6fb25180fa864aa5"/></Relationships>
</file>

<file path=ppt/slides/slide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8" name="!!backdrop"/>
          <p:cNvPicPr>
            <a:picLocks xmlns:a="http://schemas.openxmlformats.org/drawingml/2006/main" noChangeAspect="1"/>
          </p:cNvPicPr>
          <p:nvPr/>
        </p:nvPicPr>
        <p:blipFill>
          <a:blip xmlns:r="http://schemas.openxmlformats.org/officeDocument/2006/relationships" xmlns:a="http://schemas.openxmlformats.org/drawingml/2006/main" r:embed="Rccbd35ae987c420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2A77A16-825F-4FE0-A4D0-A4306B5D6E0A}"/>
              </a:ext>
            </a:extLst>
          </p:cNvPr>
          <p:cNvSpPr>
            <a:spLocks xmlns:a="http://schemas.openxmlformats.org/drawingml/2006/main" noGrp="1"/>
          </p:cNvSpPr>
          <p:nvPr/>
        </p:nvSpPr>
        <p:spPr>
          <a:xfrm xmlns:a="http://schemas.openxmlformats.org/drawingml/2006/main">
            <a:off x="609600" y="2228850"/>
            <a:ext cx="71437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xmlns:a="http://schemas.openxmlformats.org/drawingml/2006/main">
              <a:ext uri="{FF2B5EF4-FFF2-40B4-BE49-F238E27FC236}">
                <a16:creationId xmlns:a16="http://schemas.microsoft.com/office/drawing/2014/main" id="{B0A20E54-8F13-4E8D-A4F4-6BD38148938D}"/>
              </a:ext>
            </a:extLst>
          </p:cNvPr>
          <p:cNvSpPr>
            <a:spLocks xmlns:a="http://schemas.openxmlformats.org/drawingml/2006/main" noGrp="1"/>
          </p:cNvSpPr>
          <p:nvPr/>
        </p:nvSpPr>
        <p:spPr>
          <a:xfrm xmlns:a="http://schemas.openxmlformats.org/drawingml/2006/main">
            <a:off x="647700" y="3524250"/>
            <a:ext cx="600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xmlns:a="http://schemas.openxmlformats.org/drawingml/2006/main">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xmlns:a="http://schemas.openxmlformats.org/drawingml/2006/main">
              <a:ext uri="{FF2B5EF4-FFF2-40B4-BE49-F238E27FC236}">
                <a16:creationId xmlns:a16="http://schemas.microsoft.com/office/drawing/2014/main" id="{C45F701D-1C11-4B00-ACA3-F186F8084065}"/>
              </a:ext>
            </a:extLst>
          </p:cNvPr>
          <p:cNvSpPr>
            <a:spLocks xmlns:a="http://schemas.openxmlformats.org/drawingml/2006/main" noGrp="1"/>
          </p:cNvSpPr>
          <p:nvPr/>
        </p:nvSpPr>
        <p:spPr>
          <a:xfrm xmlns:a="http://schemas.openxmlformats.org/drawingml/2006/main">
            <a:off x="647700" y="895350"/>
            <a:ext cx="4095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xmlns:a="http://schemas.openxmlformats.org/drawingml/2006/main" noChangeAspect="1"/>
          </p:cNvPicPr>
          <p:nvPr/>
        </p:nvPicPr>
        <p:blipFill>
          <a:blip xmlns:r="http://schemas.openxmlformats.org/officeDocument/2006/relationships" xmlns:a="http://schemas.openxmlformats.org/drawingml/2006/main" r:embed="Ref944ebcb4ee4246"/>
          <a:stretch xmlns:a="http://schemas.openxmlformats.org/drawingml/2006/main"/>
        </p:blipFill>
        <p:spPr>
          <a:xfrm xmlns:a="http://schemas.openxmlformats.org/drawingml/2006/main">
            <a:off x="628650" y="1466850"/>
            <a:ext cx="533400" cy="533400"/>
          </a:xfrm>
          <a:prstGeom xmlns:a="http://schemas.openxmlformats.org/drawingml/2006/main" prst="rect">
            <a:avLst/>
          </a:prstGeom>
        </p:spPr>
      </p:pic>
      <p:sp>
        <p:nvSpPr>
          <p:cNvPr id="6" name="!!page">
            <a:extLst xmlns:a="http://schemas.openxmlformats.org/drawingml/2006/main">
              <a:ext uri="{FF2B5EF4-FFF2-40B4-BE49-F238E27FC236}">
                <a16:creationId xmlns:a16="http://schemas.microsoft.com/office/drawing/2014/main" id="{F3D6199A-2ADD-4F7A-A1B0-E2E52032130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xmlns:a="http://schemas.openxmlformats.org/drawingml/2006/main">
              <a:ext uri="{FF2B5EF4-FFF2-40B4-BE49-F238E27FC236}">
                <a16:creationId xmlns:a16="http://schemas.microsoft.com/office/drawing/2014/main" id="{2FE4368B-771D-49CE-B2F5-777481FC7F8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4691290"/>
      </p:ext>
    </p:extLst>
  </p:cSld>
</p:sld>
</file>

<file path=ppt/slides/slide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5" name="!!backdrop"/>
          <p:cNvPicPr>
            <a:picLocks xmlns:a="http://schemas.openxmlformats.org/drawingml/2006/main" noChangeAspect="1"/>
          </p:cNvPicPr>
          <p:nvPr/>
        </p:nvPicPr>
        <p:blipFill>
          <a:blip xmlns:r="http://schemas.openxmlformats.org/officeDocument/2006/relationships" xmlns:a="http://schemas.openxmlformats.org/drawingml/2006/main" r:embed="Rc902704ff26f41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5479B50E-3565-467A-BCA9-C9243634D51A}"/>
              </a:ext>
            </a:extLst>
          </p:cNvPr>
          <p:cNvSpPr>
            <a:spLocks xmlns:a="http://schemas.openxmlformats.org/drawingml/2006/main" noGrp="1"/>
          </p:cNvSpPr>
          <p:nvPr/>
        </p:nvSpPr>
        <p:spPr>
          <a:xfrm xmlns:a="http://schemas.openxmlformats.org/drawingml/2006/main">
            <a:off x="609600" y="533400"/>
            <a:ext cx="6238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xmlns:a="http://schemas.openxmlformats.org/drawingml/2006/main">
              <a:ext uri="{FF2B5EF4-FFF2-40B4-BE49-F238E27FC236}">
                <a16:creationId xmlns:a16="http://schemas.microsoft.com/office/drawing/2014/main" id="{CBB47E37-E9EA-43BD-8891-028D2D606757}"/>
              </a:ext>
            </a:extLst>
          </p:cNvPr>
          <p:cNvSpPr>
            <a:spLocks xmlns:a="http://schemas.openxmlformats.org/drawingml/2006/main" noGrp="1"/>
          </p:cNvSpPr>
          <p:nvPr/>
        </p:nvSpPr>
        <p:spPr>
          <a:xfrm xmlns:a="http://schemas.openxmlformats.org/drawingml/2006/main">
            <a:off x="647700" y="19431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ragment-0-icon-0">
            <a:extLst xmlns:a="http://schemas.openxmlformats.org/drawingml/2006/main">
              <a:ext uri="{FF2B5EF4-FFF2-40B4-BE49-F238E27FC236}">
                <a16:creationId xmlns:a16="http://schemas.microsoft.com/office/drawing/2014/main" id="{95D4136F-3D83-4D9E-846B-E93779B28646}"/>
              </a:ext>
            </a:extLst>
          </p:cNvPr>
          <p:cNvSpPr>
            <a:spLocks xmlns:a="http://schemas.openxmlformats.org/drawingml/2006/main" noGrp="1"/>
          </p:cNvSpPr>
          <p:nvPr/>
        </p:nvSpPr>
        <p:spPr>
          <a:xfrm xmlns:a="http://schemas.openxmlformats.org/drawingml/2006/main">
            <a:off x="804863" y="2100263"/>
            <a:ext cx="257175"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5" name="!!fragment-0-icon-1">
            <a:extLst xmlns:a="http://schemas.openxmlformats.org/drawingml/2006/main">
              <a:ext uri="{FF2B5EF4-FFF2-40B4-BE49-F238E27FC236}">
                <a16:creationId xmlns:a16="http://schemas.microsoft.com/office/drawing/2014/main" id="{2F069339-62FE-4E14-A086-E4F870003FAA}"/>
              </a:ext>
            </a:extLst>
          </p:cNvPr>
          <p:cNvSpPr>
            <a:spLocks xmlns:a="http://schemas.openxmlformats.org/drawingml/2006/main" noGrp="1"/>
          </p:cNvSpPr>
          <p:nvPr/>
        </p:nvSpPr>
        <p:spPr>
          <a:xfrm xmlns:a="http://schemas.openxmlformats.org/drawingml/2006/main">
            <a:off x="882015" y="2100263"/>
            <a:ext cx="102870" cy="257175"/>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6" name="!!fragment-0-icon-2">
            <a:extLst xmlns:a="http://schemas.openxmlformats.org/drawingml/2006/main">
              <a:ext uri="{FF2B5EF4-FFF2-40B4-BE49-F238E27FC236}">
                <a16:creationId xmlns:a16="http://schemas.microsoft.com/office/drawing/2014/main" id="{42B796DC-9EF8-4D78-8AD5-DF9F072C5431}"/>
              </a:ext>
            </a:extLst>
          </p:cNvPr>
          <p:cNvSpPr>
            <a:spLocks xmlns:a="http://schemas.openxmlformats.org/drawingml/2006/main" noGrp="1"/>
          </p:cNvSpPr>
          <p:nvPr/>
        </p:nvSpPr>
        <p:spPr>
          <a:xfrm xmlns:a="http://schemas.openxmlformats.org/drawingml/2006/main">
            <a:off x="779145" y="2074545"/>
            <a:ext cx="308610" cy="308610"/>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19050">
            <a:solidFill>
              <a:srgbClr val="166447"/>
            </a:solidFill>
            <a:prstDash val="solid"/>
          </a:ln>
        </p:spPr>
      </p:sp>
      <p:sp>
        <p:nvSpPr>
          <p:cNvPr id="7" name="!!fragment-0">
            <a:extLst xmlns:a="http://schemas.openxmlformats.org/drawingml/2006/main">
              <a:ext uri="{FF2B5EF4-FFF2-40B4-BE49-F238E27FC236}">
                <a16:creationId xmlns:a16="http://schemas.microsoft.com/office/drawing/2014/main" id="{60875367-0F09-4DC3-B792-71BF59B926D1}"/>
              </a:ext>
            </a:extLst>
          </p:cNvPr>
          <p:cNvSpPr>
            <a:spLocks xmlns:a="http://schemas.openxmlformats.org/drawingml/2006/main" noGrp="1"/>
          </p:cNvSpPr>
          <p:nvPr/>
        </p:nvSpPr>
        <p:spPr>
          <a:xfrm xmlns:a="http://schemas.openxmlformats.org/drawingml/2006/main">
            <a:off x="1447800" y="1847850"/>
            <a:ext cx="4333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xmlns:a="http://schemas.openxmlformats.org/drawingml/2006/main">
              <a:ext uri="{FF2B5EF4-FFF2-40B4-BE49-F238E27FC236}">
                <a16:creationId xmlns:a16="http://schemas.microsoft.com/office/drawing/2014/main" id="{8C8280F5-BBC2-4F8A-B946-A5FA520317D4}"/>
              </a:ext>
            </a:extLst>
          </p:cNvPr>
          <p:cNvSpPr>
            <a:spLocks xmlns:a="http://schemas.openxmlformats.org/drawingml/2006/main" noGrp="1"/>
          </p:cNvSpPr>
          <p:nvPr/>
        </p:nvSpPr>
        <p:spPr>
          <a:xfrm xmlns:a="http://schemas.openxmlformats.org/drawingml/2006/main">
            <a:off x="1447800" y="2705100"/>
            <a:ext cx="433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xmlns:a="http://schemas.openxmlformats.org/drawingml/2006/main">
              <a:ext uri="{FF2B5EF4-FFF2-40B4-BE49-F238E27FC236}">
                <a16:creationId xmlns:a16="http://schemas.microsoft.com/office/drawing/2014/main" id="{5D180CC4-B13E-4D36-8AFC-85CB12C927B0}"/>
              </a:ext>
            </a:extLst>
          </p:cNvPr>
          <p:cNvSpPr>
            <a:spLocks xmlns:a="http://schemas.openxmlformats.org/drawingml/2006/main" noGrp="1"/>
          </p:cNvSpPr>
          <p:nvPr/>
        </p:nvSpPr>
        <p:spPr>
          <a:xfrm xmlns:a="http://schemas.openxmlformats.org/drawingml/2006/main">
            <a:off x="64770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0" name="!!fragment-1-icon-0">
            <a:extLst xmlns:a="http://schemas.openxmlformats.org/drawingml/2006/main">
              <a:ext uri="{FF2B5EF4-FFF2-40B4-BE49-F238E27FC236}">
                <a16:creationId xmlns:a16="http://schemas.microsoft.com/office/drawing/2014/main" id="{AC6DF858-0E8A-4EAF-B0B2-38B4A7E9443E}"/>
              </a:ext>
            </a:extLst>
          </p:cNvPr>
          <p:cNvSpPr>
            <a:spLocks xmlns:a="http://schemas.openxmlformats.org/drawingml/2006/main" noGrp="1"/>
          </p:cNvSpPr>
          <p:nvPr/>
        </p:nvSpPr>
        <p:spPr>
          <a:xfrm xmlns:a="http://schemas.openxmlformats.org/drawingml/2006/main">
            <a:off x="804863" y="3586163"/>
            <a:ext cx="180023" cy="180023"/>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1" name="!!fragment-1-icon-1">
            <a:extLst xmlns:a="http://schemas.openxmlformats.org/drawingml/2006/main">
              <a:ext uri="{FF2B5EF4-FFF2-40B4-BE49-F238E27FC236}">
                <a16:creationId xmlns:a16="http://schemas.microsoft.com/office/drawing/2014/main" id="{CD94D742-11D9-44FC-88F4-BA3E2B1CE3F5}"/>
              </a:ext>
            </a:extLst>
          </p:cNvPr>
          <p:cNvSpPr>
            <a:spLocks xmlns:a="http://schemas.openxmlformats.org/drawingml/2006/main" noGrp="1"/>
          </p:cNvSpPr>
          <p:nvPr/>
        </p:nvSpPr>
        <p:spPr>
          <a:xfrm xmlns:a="http://schemas.openxmlformats.org/drawingml/2006/main">
            <a:off x="779145" y="3560445"/>
            <a:ext cx="308610" cy="308610"/>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2" name="!!fragment-1">
            <a:extLst xmlns:a="http://schemas.openxmlformats.org/drawingml/2006/main">
              <a:ext uri="{FF2B5EF4-FFF2-40B4-BE49-F238E27FC236}">
                <a16:creationId xmlns:a16="http://schemas.microsoft.com/office/drawing/2014/main" id="{E673D880-131F-45D7-B5EC-C9E0A44CF8EE}"/>
              </a:ext>
            </a:extLst>
          </p:cNvPr>
          <p:cNvSpPr>
            <a:spLocks xmlns:a="http://schemas.openxmlformats.org/drawingml/2006/main" noGrp="1"/>
          </p:cNvSpPr>
          <p:nvPr/>
        </p:nvSpPr>
        <p:spPr>
          <a:xfrm xmlns:a="http://schemas.openxmlformats.org/drawingml/2006/main">
            <a:off x="1447800" y="349567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xmlns:a="http://schemas.openxmlformats.org/drawingml/2006/main">
              <a:ext uri="{FF2B5EF4-FFF2-40B4-BE49-F238E27FC236}">
                <a16:creationId xmlns:a16="http://schemas.microsoft.com/office/drawing/2014/main" id="{6C44A08E-F126-44B1-AE1B-2E429D8411D9}"/>
              </a:ext>
            </a:extLst>
          </p:cNvPr>
          <p:cNvSpPr>
            <a:spLocks xmlns:a="http://schemas.openxmlformats.org/drawingml/2006/main" noGrp="1"/>
          </p:cNvSpPr>
          <p:nvPr/>
        </p:nvSpPr>
        <p:spPr>
          <a:xfrm xmlns:a="http://schemas.openxmlformats.org/drawingml/2006/main">
            <a:off x="1447800" y="399097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xmlns:a="http://schemas.openxmlformats.org/drawingml/2006/main">
              <a:ext uri="{FF2B5EF4-FFF2-40B4-BE49-F238E27FC236}">
                <a16:creationId xmlns:a16="http://schemas.microsoft.com/office/drawing/2014/main" id="{2BB4F16B-FAB5-41F9-8C2D-209BE3C5BE99}"/>
              </a:ext>
            </a:extLst>
          </p:cNvPr>
          <p:cNvSpPr>
            <a:spLocks xmlns:a="http://schemas.openxmlformats.org/drawingml/2006/main" noGrp="1"/>
          </p:cNvSpPr>
          <p:nvPr/>
        </p:nvSpPr>
        <p:spPr>
          <a:xfrm xmlns:a="http://schemas.openxmlformats.org/drawingml/2006/main">
            <a:off x="647700" y="45148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5" name="!!fragment-2-icon-0">
            <a:extLst xmlns:a="http://schemas.openxmlformats.org/drawingml/2006/main">
              <a:ext uri="{FF2B5EF4-FFF2-40B4-BE49-F238E27FC236}">
                <a16:creationId xmlns:a16="http://schemas.microsoft.com/office/drawing/2014/main" id="{927BD5FF-9654-435A-B53F-5C3A8E8A0507}"/>
              </a:ext>
            </a:extLst>
          </p:cNvPr>
          <p:cNvSpPr>
            <a:spLocks xmlns:a="http://schemas.openxmlformats.org/drawingml/2006/main" noGrp="1"/>
          </p:cNvSpPr>
          <p:nvPr/>
        </p:nvSpPr>
        <p:spPr>
          <a:xfrm xmlns:a="http://schemas.openxmlformats.org/drawingml/2006/main">
            <a:off x="882015" y="4672013"/>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6" name="!!fragment-2-icon-1">
            <a:extLst xmlns:a="http://schemas.openxmlformats.org/drawingml/2006/main">
              <a:ext uri="{FF2B5EF4-FFF2-40B4-BE49-F238E27FC236}">
                <a16:creationId xmlns:a16="http://schemas.microsoft.com/office/drawing/2014/main" id="{C6363D71-5A7C-43F1-A30E-5FD5A90CC305}"/>
              </a:ext>
            </a:extLst>
          </p:cNvPr>
          <p:cNvSpPr>
            <a:spLocks xmlns:a="http://schemas.openxmlformats.org/drawingml/2006/main" noGrp="1"/>
          </p:cNvSpPr>
          <p:nvPr/>
        </p:nvSpPr>
        <p:spPr>
          <a:xfrm xmlns:a="http://schemas.openxmlformats.org/drawingml/2006/main">
            <a:off x="830580" y="48134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7" name="!!fragment-2">
            <a:extLst xmlns:a="http://schemas.openxmlformats.org/drawingml/2006/main">
              <a:ext uri="{FF2B5EF4-FFF2-40B4-BE49-F238E27FC236}">
                <a16:creationId xmlns:a16="http://schemas.microsoft.com/office/drawing/2014/main" id="{1F9CA28A-6829-4853-B295-3A5302701854}"/>
              </a:ext>
            </a:extLst>
          </p:cNvPr>
          <p:cNvSpPr>
            <a:spLocks xmlns:a="http://schemas.openxmlformats.org/drawingml/2006/main" noGrp="1"/>
          </p:cNvSpPr>
          <p:nvPr/>
        </p:nvSpPr>
        <p:spPr>
          <a:xfrm xmlns:a="http://schemas.openxmlformats.org/drawingml/2006/main">
            <a:off x="1447800" y="4581525"/>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xmlns:a="http://schemas.openxmlformats.org/drawingml/2006/main">
              <a:ext uri="{FF2B5EF4-FFF2-40B4-BE49-F238E27FC236}">
                <a16:creationId xmlns:a16="http://schemas.microsoft.com/office/drawing/2014/main" id="{5377DA09-5827-4D76-BFE0-BB8A33EAE4FB}"/>
              </a:ext>
            </a:extLst>
          </p:cNvPr>
          <p:cNvSpPr>
            <a:spLocks xmlns:a="http://schemas.openxmlformats.org/drawingml/2006/main" noGrp="1"/>
          </p:cNvSpPr>
          <p:nvPr/>
        </p:nvSpPr>
        <p:spPr>
          <a:xfrm xmlns:a="http://schemas.openxmlformats.org/drawingml/2006/main">
            <a:off x="1447800" y="5076825"/>
            <a:ext cx="4333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xmlns:a="http://schemas.openxmlformats.org/drawingml/2006/main">
              <a:ext uri="{FF2B5EF4-FFF2-40B4-BE49-F238E27FC236}">
                <a16:creationId xmlns:a16="http://schemas.microsoft.com/office/drawing/2014/main" id="{F76272F1-F6E8-4C2D-805A-5EF0AB53E775}"/>
              </a:ext>
            </a:extLst>
          </p:cNvPr>
          <p:cNvSpPr>
            <a:spLocks xmlns:a="http://schemas.openxmlformats.org/drawingml/2006/main" noGrp="1"/>
          </p:cNvSpPr>
          <p:nvPr/>
        </p:nvSpPr>
        <p:spPr>
          <a:xfrm xmlns:a="http://schemas.openxmlformats.org/drawingml/2006/main">
            <a:off x="609600" y="5600700"/>
            <a:ext cx="514350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20" name="!!joined-file-selection">
            <a:extLst xmlns:a="http://schemas.openxmlformats.org/drawingml/2006/main">
              <a:ext uri="{FF2B5EF4-FFF2-40B4-BE49-F238E27FC236}">
                <a16:creationId xmlns:a16="http://schemas.microsoft.com/office/drawing/2014/main" id="{2D22C641-26E2-4246-8F07-EFFAD378A55D}"/>
              </a:ext>
            </a:extLst>
          </p:cNvPr>
          <p:cNvSpPr>
            <a:spLocks xmlns:a="http://schemas.openxmlformats.org/drawingml/2006/main" noGrp="1"/>
          </p:cNvSpPr>
          <p:nvPr/>
        </p:nvSpPr>
        <p:spPr>
          <a:xfrm xmlns:a="http://schemas.openxmlformats.org/drawingml/2006/main">
            <a:off x="647700" y="5657850"/>
            <a:ext cx="590550" cy="5905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1" name="!!joined-file-icon-0">
            <a:extLst xmlns:a="http://schemas.openxmlformats.org/drawingml/2006/main">
              <a:ext uri="{FF2B5EF4-FFF2-40B4-BE49-F238E27FC236}">
                <a16:creationId xmlns:a16="http://schemas.microsoft.com/office/drawing/2014/main" id="{61CCBEA7-CB47-479E-93E6-1DCB45A58066}"/>
              </a:ext>
            </a:extLst>
          </p:cNvPr>
          <p:cNvSpPr>
            <a:spLocks xmlns:a="http://schemas.openxmlformats.org/drawingml/2006/main" noGrp="1"/>
          </p:cNvSpPr>
          <p:nvPr/>
        </p:nvSpPr>
        <p:spPr>
          <a:xfrm xmlns:a="http://schemas.openxmlformats.org/drawingml/2006/main">
            <a:off x="783526" y="5793677"/>
            <a:ext cx="318897" cy="318897"/>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22" name="!!join">
            <a:extLst xmlns:a="http://schemas.openxmlformats.org/drawingml/2006/main">
              <a:ext uri="{FF2B5EF4-FFF2-40B4-BE49-F238E27FC236}">
                <a16:creationId xmlns:a16="http://schemas.microsoft.com/office/drawing/2014/main" id="{3DF30464-C758-4134-8135-B7FAF7D60943}"/>
              </a:ext>
            </a:extLst>
          </p:cNvPr>
          <p:cNvSpPr>
            <a:spLocks xmlns:a="http://schemas.openxmlformats.org/drawingml/2006/main" noGrp="1"/>
          </p:cNvSpPr>
          <p:nvPr/>
        </p:nvSpPr>
        <p:spPr>
          <a:xfrm xmlns:a="http://schemas.openxmlformats.org/drawingml/2006/main">
            <a:off x="1447800" y="5819775"/>
            <a:ext cx="4333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xmlns:a="http://schemas.openxmlformats.org/drawingml/2006/main">
              <a:ext uri="{FF2B5EF4-FFF2-40B4-BE49-F238E27FC236}">
                <a16:creationId xmlns:a16="http://schemas.microsoft.com/office/drawing/2014/main" id="{DADD512B-EE87-40CF-92E7-9EA688F2A10C}"/>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xmlns:a="http://schemas.openxmlformats.org/drawingml/2006/main">
              <a:ext uri="{FF2B5EF4-FFF2-40B4-BE49-F238E27FC236}">
                <a16:creationId xmlns:a16="http://schemas.microsoft.com/office/drawing/2014/main" id="{985451AB-3936-40B0-9CD7-1E0A1C7845A6}"/>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20a87e8372843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9DDB6CC-CD48-4345-A125-8CA2D7133FF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E53A772-59C5-4CED-8D0C-B4E897657F8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xmlns:a="http://schemas.openxmlformats.org/drawingml/2006/main">
              <a:ext uri="{FF2B5EF4-FFF2-40B4-BE49-F238E27FC236}">
                <a16:creationId xmlns:a16="http://schemas.microsoft.com/office/drawing/2014/main" id="{419E23E9-E0A2-4737-9057-7F0707E583AB}"/>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grower-icon-0">
            <a:extLst xmlns:a="http://schemas.openxmlformats.org/drawingml/2006/main">
              <a:ext uri="{FF2B5EF4-FFF2-40B4-BE49-F238E27FC236}">
                <a16:creationId xmlns:a16="http://schemas.microsoft.com/office/drawing/2014/main" id="{B556E0F7-A108-466A-BC59-BC29AB99BA01}"/>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A3BCAB"/>
            </a:solidFill>
            <a:prstDash val="solid"/>
          </a:ln>
        </p:spPr>
      </p:sp>
      <p:sp>
        <p:nvSpPr>
          <p:cNvPr id="6" name="!!grower-icon-1">
            <a:extLst xmlns:a="http://schemas.openxmlformats.org/drawingml/2006/main">
              <a:ext uri="{FF2B5EF4-FFF2-40B4-BE49-F238E27FC236}">
                <a16:creationId xmlns:a16="http://schemas.microsoft.com/office/drawing/2014/main" id="{907B697E-3939-4D68-A2C7-4CD58D880A0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A3BCAB"/>
            </a:solidFill>
            <a:prstDash val="solid"/>
          </a:ln>
        </p:spPr>
      </p:sp>
      <p:sp>
        <p:nvSpPr>
          <p:cNvPr id="7" name="!!grower-label">
            <a:extLst xmlns:a="http://schemas.openxmlformats.org/drawingml/2006/main">
              <a:ext uri="{FF2B5EF4-FFF2-40B4-BE49-F238E27FC236}">
                <a16:creationId xmlns:a16="http://schemas.microsoft.com/office/drawing/2014/main" id="{EE1871FE-9945-49D3-8996-741B985BD865}"/>
              </a:ext>
            </a:extLst>
          </p:cNvPr>
          <p:cNvSpPr>
            <a:spLocks xmlns:a="http://schemas.openxmlformats.org/drawingml/2006/main" noGrp="1"/>
          </p:cNvSpPr>
          <p:nvPr/>
        </p:nvSpPr>
        <p:spPr>
          <a:xfrm xmlns:a="http://schemas.openxmlformats.org/drawingml/2006/main">
            <a:off x="1524000" y="213360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xmlns:a="http://schemas.openxmlformats.org/drawingml/2006/main">
              <a:ext uri="{FF2B5EF4-FFF2-40B4-BE49-F238E27FC236}">
                <a16:creationId xmlns:a16="http://schemas.microsoft.com/office/drawing/2014/main" id="{12B4B475-FF98-43BF-B4C7-85CCDAA3C121}"/>
              </a:ext>
            </a:extLst>
          </p:cNvPr>
          <p:cNvSpPr>
            <a:spLocks xmlns:a="http://schemas.openxmlformats.org/drawingml/2006/main" noGrp="1"/>
          </p:cNvSpPr>
          <p:nvPr/>
        </p:nvSpPr>
        <p:spPr>
          <a:xfrm xmlns:a="http://schemas.openxmlformats.org/drawingml/2006/main">
            <a:off x="1524000" y="270510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xmlns:a="http://schemas.openxmlformats.org/drawingml/2006/main">
              <a:ext uri="{FF2B5EF4-FFF2-40B4-BE49-F238E27FC236}">
                <a16:creationId xmlns:a16="http://schemas.microsoft.com/office/drawing/2014/main" id="{D196CC18-9D41-4FAF-ACAA-7CC035393B42}"/>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buyer-icon-0">
            <a:extLst xmlns:a="http://schemas.openxmlformats.org/drawingml/2006/main">
              <a:ext uri="{FF2B5EF4-FFF2-40B4-BE49-F238E27FC236}">
                <a16:creationId xmlns:a16="http://schemas.microsoft.com/office/drawing/2014/main" id="{DD1E6927-3B71-4260-B2C4-8EB1F3F3A88B}"/>
              </a:ext>
            </a:extLst>
          </p:cNvPr>
          <p:cNvSpPr>
            <a:spLocks xmlns:a="http://schemas.openxmlformats.org/drawingml/2006/main" noGrp="1"/>
          </p:cNvSpPr>
          <p:nvPr/>
        </p:nvSpPr>
        <p:spPr>
          <a:xfrm xmlns:a="http://schemas.openxmlformats.org/drawingml/2006/main">
            <a:off x="901065" y="358616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buyer-icon-1">
            <a:extLst xmlns:a="http://schemas.openxmlformats.org/drawingml/2006/main">
              <a:ext uri="{FF2B5EF4-FFF2-40B4-BE49-F238E27FC236}">
                <a16:creationId xmlns:a16="http://schemas.microsoft.com/office/drawing/2014/main" id="{37BD1316-D853-43B1-B08C-4E7056BE4874}"/>
              </a:ext>
            </a:extLst>
          </p:cNvPr>
          <p:cNvSpPr>
            <a:spLocks xmlns:a="http://schemas.openxmlformats.org/drawingml/2006/main" noGrp="1"/>
          </p:cNvSpPr>
          <p:nvPr/>
        </p:nvSpPr>
        <p:spPr>
          <a:xfrm xmlns:a="http://schemas.openxmlformats.org/drawingml/2006/main">
            <a:off x="849630" y="372760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2" name="!!buyer-label">
            <a:extLst xmlns:a="http://schemas.openxmlformats.org/drawingml/2006/main">
              <a:ext uri="{FF2B5EF4-FFF2-40B4-BE49-F238E27FC236}">
                <a16:creationId xmlns:a16="http://schemas.microsoft.com/office/drawing/2014/main" id="{94884D32-6A00-4CD8-8C77-E04CEE850A74}"/>
              </a:ext>
            </a:extLst>
          </p:cNvPr>
          <p:cNvSpPr>
            <a:spLocks xmlns:a="http://schemas.openxmlformats.org/drawingml/2006/main" noGrp="1"/>
          </p:cNvSpPr>
          <p:nvPr/>
        </p:nvSpPr>
        <p:spPr>
          <a:xfrm xmlns:a="http://schemas.openxmlformats.org/drawingml/2006/main">
            <a:off x="1524000" y="3371850"/>
            <a:ext cx="4324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xmlns:a="http://schemas.openxmlformats.org/drawingml/2006/main">
              <a:ext uri="{FF2B5EF4-FFF2-40B4-BE49-F238E27FC236}">
                <a16:creationId xmlns:a16="http://schemas.microsoft.com/office/drawing/2014/main" id="{42C053E5-A612-491B-8389-361D987ABE07}"/>
              </a:ext>
            </a:extLst>
          </p:cNvPr>
          <p:cNvSpPr>
            <a:spLocks xmlns:a="http://schemas.openxmlformats.org/drawingml/2006/main" noGrp="1"/>
          </p:cNvSpPr>
          <p:nvPr/>
        </p:nvSpPr>
        <p:spPr>
          <a:xfrm xmlns:a="http://schemas.openxmlformats.org/drawingml/2006/main">
            <a:off x="1524000" y="3943350"/>
            <a:ext cx="4324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xmlns:a="http://schemas.openxmlformats.org/drawingml/2006/main">
              <a:ext uri="{FF2B5EF4-FFF2-40B4-BE49-F238E27FC236}">
                <a16:creationId xmlns:a16="http://schemas.microsoft.com/office/drawing/2014/main" id="{2AAE6CF4-BFF3-42F6-A136-31B5E4043253}"/>
              </a:ext>
            </a:extLst>
          </p:cNvPr>
          <p:cNvSpPr>
            <a:spLocks xmlns:a="http://schemas.openxmlformats.org/drawingml/2006/main" noGrp="1"/>
          </p:cNvSpPr>
          <p:nvPr/>
        </p:nvSpPr>
        <p:spPr>
          <a:xfrm xmlns:a="http://schemas.openxmlformats.org/drawingml/2006/main">
            <a:off x="600075" y="50958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shared-record-icon-0">
            <a:extLst xmlns:a="http://schemas.openxmlformats.org/drawingml/2006/main">
              <a:ext uri="{FF2B5EF4-FFF2-40B4-BE49-F238E27FC236}">
                <a16:creationId xmlns:a16="http://schemas.microsoft.com/office/drawing/2014/main" id="{09EAE64E-530F-4F62-81C0-E43C39BC44CE}"/>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6" name="!!shared-record-icon-1">
            <a:extLst xmlns:a="http://schemas.openxmlformats.org/drawingml/2006/main">
              <a:ext uri="{FF2B5EF4-FFF2-40B4-BE49-F238E27FC236}">
                <a16:creationId xmlns:a16="http://schemas.microsoft.com/office/drawing/2014/main" id="{434D5CA1-0ECF-4FF7-B456-3C59F5E36FF0}"/>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7" name="!!shared-record-icon-2">
            <a:extLst xmlns:a="http://schemas.openxmlformats.org/drawingml/2006/main">
              <a:ext uri="{FF2B5EF4-FFF2-40B4-BE49-F238E27FC236}">
                <a16:creationId xmlns:a16="http://schemas.microsoft.com/office/drawing/2014/main" id="{5801C0FC-0CCE-4241-8A27-1C7BA24F92EF}"/>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8" name="!!shared-record-icon-3">
            <a:extLst xmlns:a="http://schemas.openxmlformats.org/drawingml/2006/main">
              <a:ext uri="{FF2B5EF4-FFF2-40B4-BE49-F238E27FC236}">
                <a16:creationId xmlns:a16="http://schemas.microsoft.com/office/drawing/2014/main" id="{F0498C18-7B45-42FD-BE04-77FD65DD7634}"/>
              </a:ext>
            </a:extLst>
          </p:cNvPr>
          <p:cNvSpPr>
            <a:spLocks xmlns:a="http://schemas.openxmlformats.org/drawingml/2006/main" noGrp="1"/>
          </p:cNvSpPr>
          <p:nvPr/>
        </p:nvSpPr>
        <p:spPr>
          <a:xfrm xmlns:a="http://schemas.openxmlformats.org/drawingml/2006/main">
            <a:off x="766572" y="5262372"/>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9" name="!!user-goal">
            <a:extLst xmlns:a="http://schemas.openxmlformats.org/drawingml/2006/main">
              <a:ext uri="{FF2B5EF4-FFF2-40B4-BE49-F238E27FC236}">
                <a16:creationId xmlns:a16="http://schemas.microsoft.com/office/drawing/2014/main" id="{2B13C006-F5C3-49CF-A097-0A0D637C8C90}"/>
              </a:ext>
            </a:extLst>
          </p:cNvPr>
          <p:cNvSpPr>
            <a:spLocks xmlns:a="http://schemas.openxmlformats.org/drawingml/2006/main" noGrp="1"/>
          </p:cNvSpPr>
          <p:nvPr/>
        </p:nvSpPr>
        <p:spPr>
          <a:xfrm xmlns:a="http://schemas.openxmlformats.org/drawingml/2006/main">
            <a:off x="1524000" y="5086350"/>
            <a:ext cx="438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Một hồ sơ dùng chung</a:t>
            </a:r>
          </a:p>
          <a:p xmlns:a="http://schemas.openxmlformats.org/drawingml/2006/main">
            <a:pPr>
              <a:defRPr sz="2325" b="1">
                <a:solidFill>
                  <a:srgbClr val="C8A45B"/>
                </a:solidFill>
                <a:latin typeface="Segoe UI"/>
                <a:ea typeface="Segoe UI"/>
                <a:cs typeface="Segoe UI"/>
              </a:defRPr>
            </a:pPr>
            <a:r>
              <a:rPr sz="2325" b="1">
                <a:solidFill>
                  <a:srgbClr val="C8A45B"/>
                </a:solidFill>
                <a:latin typeface="Segoe UI"/>
                <a:ea typeface="Segoe UI"/>
                <a:cs typeface="Segoe UI"/>
              </a:rPr>
              <a:t>trong cuộc trao đổi về lô</a:t>
            </a:r>
          </a:p>
        </p:txBody>
      </p:sp>
      <p:sp>
        <p:nvSpPr>
          <p:cNvPr id="20" name="!!page">
            <a:extLst xmlns:a="http://schemas.openxmlformats.org/drawingml/2006/main">
              <a:ext uri="{FF2B5EF4-FFF2-40B4-BE49-F238E27FC236}">
                <a16:creationId xmlns:a16="http://schemas.microsoft.com/office/drawing/2014/main" id="{8011ABCF-553B-44E6-82D5-9137A6A505C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xmlns:a="http://schemas.openxmlformats.org/drawingml/2006/main">
              <a:ext uri="{FF2B5EF4-FFF2-40B4-BE49-F238E27FC236}">
                <a16:creationId xmlns:a16="http://schemas.microsoft.com/office/drawing/2014/main" id="{7A9EC8C4-E7D2-4119-B6E9-F0017962324E}"/>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4.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0" name="!!backdrop"/>
          <p:cNvPicPr>
            <a:picLocks xmlns:a="http://schemas.openxmlformats.org/drawingml/2006/main" noChangeAspect="1"/>
          </p:cNvPicPr>
          <p:nvPr/>
        </p:nvPicPr>
        <p:blipFill>
          <a:blip xmlns:r="http://schemas.openxmlformats.org/officeDocument/2006/relationships" xmlns:a="http://schemas.openxmlformats.org/drawingml/2006/main" r:embed="Re1daacbea43c40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B7A0E81-7419-4EA3-9D7F-F98766E1D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E15922F8-1023-48BF-BC0B-E2B08826BF7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xmlns:a="http://schemas.openxmlformats.org/drawingml/2006/main">
              <a:ext uri="{FF2B5EF4-FFF2-40B4-BE49-F238E27FC236}">
                <a16:creationId xmlns:a16="http://schemas.microsoft.com/office/drawing/2014/main" id="{89406869-6855-430B-959C-491D1BD37384}"/>
              </a:ext>
            </a:extLst>
          </p:cNvPr>
          <p:cNvSpPr>
            <a:spLocks xmlns:a="http://schemas.openxmlformats.org/drawingml/2006/main" noGrp="1"/>
          </p:cNvSpPr>
          <p:nvPr/>
        </p:nvSpPr>
        <p:spPr>
          <a:xfrm xmlns:a="http://schemas.openxmlformats.org/drawingml/2006/main">
            <a:off x="105727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flow-0-icon-0">
            <a:extLst xmlns:a="http://schemas.openxmlformats.org/drawingml/2006/main">
              <a:ext uri="{FF2B5EF4-FFF2-40B4-BE49-F238E27FC236}">
                <a16:creationId xmlns:a16="http://schemas.microsoft.com/office/drawing/2014/main" id="{5B00ED3F-DB0D-44E7-A049-13D7D55F73F0}"/>
              </a:ext>
            </a:extLst>
          </p:cNvPr>
          <p:cNvSpPr>
            <a:spLocks xmlns:a="http://schemas.openxmlformats.org/drawingml/2006/main" noGrp="1"/>
          </p:cNvSpPr>
          <p:nvPr/>
        </p:nvSpPr>
        <p:spPr>
          <a:xfrm xmlns:a="http://schemas.openxmlformats.org/drawingml/2006/main">
            <a:off x="1311402" y="2816352"/>
            <a:ext cx="596646" cy="596646"/>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21309">
            <a:solidFill>
              <a:srgbClr val="A3BCAB"/>
            </a:solidFill>
            <a:prstDash val="solid"/>
          </a:ln>
        </p:spPr>
      </p:sp>
      <p:sp>
        <p:nvSpPr>
          <p:cNvPr id="6" name="!!flow-label-0">
            <a:extLst xmlns:a="http://schemas.openxmlformats.org/drawingml/2006/main">
              <a:ext uri="{FF2B5EF4-FFF2-40B4-BE49-F238E27FC236}">
                <a16:creationId xmlns:a16="http://schemas.microsoft.com/office/drawing/2014/main" id="{190C63F6-532C-4C6F-A0BE-48ABF412177E}"/>
              </a:ext>
            </a:extLst>
          </p:cNvPr>
          <p:cNvSpPr>
            <a:spLocks xmlns:a="http://schemas.openxmlformats.org/drawingml/2006/main" noGrp="1"/>
          </p:cNvSpPr>
          <p:nvPr/>
        </p:nvSpPr>
        <p:spPr>
          <a:xfrm xmlns:a="http://schemas.openxmlformats.org/drawingml/2006/main">
            <a:off x="48577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xmlns:a="http://schemas.openxmlformats.org/drawingml/2006/main">
              <a:ext uri="{FF2B5EF4-FFF2-40B4-BE49-F238E27FC236}">
                <a16:creationId xmlns:a16="http://schemas.microsoft.com/office/drawing/2014/main" id="{3D562147-1EA3-425C-8329-9160DDC22858}"/>
              </a:ext>
            </a:extLst>
          </p:cNvPr>
          <p:cNvSpPr>
            <a:spLocks xmlns:a="http://schemas.openxmlformats.org/drawingml/2006/main" noGrp="1"/>
          </p:cNvSpPr>
          <p:nvPr/>
        </p:nvSpPr>
        <p:spPr>
          <a:xfrm xmlns:a="http://schemas.openxmlformats.org/drawingml/2006/main">
            <a:off x="3848100"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8" name="!!flow-1-icon-0">
            <a:extLst xmlns:a="http://schemas.openxmlformats.org/drawingml/2006/main">
              <a:ext uri="{FF2B5EF4-FFF2-40B4-BE49-F238E27FC236}">
                <a16:creationId xmlns:a16="http://schemas.microsoft.com/office/drawing/2014/main" id="{10B0AEB9-9162-4873-8A2F-9B5F12E6574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21309">
            <a:solidFill>
              <a:srgbClr val="A3BCAB"/>
            </a:solidFill>
            <a:prstDash val="solid"/>
          </a:ln>
        </p:spPr>
      </p:sp>
      <p:sp>
        <p:nvSpPr>
          <p:cNvPr id="9" name="!!flow-1-icon-1">
            <a:extLst xmlns:a="http://schemas.openxmlformats.org/drawingml/2006/main">
              <a:ext uri="{FF2B5EF4-FFF2-40B4-BE49-F238E27FC236}">
                <a16:creationId xmlns:a16="http://schemas.microsoft.com/office/drawing/2014/main" id="{54254E10-F2C4-4BE3-A2B0-2954C6D2FBC2}"/>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21309">
            <a:solidFill>
              <a:srgbClr val="A3BCAB"/>
            </a:solidFill>
            <a:prstDash val="solid"/>
          </a:ln>
        </p:spPr>
      </p:sp>
      <p:sp>
        <p:nvSpPr>
          <p:cNvPr id="10" name="!!flow-1-icon-2">
            <a:extLst xmlns:a="http://schemas.openxmlformats.org/drawingml/2006/main">
              <a:ext uri="{FF2B5EF4-FFF2-40B4-BE49-F238E27FC236}">
                <a16:creationId xmlns:a16="http://schemas.microsoft.com/office/drawing/2014/main" id="{4968CC20-FCE8-4F46-8F0C-A4F62D49FFC0}"/>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21309">
            <a:solidFill>
              <a:srgbClr val="A3BCAB"/>
            </a:solidFill>
            <a:prstDash val="solid"/>
          </a:ln>
        </p:spPr>
      </p:sp>
      <p:sp>
        <p:nvSpPr>
          <p:cNvPr id="11" name="!!flow-1-icon-3">
            <a:extLst xmlns:a="http://schemas.openxmlformats.org/drawingml/2006/main">
              <a:ext uri="{FF2B5EF4-FFF2-40B4-BE49-F238E27FC236}">
                <a16:creationId xmlns:a16="http://schemas.microsoft.com/office/drawing/2014/main" id="{7CB05A56-F233-49DB-AD3F-29FC114DB9CB}"/>
              </a:ext>
            </a:extLst>
          </p:cNvPr>
          <p:cNvSpPr>
            <a:spLocks xmlns:a="http://schemas.openxmlformats.org/drawingml/2006/main" noGrp="1"/>
          </p:cNvSpPr>
          <p:nvPr/>
        </p:nvSpPr>
        <p:spPr>
          <a:xfrm xmlns:a="http://schemas.openxmlformats.org/drawingml/2006/main">
            <a:off x="4102227" y="2816352"/>
            <a:ext cx="596646" cy="59664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21309">
            <a:solidFill>
              <a:srgbClr val="A3BCAB"/>
            </a:solidFill>
            <a:prstDash val="solid"/>
          </a:ln>
        </p:spPr>
      </p:sp>
      <p:sp>
        <p:nvSpPr>
          <p:cNvPr id="12" name="!!flow-label-1">
            <a:extLst xmlns:a="http://schemas.openxmlformats.org/drawingml/2006/main">
              <a:ext uri="{FF2B5EF4-FFF2-40B4-BE49-F238E27FC236}">
                <a16:creationId xmlns:a16="http://schemas.microsoft.com/office/drawing/2014/main" id="{622BDDA8-9A23-420C-B99C-E8C41E92E4A0}"/>
              </a:ext>
            </a:extLst>
          </p:cNvPr>
          <p:cNvSpPr>
            <a:spLocks xmlns:a="http://schemas.openxmlformats.org/drawingml/2006/main" noGrp="1"/>
          </p:cNvSpPr>
          <p:nvPr/>
        </p:nvSpPr>
        <p:spPr>
          <a:xfrm xmlns:a="http://schemas.openxmlformats.org/drawingml/2006/main">
            <a:off x="327660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xmlns:a="http://schemas.openxmlformats.org/drawingml/2006/main" id="4" idx="6"/>
            <a:endCxn xmlns:a="http://schemas.openxmlformats.org/drawingml/2006/main" id="7" idx="2"/>
          </p:cNvCxnSpPr>
          <p:nvPr/>
        </p:nvCxnSpPr>
        <p:spPr>
          <a:xfrm xmlns:a="http://schemas.openxmlformats.org/drawingml/2006/main">
            <a:off x="2162175"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4" name="!!flow-2-selection">
            <a:extLst xmlns:a="http://schemas.openxmlformats.org/drawingml/2006/main">
              <a:ext uri="{FF2B5EF4-FFF2-40B4-BE49-F238E27FC236}">
                <a16:creationId xmlns:a16="http://schemas.microsoft.com/office/drawing/2014/main" id="{C87CB70C-7573-49C6-92D1-7F65F7DBE93D}"/>
              </a:ext>
            </a:extLst>
          </p:cNvPr>
          <p:cNvSpPr>
            <a:spLocks xmlns:a="http://schemas.openxmlformats.org/drawingml/2006/main" noGrp="1"/>
          </p:cNvSpPr>
          <p:nvPr/>
        </p:nvSpPr>
        <p:spPr>
          <a:xfrm xmlns:a="http://schemas.openxmlformats.org/drawingml/2006/main">
            <a:off x="6638925" y="25622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5" name="!!flow-2-icon-0">
            <a:extLst xmlns:a="http://schemas.openxmlformats.org/drawingml/2006/main">
              <a:ext uri="{FF2B5EF4-FFF2-40B4-BE49-F238E27FC236}">
                <a16:creationId xmlns:a16="http://schemas.microsoft.com/office/drawing/2014/main" id="{BCEBC7B9-6419-4DB4-97B8-D2F55B07E6EF}"/>
              </a:ext>
            </a:extLst>
          </p:cNvPr>
          <p:cNvSpPr>
            <a:spLocks xmlns:a="http://schemas.openxmlformats.org/drawingml/2006/main" noGrp="1"/>
          </p:cNvSpPr>
          <p:nvPr/>
        </p:nvSpPr>
        <p:spPr>
          <a:xfrm xmlns:a="http://schemas.openxmlformats.org/drawingml/2006/main">
            <a:off x="6942773" y="2866073"/>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6" name="!!flow-2-icon-1">
            <a:extLst xmlns:a="http://schemas.openxmlformats.org/drawingml/2006/main">
              <a:ext uri="{FF2B5EF4-FFF2-40B4-BE49-F238E27FC236}">
                <a16:creationId xmlns:a16="http://schemas.microsoft.com/office/drawing/2014/main" id="{4AAFF4DA-D10F-4357-A267-D7591E1E7250}"/>
              </a:ext>
            </a:extLst>
          </p:cNvPr>
          <p:cNvSpPr>
            <a:spLocks xmlns:a="http://schemas.openxmlformats.org/drawingml/2006/main" noGrp="1"/>
          </p:cNvSpPr>
          <p:nvPr/>
        </p:nvSpPr>
        <p:spPr>
          <a:xfrm xmlns:a="http://schemas.openxmlformats.org/drawingml/2006/main">
            <a:off x="6893052" y="2816352"/>
            <a:ext cx="596646" cy="596646"/>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21309">
            <a:solidFill>
              <a:srgbClr val="A3BCAB"/>
            </a:solidFill>
            <a:prstDash val="solid"/>
          </a:ln>
        </p:spPr>
      </p:sp>
      <p:sp>
        <p:nvSpPr>
          <p:cNvPr id="17" name="!!flow-label-2">
            <a:extLst xmlns:a="http://schemas.openxmlformats.org/drawingml/2006/main">
              <a:ext uri="{FF2B5EF4-FFF2-40B4-BE49-F238E27FC236}">
                <a16:creationId xmlns:a16="http://schemas.microsoft.com/office/drawing/2014/main" id="{80EC7D9C-27AC-4FB7-B5F3-B46903ACD7C8}"/>
              </a:ext>
            </a:extLst>
          </p:cNvPr>
          <p:cNvSpPr>
            <a:spLocks xmlns:a="http://schemas.openxmlformats.org/drawingml/2006/main" noGrp="1"/>
          </p:cNvSpPr>
          <p:nvPr/>
        </p:nvSpPr>
        <p:spPr>
          <a:xfrm xmlns:a="http://schemas.openxmlformats.org/drawingml/2006/main">
            <a:off x="6067425"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xmlns:a="http://schemas.openxmlformats.org/drawingml/2006/main" id="7" idx="6"/>
            <a:endCxn xmlns:a="http://schemas.openxmlformats.org/drawingml/2006/main" id="14" idx="2"/>
          </p:cNvCxnSpPr>
          <p:nvPr/>
        </p:nvCxnSpPr>
        <p:spPr>
          <a:xfrm xmlns:a="http://schemas.openxmlformats.org/drawingml/2006/main">
            <a:off x="4953000" y="31146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flow-3-selection">
            <a:extLst xmlns:a="http://schemas.openxmlformats.org/drawingml/2006/main">
              <a:ext uri="{FF2B5EF4-FFF2-40B4-BE49-F238E27FC236}">
                <a16:creationId xmlns:a16="http://schemas.microsoft.com/office/drawing/2014/main" id="{C67C84E1-5AF4-4B6C-86F2-F1ACEC3D7A64}"/>
              </a:ext>
            </a:extLst>
          </p:cNvPr>
          <p:cNvSpPr>
            <a:spLocks xmlns:a="http://schemas.openxmlformats.org/drawingml/2006/main" noGrp="1"/>
          </p:cNvSpPr>
          <p:nvPr/>
        </p:nvSpPr>
        <p:spPr>
          <a:xfrm xmlns:a="http://schemas.openxmlformats.org/drawingml/2006/main">
            <a:off x="9286875" y="24193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flow-3-icon-0">
            <a:extLst xmlns:a="http://schemas.openxmlformats.org/drawingml/2006/main">
              <a:ext uri="{FF2B5EF4-FFF2-40B4-BE49-F238E27FC236}">
                <a16:creationId xmlns:a16="http://schemas.microsoft.com/office/drawing/2014/main" id="{18A7F6C5-73BA-49BC-AF19-27DDAFFF0FCB}"/>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26820">
            <a:solidFill>
              <a:srgbClr val="FFFFFF"/>
            </a:solidFill>
            <a:prstDash val="solid"/>
          </a:ln>
        </p:spPr>
      </p:sp>
      <p:sp>
        <p:nvSpPr>
          <p:cNvPr id="21" name="!!flow-3-icon-1">
            <a:extLst xmlns:a="http://schemas.openxmlformats.org/drawingml/2006/main">
              <a:ext uri="{FF2B5EF4-FFF2-40B4-BE49-F238E27FC236}">
                <a16:creationId xmlns:a16="http://schemas.microsoft.com/office/drawing/2014/main" id="{6316A285-305B-4352-A481-09E4B560D0E4}"/>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26820">
            <a:solidFill>
              <a:srgbClr val="FFFFFF"/>
            </a:solidFill>
            <a:prstDash val="solid"/>
          </a:ln>
        </p:spPr>
      </p:sp>
      <p:sp>
        <p:nvSpPr>
          <p:cNvPr id="22" name="!!flow-3-icon-2">
            <a:extLst xmlns:a="http://schemas.openxmlformats.org/drawingml/2006/main">
              <a:ext uri="{FF2B5EF4-FFF2-40B4-BE49-F238E27FC236}">
                <a16:creationId xmlns:a16="http://schemas.microsoft.com/office/drawing/2014/main" id="{11E5284B-F0F1-4E97-B17F-7E661C508B63}"/>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26820">
            <a:solidFill>
              <a:srgbClr val="FFFFFF"/>
            </a:solidFill>
            <a:prstDash val="solid"/>
          </a:ln>
        </p:spPr>
      </p:sp>
      <p:sp>
        <p:nvSpPr>
          <p:cNvPr id="23" name="!!flow-3-icon-3">
            <a:extLst xmlns:a="http://schemas.openxmlformats.org/drawingml/2006/main">
              <a:ext uri="{FF2B5EF4-FFF2-40B4-BE49-F238E27FC236}">
                <a16:creationId xmlns:a16="http://schemas.microsoft.com/office/drawing/2014/main" id="{F3291014-4C85-4A34-9A34-0E275B8D9800}"/>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26820">
            <a:solidFill>
              <a:srgbClr val="FFFFFF"/>
            </a:solidFill>
            <a:prstDash val="solid"/>
          </a:ln>
        </p:spPr>
      </p:sp>
      <p:sp>
        <p:nvSpPr>
          <p:cNvPr id="24" name="!!flow-3-icon-4">
            <a:extLst xmlns:a="http://schemas.openxmlformats.org/drawingml/2006/main">
              <a:ext uri="{FF2B5EF4-FFF2-40B4-BE49-F238E27FC236}">
                <a16:creationId xmlns:a16="http://schemas.microsoft.com/office/drawing/2014/main" id="{ABACAEAA-F057-44C2-AE50-26FF165FFD88}"/>
              </a:ext>
            </a:extLst>
          </p:cNvPr>
          <p:cNvSpPr>
            <a:spLocks xmlns:a="http://schemas.openxmlformats.org/drawingml/2006/main" noGrp="1"/>
          </p:cNvSpPr>
          <p:nvPr/>
        </p:nvSpPr>
        <p:spPr>
          <a:xfrm xmlns:a="http://schemas.openxmlformats.org/drawingml/2006/main">
            <a:off x="9606725" y="2739200"/>
            <a:ext cx="750951" cy="750951"/>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26820">
            <a:solidFill>
              <a:srgbClr val="FFFFFF"/>
            </a:solidFill>
            <a:prstDash val="solid"/>
          </a:ln>
        </p:spPr>
      </p:sp>
      <p:sp>
        <p:nvSpPr>
          <p:cNvPr id="25" name="!!flow-label-3">
            <a:extLst xmlns:a="http://schemas.openxmlformats.org/drawingml/2006/main">
              <a:ext uri="{FF2B5EF4-FFF2-40B4-BE49-F238E27FC236}">
                <a16:creationId xmlns:a16="http://schemas.microsoft.com/office/drawing/2014/main" id="{680F69C5-D6DA-4023-BCEE-6181945D1DF7}"/>
              </a:ext>
            </a:extLst>
          </p:cNvPr>
          <p:cNvSpPr>
            <a:spLocks xmlns:a="http://schemas.openxmlformats.org/drawingml/2006/main" noGrp="1"/>
          </p:cNvSpPr>
          <p:nvPr/>
        </p:nvSpPr>
        <p:spPr>
          <a:xfrm xmlns:a="http://schemas.openxmlformats.org/drawingml/2006/main">
            <a:off x="8858250" y="40576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xmlns:a="http://schemas.openxmlformats.org/drawingml/2006/main" id="14" idx="6"/>
            <a:endCxn xmlns:a="http://schemas.openxmlformats.org/drawingml/2006/main" id="19" idx="2"/>
          </p:cNvCxnSpPr>
          <p:nvPr/>
        </p:nvCxnSpPr>
        <p:spPr>
          <a:xfrm xmlns:a="http://schemas.openxmlformats.org/drawingml/2006/main">
            <a:off x="7743825" y="31146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7" name="!!flow-note">
            <a:extLst xmlns:a="http://schemas.openxmlformats.org/drawingml/2006/main">
              <a:ext uri="{FF2B5EF4-FFF2-40B4-BE49-F238E27FC236}">
                <a16:creationId xmlns:a16="http://schemas.microsoft.com/office/drawing/2014/main" id="{A199C694-67C4-423F-905E-E5402D7CA20E}"/>
              </a:ext>
            </a:extLst>
          </p:cNvPr>
          <p:cNvSpPr>
            <a:spLocks xmlns:a="http://schemas.openxmlformats.org/drawingml/2006/main" noGrp="1"/>
          </p:cNvSpPr>
          <p:nvPr/>
        </p:nvSpPr>
        <p:spPr>
          <a:xfrm xmlns:a="http://schemas.openxmlformats.org/drawingml/2006/main">
            <a:off x="609600" y="53244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xmlns:a="http://schemas.openxmlformats.org/drawingml/2006/main">
              <a:ext uri="{FF2B5EF4-FFF2-40B4-BE49-F238E27FC236}">
                <a16:creationId xmlns:a16="http://schemas.microsoft.com/office/drawing/2014/main" id="{D7C8FC48-D2EA-42FA-BFDA-8696FEB6B3D0}"/>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xmlns:a="http://schemas.openxmlformats.org/drawingml/2006/main">
              <a:ext uri="{FF2B5EF4-FFF2-40B4-BE49-F238E27FC236}">
                <a16:creationId xmlns:a16="http://schemas.microsoft.com/office/drawing/2014/main" id="{0F38173F-B4CC-4970-918C-91DAB9E92A83}"/>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ded4afec3b9d4b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F8752A9F-B044-4BCE-ABBD-3EACDB1B0B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xmlns:a="http://schemas.openxmlformats.org/drawingml/2006/main" noChangeAspect="1"/>
          </p:cNvPicPr>
          <p:nvPr/>
        </p:nvPicPr>
        <p:blipFill>
          <a:blip xmlns:r="http://schemas.openxmlformats.org/officeDocument/2006/relationships" xmlns:a="http://schemas.openxmlformats.org/drawingml/2006/main" r:embed="Rfcfafd7cbbdc4c63"/>
          <a:stretch xmlns:a="http://schemas.openxmlformats.org/drawingml/2006/main"/>
        </p:blipFill>
        <p:spPr>
          <a:xfrm xmlns:a="http://schemas.openxmlformats.org/drawingml/2006/main">
            <a:off x="6612823" y="2133600"/>
            <a:ext cx="4300355" cy="3162300"/>
          </a:xfrm>
          <a:prstGeom xmlns:a="http://schemas.openxmlformats.org/drawingml/2006/main" prst="rect">
            <a:avLst/>
          </a:prstGeom>
        </p:spPr>
      </p:pic>
      <p:sp>
        <p:nvSpPr>
          <p:cNvPr id="4" name="!!field-0-selection">
            <a:extLst xmlns:a="http://schemas.openxmlformats.org/drawingml/2006/main">
              <a:ext uri="{FF2B5EF4-FFF2-40B4-BE49-F238E27FC236}">
                <a16:creationId xmlns:a16="http://schemas.microsoft.com/office/drawing/2014/main" id="{D710E56E-E0F5-4D3E-B1A7-4E10893660CE}"/>
              </a:ext>
            </a:extLst>
          </p:cNvPr>
          <p:cNvSpPr>
            <a:spLocks xmlns:a="http://schemas.openxmlformats.org/drawingml/2006/main" noGrp="1"/>
          </p:cNvSpPr>
          <p:nvPr/>
        </p:nvSpPr>
        <p:spPr>
          <a:xfrm xmlns:a="http://schemas.openxmlformats.org/drawingml/2006/main">
            <a:off x="666750" y="207645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field-0-icon-0">
            <a:extLst xmlns:a="http://schemas.openxmlformats.org/drawingml/2006/main">
              <a:ext uri="{FF2B5EF4-FFF2-40B4-BE49-F238E27FC236}">
                <a16:creationId xmlns:a16="http://schemas.microsoft.com/office/drawing/2014/main" id="{C9EF8C15-8BB3-4E30-BE7A-56E0D279DCDB}"/>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166447"/>
            </a:solidFill>
            <a:prstDash val="solid"/>
          </a:ln>
        </p:spPr>
      </p:sp>
      <p:sp>
        <p:nvSpPr>
          <p:cNvPr id="6" name="!!field-0-icon-1">
            <a:extLst xmlns:a="http://schemas.openxmlformats.org/drawingml/2006/main">
              <a:ext uri="{FF2B5EF4-FFF2-40B4-BE49-F238E27FC236}">
                <a16:creationId xmlns:a16="http://schemas.microsoft.com/office/drawing/2014/main" id="{8707C964-A6C9-4EA9-9F75-CD230D168C45}"/>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166447"/>
            </a:solidFill>
            <a:prstDash val="solid"/>
          </a:ln>
        </p:spPr>
      </p:sp>
      <p:sp>
        <p:nvSpPr>
          <p:cNvPr id="7" name="!!field-0-icon-2">
            <a:extLst xmlns:a="http://schemas.openxmlformats.org/drawingml/2006/main">
              <a:ext uri="{FF2B5EF4-FFF2-40B4-BE49-F238E27FC236}">
                <a16:creationId xmlns:a16="http://schemas.microsoft.com/office/drawing/2014/main" id="{240BA6A6-64D9-497A-A164-6C72CEABC536}"/>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166447"/>
            </a:solidFill>
            <a:prstDash val="solid"/>
          </a:ln>
        </p:spPr>
      </p:sp>
      <p:sp>
        <p:nvSpPr>
          <p:cNvPr id="8" name="!!field-0-icon-3">
            <a:extLst xmlns:a="http://schemas.openxmlformats.org/drawingml/2006/main">
              <a:ext uri="{FF2B5EF4-FFF2-40B4-BE49-F238E27FC236}">
                <a16:creationId xmlns:a16="http://schemas.microsoft.com/office/drawing/2014/main" id="{E362D558-DB8B-4F00-8120-07D32181A61E}"/>
              </a:ext>
            </a:extLst>
          </p:cNvPr>
          <p:cNvSpPr>
            <a:spLocks xmlns:a="http://schemas.openxmlformats.org/drawingml/2006/main" noGrp="1"/>
          </p:cNvSpPr>
          <p:nvPr/>
        </p:nvSpPr>
        <p:spPr>
          <a:xfrm xmlns:a="http://schemas.openxmlformats.org/drawingml/2006/main">
            <a:off x="780669" y="2190369"/>
            <a:ext cx="267462" cy="267462"/>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166447"/>
            </a:solidFill>
            <a:prstDash val="solid"/>
          </a:ln>
        </p:spPr>
      </p:sp>
      <p:sp>
        <p:nvSpPr>
          <p:cNvPr id="9" name="!!field-label-0">
            <a:extLst xmlns:a="http://schemas.openxmlformats.org/drawingml/2006/main">
              <a:ext uri="{FF2B5EF4-FFF2-40B4-BE49-F238E27FC236}">
                <a16:creationId xmlns:a16="http://schemas.microsoft.com/office/drawing/2014/main" id="{3481E4D0-2AEB-4CB3-9BBD-BB1CFD82BA2D}"/>
              </a:ext>
            </a:extLst>
          </p:cNvPr>
          <p:cNvSpPr>
            <a:spLocks xmlns:a="http://schemas.openxmlformats.org/drawingml/2006/main" noGrp="1"/>
          </p:cNvSpPr>
          <p:nvPr/>
        </p:nvSpPr>
        <p:spPr>
          <a:xfrm xmlns:a="http://schemas.openxmlformats.org/drawingml/2006/main">
            <a:off x="1371600" y="195262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xmlns:a="http://schemas.openxmlformats.org/drawingml/2006/main">
              <a:ext uri="{FF2B5EF4-FFF2-40B4-BE49-F238E27FC236}">
                <a16:creationId xmlns:a16="http://schemas.microsoft.com/office/drawing/2014/main" id="{89B7E6A9-7691-4FDE-AC1E-89F6F1496B9B}"/>
              </a:ext>
            </a:extLst>
          </p:cNvPr>
          <p:cNvSpPr>
            <a:spLocks xmlns:a="http://schemas.openxmlformats.org/drawingml/2006/main" noGrp="1"/>
          </p:cNvSpPr>
          <p:nvPr/>
        </p:nvSpPr>
        <p:spPr>
          <a:xfrm xmlns:a="http://schemas.openxmlformats.org/drawingml/2006/main">
            <a:off x="1371600" y="230505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xmlns:a="http://schemas.openxmlformats.org/drawingml/2006/main">
              <a:ext uri="{FF2B5EF4-FFF2-40B4-BE49-F238E27FC236}">
                <a16:creationId xmlns:a16="http://schemas.microsoft.com/office/drawing/2014/main" id="{3D428A24-1AA9-4832-BCA1-00B3ACDEED5B}"/>
              </a:ext>
            </a:extLst>
          </p:cNvPr>
          <p:cNvSpPr>
            <a:spLocks xmlns:a="http://schemas.openxmlformats.org/drawingml/2006/main" noGrp="1"/>
          </p:cNvSpPr>
          <p:nvPr/>
        </p:nvSpPr>
        <p:spPr>
          <a:xfrm xmlns:a="http://schemas.openxmlformats.org/drawingml/2006/main">
            <a:off x="666750" y="3076575"/>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field-1-icon-0">
            <a:extLst xmlns:a="http://schemas.openxmlformats.org/drawingml/2006/main">
              <a:ext uri="{FF2B5EF4-FFF2-40B4-BE49-F238E27FC236}">
                <a16:creationId xmlns:a16="http://schemas.microsoft.com/office/drawing/2014/main" id="{6CB7A44F-B785-4B76-A862-B51E1EFED46C}"/>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19050">
            <a:solidFill>
              <a:srgbClr val="166447"/>
            </a:solidFill>
            <a:prstDash val="solid"/>
          </a:ln>
        </p:spPr>
      </p:sp>
      <p:sp>
        <p:nvSpPr>
          <p:cNvPr id="13" name="!!field-1-icon-1">
            <a:extLst xmlns:a="http://schemas.openxmlformats.org/drawingml/2006/main">
              <a:ext uri="{FF2B5EF4-FFF2-40B4-BE49-F238E27FC236}">
                <a16:creationId xmlns:a16="http://schemas.microsoft.com/office/drawing/2014/main" id="{CFAE4E59-D1FE-4740-A6BC-6440AF702DE6}"/>
              </a:ext>
            </a:extLst>
          </p:cNvPr>
          <p:cNvSpPr>
            <a:spLocks xmlns:a="http://schemas.openxmlformats.org/drawingml/2006/main" noGrp="1"/>
          </p:cNvSpPr>
          <p:nvPr/>
        </p:nvSpPr>
        <p:spPr>
          <a:xfrm xmlns:a="http://schemas.openxmlformats.org/drawingml/2006/main">
            <a:off x="780669" y="3190494"/>
            <a:ext cx="267462" cy="267462"/>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19050">
            <a:solidFill>
              <a:srgbClr val="166447"/>
            </a:solidFill>
            <a:prstDash val="solid"/>
          </a:ln>
        </p:spPr>
      </p:sp>
      <p:sp>
        <p:nvSpPr>
          <p:cNvPr id="14" name="!!field-label-1">
            <a:extLst xmlns:a="http://schemas.openxmlformats.org/drawingml/2006/main">
              <a:ext uri="{FF2B5EF4-FFF2-40B4-BE49-F238E27FC236}">
                <a16:creationId xmlns:a16="http://schemas.microsoft.com/office/drawing/2014/main" id="{9CD256B4-599A-4E69-ACE7-C651F59D999D}"/>
              </a:ext>
            </a:extLst>
          </p:cNvPr>
          <p:cNvSpPr>
            <a:spLocks xmlns:a="http://schemas.openxmlformats.org/drawingml/2006/main" noGrp="1"/>
          </p:cNvSpPr>
          <p:nvPr/>
        </p:nvSpPr>
        <p:spPr>
          <a:xfrm xmlns:a="http://schemas.openxmlformats.org/drawingml/2006/main">
            <a:off x="1371600" y="295275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xmlns:a="http://schemas.openxmlformats.org/drawingml/2006/main">
              <a:ext uri="{FF2B5EF4-FFF2-40B4-BE49-F238E27FC236}">
                <a16:creationId xmlns:a16="http://schemas.microsoft.com/office/drawing/2014/main" id="{423E4421-2150-4AE7-9034-695F1620E8E1}"/>
              </a:ext>
            </a:extLst>
          </p:cNvPr>
          <p:cNvSpPr>
            <a:spLocks xmlns:a="http://schemas.openxmlformats.org/drawingml/2006/main" noGrp="1"/>
          </p:cNvSpPr>
          <p:nvPr/>
        </p:nvSpPr>
        <p:spPr>
          <a:xfrm xmlns:a="http://schemas.openxmlformats.org/drawingml/2006/main">
            <a:off x="1371600" y="330517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xmlns:a="http://schemas.openxmlformats.org/drawingml/2006/main">
              <a:ext uri="{FF2B5EF4-FFF2-40B4-BE49-F238E27FC236}">
                <a16:creationId xmlns:a16="http://schemas.microsoft.com/office/drawing/2014/main" id="{17B0D108-1497-480C-9532-BE267D377BF7}"/>
              </a:ext>
            </a:extLst>
          </p:cNvPr>
          <p:cNvSpPr>
            <a:spLocks xmlns:a="http://schemas.openxmlformats.org/drawingml/2006/main" noGrp="1"/>
          </p:cNvSpPr>
          <p:nvPr/>
        </p:nvSpPr>
        <p:spPr>
          <a:xfrm xmlns:a="http://schemas.openxmlformats.org/drawingml/2006/main">
            <a:off x="666750" y="4076700"/>
            <a:ext cx="495300" cy="4953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7" name="!!field-2-icon-0">
            <a:extLst xmlns:a="http://schemas.openxmlformats.org/drawingml/2006/main">
              <a:ext uri="{FF2B5EF4-FFF2-40B4-BE49-F238E27FC236}">
                <a16:creationId xmlns:a16="http://schemas.microsoft.com/office/drawing/2014/main" id="{75E0AD48-B4E0-474E-80E1-29E3556333BE}"/>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166447"/>
            </a:solidFill>
            <a:prstDash val="solid"/>
          </a:ln>
        </p:spPr>
      </p:sp>
      <p:sp>
        <p:nvSpPr>
          <p:cNvPr id="18" name="!!field-2-icon-1">
            <a:extLst xmlns:a="http://schemas.openxmlformats.org/drawingml/2006/main">
              <a:ext uri="{FF2B5EF4-FFF2-40B4-BE49-F238E27FC236}">
                <a16:creationId xmlns:a16="http://schemas.microsoft.com/office/drawing/2014/main" id="{0BB7E097-5D09-4B7F-84EE-72592BC08CCD}"/>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166447"/>
            </a:solidFill>
            <a:prstDash val="solid"/>
          </a:ln>
        </p:spPr>
      </p:sp>
      <p:sp>
        <p:nvSpPr>
          <p:cNvPr id="19" name="!!field-2-icon-2">
            <a:extLst xmlns:a="http://schemas.openxmlformats.org/drawingml/2006/main">
              <a:ext uri="{FF2B5EF4-FFF2-40B4-BE49-F238E27FC236}">
                <a16:creationId xmlns:a16="http://schemas.microsoft.com/office/drawing/2014/main" id="{D5B79981-AFE5-4945-9865-6F53FEB1B4A9}"/>
              </a:ext>
            </a:extLst>
          </p:cNvPr>
          <p:cNvSpPr>
            <a:spLocks xmlns:a="http://schemas.openxmlformats.org/drawingml/2006/main" noGrp="1"/>
          </p:cNvSpPr>
          <p:nvPr/>
        </p:nvSpPr>
        <p:spPr>
          <a:xfrm xmlns:a="http://schemas.openxmlformats.org/drawingml/2006/main">
            <a:off x="780669" y="4190619"/>
            <a:ext cx="267462" cy="267462"/>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166447"/>
            </a:solidFill>
            <a:prstDash val="solid"/>
          </a:ln>
        </p:spPr>
      </p:sp>
      <p:sp>
        <p:nvSpPr>
          <p:cNvPr id="20" name="!!field-label-2">
            <a:extLst xmlns:a="http://schemas.openxmlformats.org/drawingml/2006/main">
              <a:ext uri="{FF2B5EF4-FFF2-40B4-BE49-F238E27FC236}">
                <a16:creationId xmlns:a16="http://schemas.microsoft.com/office/drawing/2014/main" id="{485EFC86-9088-42AD-8A66-185D3724045A}"/>
              </a:ext>
            </a:extLst>
          </p:cNvPr>
          <p:cNvSpPr>
            <a:spLocks xmlns:a="http://schemas.openxmlformats.org/drawingml/2006/main" noGrp="1"/>
          </p:cNvSpPr>
          <p:nvPr/>
        </p:nvSpPr>
        <p:spPr>
          <a:xfrm xmlns:a="http://schemas.openxmlformats.org/drawingml/2006/main">
            <a:off x="1371600" y="3952875"/>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xmlns:a="http://schemas.openxmlformats.org/drawingml/2006/main">
              <a:ext uri="{FF2B5EF4-FFF2-40B4-BE49-F238E27FC236}">
                <a16:creationId xmlns:a16="http://schemas.microsoft.com/office/drawing/2014/main" id="{C067D7AD-8720-4FE4-A94D-75F8075EFCC1}"/>
              </a:ext>
            </a:extLst>
          </p:cNvPr>
          <p:cNvSpPr>
            <a:spLocks xmlns:a="http://schemas.openxmlformats.org/drawingml/2006/main" noGrp="1"/>
          </p:cNvSpPr>
          <p:nvPr/>
        </p:nvSpPr>
        <p:spPr>
          <a:xfrm xmlns:a="http://schemas.openxmlformats.org/drawingml/2006/main">
            <a:off x="1371600" y="4305300"/>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xmlns:a="http://schemas.openxmlformats.org/drawingml/2006/main">
              <a:ext uri="{FF2B5EF4-FFF2-40B4-BE49-F238E27FC236}">
                <a16:creationId xmlns:a16="http://schemas.microsoft.com/office/drawing/2014/main" id="{E61F8F2A-DF9A-481B-91C2-1A6E08194BC1}"/>
              </a:ext>
            </a:extLst>
          </p:cNvPr>
          <p:cNvSpPr>
            <a:spLocks xmlns:a="http://schemas.openxmlformats.org/drawingml/2006/main" noGrp="1"/>
          </p:cNvSpPr>
          <p:nvPr/>
        </p:nvSpPr>
        <p:spPr>
          <a:xfrm xmlns:a="http://schemas.openxmlformats.org/drawingml/2006/main">
            <a:off x="609600" y="5019675"/>
            <a:ext cx="609600" cy="6096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3" name="!!field-3-icon-0">
            <a:extLst xmlns:a="http://schemas.openxmlformats.org/drawingml/2006/main">
              <a:ext uri="{FF2B5EF4-FFF2-40B4-BE49-F238E27FC236}">
                <a16:creationId xmlns:a16="http://schemas.microsoft.com/office/drawing/2014/main" id="{84B530AF-1388-475D-99A5-252D1673C833}"/>
              </a:ext>
            </a:extLst>
          </p:cNvPr>
          <p:cNvSpPr>
            <a:spLocks xmlns:a="http://schemas.openxmlformats.org/drawingml/2006/main" noGrp="1"/>
          </p:cNvSpPr>
          <p:nvPr/>
        </p:nvSpPr>
        <p:spPr>
          <a:xfrm xmlns:a="http://schemas.openxmlformats.org/drawingml/2006/main">
            <a:off x="777240" y="5187315"/>
            <a:ext cx="274320" cy="274320"/>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24" name="!!field-3-icon-1">
            <a:extLst xmlns:a="http://schemas.openxmlformats.org/drawingml/2006/main">
              <a:ext uri="{FF2B5EF4-FFF2-40B4-BE49-F238E27FC236}">
                <a16:creationId xmlns:a16="http://schemas.microsoft.com/office/drawing/2014/main" id="{727CBF6D-FE27-4D5F-99E6-DE1050DE00F6}"/>
              </a:ext>
            </a:extLst>
          </p:cNvPr>
          <p:cNvSpPr>
            <a:spLocks xmlns:a="http://schemas.openxmlformats.org/drawingml/2006/main" noGrp="1"/>
          </p:cNvSpPr>
          <p:nvPr/>
        </p:nvSpPr>
        <p:spPr>
          <a:xfrm xmlns:a="http://schemas.openxmlformats.org/drawingml/2006/main">
            <a:off x="749808" y="5159883"/>
            <a:ext cx="329184" cy="329184"/>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FFFFFF"/>
            </a:solidFill>
            <a:prstDash val="solid"/>
          </a:ln>
        </p:spPr>
      </p:sp>
      <p:sp>
        <p:nvSpPr>
          <p:cNvPr id="25" name="!!field-label-3">
            <a:extLst xmlns:a="http://schemas.openxmlformats.org/drawingml/2006/main">
              <a:ext uri="{FF2B5EF4-FFF2-40B4-BE49-F238E27FC236}">
                <a16:creationId xmlns:a16="http://schemas.microsoft.com/office/drawing/2014/main" id="{5C926408-BAD8-42C8-B695-1162C45A7ACF}"/>
              </a:ext>
            </a:extLst>
          </p:cNvPr>
          <p:cNvSpPr>
            <a:spLocks xmlns:a="http://schemas.openxmlformats.org/drawingml/2006/main" noGrp="1"/>
          </p:cNvSpPr>
          <p:nvPr/>
        </p:nvSpPr>
        <p:spPr>
          <a:xfrm xmlns:a="http://schemas.openxmlformats.org/drawingml/2006/main">
            <a:off x="1371600" y="4953000"/>
            <a:ext cx="438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xmlns:a="http://schemas.openxmlformats.org/drawingml/2006/main">
              <a:ext uri="{FF2B5EF4-FFF2-40B4-BE49-F238E27FC236}">
                <a16:creationId xmlns:a16="http://schemas.microsoft.com/office/drawing/2014/main" id="{FA1BDA0A-55FF-4D66-ADE8-8514FF467E85}"/>
              </a:ext>
            </a:extLst>
          </p:cNvPr>
          <p:cNvSpPr>
            <a:spLocks xmlns:a="http://schemas.openxmlformats.org/drawingml/2006/main" noGrp="1"/>
          </p:cNvSpPr>
          <p:nvPr/>
        </p:nvSpPr>
        <p:spPr>
          <a:xfrm xmlns:a="http://schemas.openxmlformats.org/drawingml/2006/main">
            <a:off x="1371600" y="5305425"/>
            <a:ext cx="44005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142F24"/>
                </a:solidFill>
                <a:latin typeface="Segoe UI"/>
                <a:ea typeface="Segoe UI"/>
                <a:cs typeface="Segoe UI"/>
              </a:defRPr>
            </a:pPr>
            <a:r>
              <a:rPr sz="2325" b="1">
                <a:solidFill>
                  <a:srgbClr val="142F24"/>
                </a:solidFill>
                <a:latin typeface="Segoe UI"/>
                <a:ea typeface="Segoe UI"/>
                <a:cs typeface="Segoe UI"/>
              </a:rPr>
              <a:t>28/09/2026</a:t>
            </a:r>
          </a:p>
        </p:txBody>
      </p:sp>
      <p:sp>
        <p:nvSpPr>
          <p:cNvPr id="27" name="!!page">
            <a:extLst xmlns:a="http://schemas.openxmlformats.org/drawingml/2006/main">
              <a:ext uri="{FF2B5EF4-FFF2-40B4-BE49-F238E27FC236}">
                <a16:creationId xmlns:a16="http://schemas.microsoft.com/office/drawing/2014/main" id="{7EA3CFA1-7032-4BBD-A18C-0BC2272E525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xmlns:a="http://schemas.openxmlformats.org/drawingml/2006/main">
              <a:ext uri="{FF2B5EF4-FFF2-40B4-BE49-F238E27FC236}">
                <a16:creationId xmlns:a16="http://schemas.microsoft.com/office/drawing/2014/main" id="{C33938C8-DBE6-4325-8920-58CEDE187281}"/>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Ảnh giao diện local ngày 28/09/2026</a:t>
            </a:r>
          </a:p>
        </p:txBody>
      </p:sp>
    </p:spTree>
    <p:extLst>
      <p:ext uri="{BB962C8B-B14F-4D97-AF65-F5344CB8AC3E}">
        <p14:creationId xmlns:p14="http://schemas.microsoft.com/office/powerpoint/2010/main" val="82858248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6.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a660be63b46e4ce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A890CE52-ABA0-4C45-A0E3-BE270A2193F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xmlns:a="http://schemas.openxmlformats.org/drawingml/2006/main">
              <a:ext uri="{FF2B5EF4-FFF2-40B4-BE49-F238E27FC236}">
                <a16:creationId xmlns:a16="http://schemas.microsoft.com/office/drawing/2014/main" id="{AB7FB611-D410-426E-A663-DED5EF85589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file-icon-0">
            <a:extLst xmlns:a="http://schemas.openxmlformats.org/drawingml/2006/main">
              <a:ext uri="{FF2B5EF4-FFF2-40B4-BE49-F238E27FC236}">
                <a16:creationId xmlns:a16="http://schemas.microsoft.com/office/drawing/2014/main" id="{03D22095-B3DF-4A99-B788-B9EDC85C9E8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166447"/>
            </a:solidFill>
            <a:prstDash val="solid"/>
          </a:ln>
        </p:spPr>
      </p:sp>
      <p:sp>
        <p:nvSpPr>
          <p:cNvPr id="5" name="!!file-label">
            <a:extLst xmlns:a="http://schemas.openxmlformats.org/drawingml/2006/main">
              <a:ext uri="{FF2B5EF4-FFF2-40B4-BE49-F238E27FC236}">
                <a16:creationId xmlns:a16="http://schemas.microsoft.com/office/drawing/2014/main" id="{068B55E2-7F81-4891-BA55-E0EB0ED869EE}"/>
              </a:ext>
            </a:extLst>
          </p:cNvPr>
          <p:cNvSpPr>
            <a:spLocks xmlns:a="http://schemas.openxmlformats.org/drawingml/2006/main" noGrp="1"/>
          </p:cNvSpPr>
          <p:nvPr/>
        </p:nvSpPr>
        <p:spPr>
          <a:xfrm xmlns:a="http://schemas.openxmlformats.org/drawingml/2006/main">
            <a:off x="1524000" y="213360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xmlns:a="http://schemas.openxmlformats.org/drawingml/2006/main">
              <a:ext uri="{FF2B5EF4-FFF2-40B4-BE49-F238E27FC236}">
                <a16:creationId xmlns:a16="http://schemas.microsoft.com/office/drawing/2014/main" id="{136B542D-EDD3-4985-8609-7BD9DA7CD2DD}"/>
              </a:ext>
            </a:extLst>
          </p:cNvPr>
          <p:cNvSpPr>
            <a:spLocks xmlns:a="http://schemas.openxmlformats.org/drawingml/2006/main" noGrp="1"/>
          </p:cNvSpPr>
          <p:nvPr/>
        </p:nvSpPr>
        <p:spPr>
          <a:xfrm xmlns:a="http://schemas.openxmlformats.org/drawingml/2006/main">
            <a:off x="1524000" y="270510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xmlns:a="http://schemas.openxmlformats.org/drawingml/2006/main">
              <a:ext uri="{FF2B5EF4-FFF2-40B4-BE49-F238E27FC236}">
                <a16:creationId xmlns:a16="http://schemas.microsoft.com/office/drawing/2014/main" id="{6C1AED66-D234-4F0B-A3A4-9CA17C5E707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8" name="!!source-icon-0">
            <a:extLst xmlns:a="http://schemas.openxmlformats.org/drawingml/2006/main">
              <a:ext uri="{FF2B5EF4-FFF2-40B4-BE49-F238E27FC236}">
                <a16:creationId xmlns:a16="http://schemas.microsoft.com/office/drawing/2014/main" id="{8DDD0D1B-A8E4-416E-B5D8-0DB86D123F1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9" name="!!source-icon-1">
            <a:extLst xmlns:a="http://schemas.openxmlformats.org/drawingml/2006/main">
              <a:ext uri="{FF2B5EF4-FFF2-40B4-BE49-F238E27FC236}">
                <a16:creationId xmlns:a16="http://schemas.microsoft.com/office/drawing/2014/main" id="{F36BC03A-E344-4F17-875C-CE7DB21CDA4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0" name="!!source-icon-2">
            <a:extLst xmlns:a="http://schemas.openxmlformats.org/drawingml/2006/main">
              <a:ext uri="{FF2B5EF4-FFF2-40B4-BE49-F238E27FC236}">
                <a16:creationId xmlns:a16="http://schemas.microsoft.com/office/drawing/2014/main" id="{3E0633DF-75BB-427C-9B76-C17E21A6FEDB}"/>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11" name="!!source-label">
            <a:extLst xmlns:a="http://schemas.openxmlformats.org/drawingml/2006/main">
              <a:ext uri="{FF2B5EF4-FFF2-40B4-BE49-F238E27FC236}">
                <a16:creationId xmlns:a16="http://schemas.microsoft.com/office/drawing/2014/main" id="{78CDF297-2F2B-4545-BFF3-2A31D959F79A}"/>
              </a:ext>
            </a:extLst>
          </p:cNvPr>
          <p:cNvSpPr>
            <a:spLocks xmlns:a="http://schemas.openxmlformats.org/drawingml/2006/main" noGrp="1"/>
          </p:cNvSpPr>
          <p:nvPr/>
        </p:nvSpPr>
        <p:spPr>
          <a:xfrm xmlns:a="http://schemas.openxmlformats.org/drawingml/2006/main">
            <a:off x="1524000" y="3371850"/>
            <a:ext cx="4514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xmlns:a="http://schemas.openxmlformats.org/drawingml/2006/main">
              <a:ext uri="{FF2B5EF4-FFF2-40B4-BE49-F238E27FC236}">
                <a16:creationId xmlns:a16="http://schemas.microsoft.com/office/drawing/2014/main" id="{05F00643-65C7-4D5F-BA45-79C13D7B3A92}"/>
              </a:ext>
            </a:extLst>
          </p:cNvPr>
          <p:cNvSpPr>
            <a:spLocks xmlns:a="http://schemas.openxmlformats.org/drawingml/2006/main" noGrp="1"/>
          </p:cNvSpPr>
          <p:nvPr/>
        </p:nvSpPr>
        <p:spPr>
          <a:xfrm xmlns:a="http://schemas.openxmlformats.org/drawingml/2006/main">
            <a:off x="1524000" y="3943350"/>
            <a:ext cx="4514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xmlns:a="http://schemas.openxmlformats.org/drawingml/2006/main">
              <a:ext uri="{FF2B5EF4-FFF2-40B4-BE49-F238E27FC236}">
                <a16:creationId xmlns:a16="http://schemas.microsoft.com/office/drawing/2014/main" id="{E9B187B0-AB6C-4789-940B-1A11D734CE9D}"/>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4" name="!!evidence-file-icon-0">
            <a:extLst xmlns:a="http://schemas.openxmlformats.org/drawingml/2006/main">
              <a:ext uri="{FF2B5EF4-FFF2-40B4-BE49-F238E27FC236}">
                <a16:creationId xmlns:a16="http://schemas.microsoft.com/office/drawing/2014/main" id="{07246162-BAAE-44CA-A2AF-AE7C984524D9}"/>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47625" y="19050"/>
                </a:moveTo>
                <a:lnTo>
                  <a:pt x="133350" y="19050"/>
                </a:lnTo>
                <a:lnTo>
                  <a:pt x="190500" y="76200"/>
                </a:lnTo>
                <a:lnTo>
                  <a:pt x="190500" y="209550"/>
                </a:lnTo>
                <a:lnTo>
                  <a:pt x="47625" y="209550"/>
                </a:lnTo>
                <a:close/>
              </a:path>
            </a:pathLst>
          </a:custGeom>
          <a:noFill xmlns:a="http://schemas.openxmlformats.org/drawingml/2006/main"/>
          <a:ln xmlns:a="http://schemas.openxmlformats.org/drawingml/2006/main" w="19050">
            <a:solidFill>
              <a:srgbClr val="FFFFFF"/>
            </a:solidFill>
            <a:prstDash val="solid"/>
          </a:ln>
        </p:spPr>
      </p:sp>
      <p:sp>
        <p:nvSpPr>
          <p:cNvPr id="15" name="!!evidence-file-icon-1">
            <a:extLst xmlns:a="http://schemas.openxmlformats.org/drawingml/2006/main">
              <a:ext uri="{FF2B5EF4-FFF2-40B4-BE49-F238E27FC236}">
                <a16:creationId xmlns:a16="http://schemas.microsoft.com/office/drawing/2014/main" id="{B0DB0859-CF78-4B21-857F-43AA04AB6564}"/>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133350" y="19050"/>
                </a:moveTo>
                <a:lnTo>
                  <a:pt x="133350" y="76200"/>
                </a:lnTo>
                <a:lnTo>
                  <a:pt x="190500" y="76200"/>
                </a:lnTo>
              </a:path>
            </a:pathLst>
          </a:custGeom>
          <a:noFill xmlns:a="http://schemas.openxmlformats.org/drawingml/2006/main"/>
          <a:ln xmlns:a="http://schemas.openxmlformats.org/drawingml/2006/main" w="19050">
            <a:solidFill>
              <a:srgbClr val="FFFFFF"/>
            </a:solidFill>
            <a:prstDash val="solid"/>
          </a:ln>
        </p:spPr>
      </p:sp>
      <p:sp>
        <p:nvSpPr>
          <p:cNvPr id="16" name="!!evidence-file-icon-2">
            <a:extLst xmlns:a="http://schemas.openxmlformats.org/drawingml/2006/main">
              <a:ext uri="{FF2B5EF4-FFF2-40B4-BE49-F238E27FC236}">
                <a16:creationId xmlns:a16="http://schemas.microsoft.com/office/drawing/2014/main" id="{EA52E993-179B-4904-BC95-E647CA1674ED}"/>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23825"/>
                </a:moveTo>
                <a:lnTo>
                  <a:pt x="161925" y="123825"/>
                </a:lnTo>
              </a:path>
            </a:pathLst>
          </a:custGeom>
          <a:noFill xmlns:a="http://schemas.openxmlformats.org/drawingml/2006/main"/>
          <a:ln xmlns:a="http://schemas.openxmlformats.org/drawingml/2006/main" w="19050">
            <a:solidFill>
              <a:srgbClr val="FFFFFF"/>
            </a:solidFill>
            <a:prstDash val="solid"/>
          </a:ln>
        </p:spPr>
      </p:sp>
      <p:sp>
        <p:nvSpPr>
          <p:cNvPr id="17" name="!!evidence-file-icon-3">
            <a:extLst xmlns:a="http://schemas.openxmlformats.org/drawingml/2006/main">
              <a:ext uri="{FF2B5EF4-FFF2-40B4-BE49-F238E27FC236}">
                <a16:creationId xmlns:a16="http://schemas.microsoft.com/office/drawing/2014/main" id="{63AED97D-4C6E-45D8-B3D2-8B3C02036E2F}"/>
              </a:ext>
            </a:extLst>
          </p:cNvPr>
          <p:cNvSpPr>
            <a:spLocks xmlns:a="http://schemas.openxmlformats.org/drawingml/2006/main" noGrp="1"/>
          </p:cNvSpPr>
          <p:nvPr/>
        </p:nvSpPr>
        <p:spPr>
          <a:xfrm xmlns:a="http://schemas.openxmlformats.org/drawingml/2006/main">
            <a:off x="766572" y="5119497"/>
            <a:ext cx="390906" cy="390906"/>
          </a:xfrm>
          <a:custGeom xmlns:a="http://schemas.openxmlformats.org/drawingml/2006/main">
            <a:pathLst>
              <a:path w="228600" h="228600">
                <a:moveTo>
                  <a:pt x="76200" y="161925"/>
                </a:moveTo>
                <a:lnTo>
                  <a:pt x="142875" y="161925"/>
                </a:lnTo>
              </a:path>
            </a:pathLst>
          </a:custGeom>
          <a:noFill xmlns:a="http://schemas.openxmlformats.org/drawingml/2006/main"/>
          <a:ln xmlns:a="http://schemas.openxmlformats.org/drawingml/2006/main" w="19050">
            <a:solidFill>
              <a:srgbClr val="FFFFFF"/>
            </a:solidFill>
            <a:prstDash val="solid"/>
          </a:ln>
        </p:spPr>
      </p:sp>
      <p:sp>
        <p:nvSpPr>
          <p:cNvPr id="18" name="!!attachment-limit">
            <a:extLst xmlns:a="http://schemas.openxmlformats.org/drawingml/2006/main">
              <a:ext uri="{FF2B5EF4-FFF2-40B4-BE49-F238E27FC236}">
                <a16:creationId xmlns:a16="http://schemas.microsoft.com/office/drawing/2014/main" id="{C0A58C80-53CE-4ABE-8180-8364306887FB}"/>
              </a:ext>
            </a:extLst>
          </p:cNvPr>
          <p:cNvSpPr>
            <a:spLocks xmlns:a="http://schemas.openxmlformats.org/drawingml/2006/main" noGrp="1"/>
          </p:cNvSpPr>
          <p:nvPr/>
        </p:nvSpPr>
        <p:spPr>
          <a:xfrm xmlns:a="http://schemas.openxmlformats.org/drawingml/2006/main">
            <a:off x="1524000" y="4953000"/>
            <a:ext cx="4429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xmlns:a="http://schemas.openxmlformats.org/drawingml/2006/main">
              <a:ext uri="{FF2B5EF4-FFF2-40B4-BE49-F238E27FC236}">
                <a16:creationId xmlns:a16="http://schemas.microsoft.com/office/drawing/2014/main" id="{2A65FE3D-BBA8-48BF-975C-066A84BA5202}"/>
              </a:ext>
            </a:extLst>
          </p:cNvPr>
          <p:cNvSpPr>
            <a:spLocks xmlns:a="http://schemas.openxmlformats.org/drawingml/2006/main" noGrp="1"/>
          </p:cNvSpPr>
          <p:nvPr/>
        </p:nvSpPr>
        <p:spPr>
          <a:xfrm xmlns:a="http://schemas.openxmlformats.org/drawingml/2006/main">
            <a:off x="1524000" y="5505450"/>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xmlns:a="http://schemas.openxmlformats.org/drawingml/2006/main">
              <a:ext uri="{FF2B5EF4-FFF2-40B4-BE49-F238E27FC236}">
                <a16:creationId xmlns:a16="http://schemas.microsoft.com/office/drawing/2014/main" id="{A21BEF75-D898-429A-92F3-F6067F195F89}"/>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xmlns:a="http://schemas.openxmlformats.org/drawingml/2006/main">
              <a:ext uri="{FF2B5EF4-FFF2-40B4-BE49-F238E27FC236}">
                <a16:creationId xmlns:a16="http://schemas.microsoft.com/office/drawing/2014/main" id="{2B1D07BD-405D-424C-8DC8-9948E47DC71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33" name="!!backdrop"/>
          <p:cNvPicPr>
            <a:picLocks xmlns:a="http://schemas.openxmlformats.org/drawingml/2006/main" noChangeAspect="1"/>
          </p:cNvPicPr>
          <p:nvPr/>
        </p:nvPicPr>
        <p:blipFill>
          <a:blip xmlns:r="http://schemas.openxmlformats.org/officeDocument/2006/relationships" xmlns:a="http://schemas.openxmlformats.org/drawingml/2006/main" r:embed="Rdd5e8c9d2068452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735F70B5-9168-4665-A312-906D3A2754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D540088A-69D0-427E-80FC-B2AC2FDC2454}"/>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xmlns:a="http://schemas.openxmlformats.org/drawingml/2006/main">
              <a:ext uri="{FF2B5EF4-FFF2-40B4-BE49-F238E27FC236}">
                <a16:creationId xmlns:a16="http://schemas.microsoft.com/office/drawing/2014/main" id="{2A9BB37E-32DC-4C48-BC1C-F80CF062663C}"/>
              </a:ext>
            </a:extLst>
          </p:cNvPr>
          <p:cNvSpPr>
            <a:spLocks xmlns:a="http://schemas.openxmlformats.org/drawingml/2006/main" noGrp="1"/>
          </p:cNvSpPr>
          <p:nvPr/>
        </p:nvSpPr>
        <p:spPr>
          <a:xfrm xmlns:a="http://schemas.openxmlformats.org/drawingml/2006/main">
            <a:off x="105727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event-0-icon-0">
            <a:extLst xmlns:a="http://schemas.openxmlformats.org/drawingml/2006/main">
              <a:ext uri="{FF2B5EF4-FFF2-40B4-BE49-F238E27FC236}">
                <a16:creationId xmlns:a16="http://schemas.microsoft.com/office/drawing/2014/main" id="{DB924180-96F7-4C1D-A2AC-649226ABB56B}"/>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xmlns:a="http://schemas.openxmlformats.org/drawingml/2006/main"/>
          <a:ln xmlns:a="http://schemas.openxmlformats.org/drawingml/2006/main" w="21309">
            <a:solidFill>
              <a:srgbClr val="A3BCAB"/>
            </a:solidFill>
            <a:prstDash val="solid"/>
          </a:ln>
        </p:spPr>
      </p:sp>
      <p:sp>
        <p:nvSpPr>
          <p:cNvPr id="6" name="!!event-0-icon-1">
            <a:extLst xmlns:a="http://schemas.openxmlformats.org/drawingml/2006/main">
              <a:ext uri="{FF2B5EF4-FFF2-40B4-BE49-F238E27FC236}">
                <a16:creationId xmlns:a16="http://schemas.microsoft.com/office/drawing/2014/main" id="{3CDCABBF-1E94-40AF-B7B5-F30B42880559}"/>
              </a:ext>
            </a:extLst>
          </p:cNvPr>
          <p:cNvSpPr>
            <a:spLocks xmlns:a="http://schemas.openxmlformats.org/drawingml/2006/main" noGrp="1"/>
          </p:cNvSpPr>
          <p:nvPr/>
        </p:nvSpPr>
        <p:spPr>
          <a:xfrm xmlns:a="http://schemas.openxmlformats.org/drawingml/2006/main">
            <a:off x="1311402" y="2511552"/>
            <a:ext cx="596646" cy="596646"/>
          </a:xfrm>
          <a:custGeom xmlns:a="http://schemas.openxmlformats.org/drawingml/2006/main">
            <a:pathLst>
              <a:path w="228600" h="228600">
                <a:moveTo>
                  <a:pt x="19050" y="209550"/>
                </a:moveTo>
                <a:lnTo>
                  <a:pt x="95250" y="133350"/>
                </a:lnTo>
                <a:lnTo>
                  <a:pt x="142875" y="95250"/>
                </a:lnTo>
              </a:path>
            </a:pathLst>
          </a:custGeom>
          <a:noFill xmlns:a="http://schemas.openxmlformats.org/drawingml/2006/main"/>
          <a:ln xmlns:a="http://schemas.openxmlformats.org/drawingml/2006/main" w="21309">
            <a:solidFill>
              <a:srgbClr val="A3BCAB"/>
            </a:solidFill>
            <a:prstDash val="solid"/>
          </a:ln>
        </p:spPr>
      </p:sp>
      <p:sp>
        <p:nvSpPr>
          <p:cNvPr id="7" name="!!event-label-0">
            <a:extLst xmlns:a="http://schemas.openxmlformats.org/drawingml/2006/main">
              <a:ext uri="{FF2B5EF4-FFF2-40B4-BE49-F238E27FC236}">
                <a16:creationId xmlns:a16="http://schemas.microsoft.com/office/drawing/2014/main" id="{F4E7322B-6E2A-4A77-9B66-8007A40A57B5}"/>
              </a:ext>
            </a:extLst>
          </p:cNvPr>
          <p:cNvSpPr>
            <a:spLocks xmlns:a="http://schemas.openxmlformats.org/drawingml/2006/main" noGrp="1"/>
          </p:cNvSpPr>
          <p:nvPr/>
        </p:nvSpPr>
        <p:spPr>
          <a:xfrm xmlns:a="http://schemas.openxmlformats.org/drawingml/2006/main">
            <a:off x="48577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xmlns:a="http://schemas.openxmlformats.org/drawingml/2006/main">
              <a:ext uri="{FF2B5EF4-FFF2-40B4-BE49-F238E27FC236}">
                <a16:creationId xmlns:a16="http://schemas.microsoft.com/office/drawing/2014/main" id="{BCEA9B0A-039E-40CD-90F5-7543040B7325}"/>
              </a:ext>
            </a:extLst>
          </p:cNvPr>
          <p:cNvSpPr>
            <a:spLocks xmlns:a="http://schemas.openxmlformats.org/drawingml/2006/main" noGrp="1"/>
          </p:cNvSpPr>
          <p:nvPr/>
        </p:nvSpPr>
        <p:spPr>
          <a:xfrm xmlns:a="http://schemas.openxmlformats.org/drawingml/2006/main">
            <a:off x="3848100"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9" name="!!event-1-icon-0">
            <a:extLst xmlns:a="http://schemas.openxmlformats.org/drawingml/2006/main">
              <a:ext uri="{FF2B5EF4-FFF2-40B4-BE49-F238E27FC236}">
                <a16:creationId xmlns:a16="http://schemas.microsoft.com/office/drawing/2014/main" id="{76252023-DC9C-4B29-AF2A-BD1E792EC1EC}"/>
              </a:ext>
            </a:extLst>
          </p:cNvPr>
          <p:cNvSpPr>
            <a:spLocks xmlns:a="http://schemas.openxmlformats.org/drawingml/2006/main" noGrp="1"/>
          </p:cNvSpPr>
          <p:nvPr/>
        </p:nvSpPr>
        <p:spPr>
          <a:xfrm xmlns:a="http://schemas.openxmlformats.org/drawingml/2006/main">
            <a:off x="4151948" y="2561273"/>
            <a:ext cx="348044" cy="348044"/>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0" name="!!event-1-icon-1">
            <a:extLst xmlns:a="http://schemas.openxmlformats.org/drawingml/2006/main">
              <a:ext uri="{FF2B5EF4-FFF2-40B4-BE49-F238E27FC236}">
                <a16:creationId xmlns:a16="http://schemas.microsoft.com/office/drawing/2014/main" id="{CD006BED-D12E-47C8-BEB5-594EDC8C779F}"/>
              </a:ext>
            </a:extLst>
          </p:cNvPr>
          <p:cNvSpPr>
            <a:spLocks xmlns:a="http://schemas.openxmlformats.org/drawingml/2006/main" noGrp="1"/>
          </p:cNvSpPr>
          <p:nvPr/>
        </p:nvSpPr>
        <p:spPr>
          <a:xfrm xmlns:a="http://schemas.openxmlformats.org/drawingml/2006/main">
            <a:off x="4102227" y="2511552"/>
            <a:ext cx="596646" cy="59664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21309">
            <a:solidFill>
              <a:srgbClr val="A3BCAB"/>
            </a:solidFill>
            <a:prstDash val="solid"/>
          </a:ln>
        </p:spPr>
      </p:sp>
      <p:sp>
        <p:nvSpPr>
          <p:cNvPr id="11" name="!!event-label-1">
            <a:extLst xmlns:a="http://schemas.openxmlformats.org/drawingml/2006/main">
              <a:ext uri="{FF2B5EF4-FFF2-40B4-BE49-F238E27FC236}">
                <a16:creationId xmlns:a16="http://schemas.microsoft.com/office/drawing/2014/main" id="{629DBC02-14FC-4BB3-A541-79AAE8CEFEF0}"/>
              </a:ext>
            </a:extLst>
          </p:cNvPr>
          <p:cNvSpPr>
            <a:spLocks xmlns:a="http://schemas.openxmlformats.org/drawingml/2006/main" noGrp="1"/>
          </p:cNvSpPr>
          <p:nvPr/>
        </p:nvSpPr>
        <p:spPr>
          <a:xfrm xmlns:a="http://schemas.openxmlformats.org/drawingml/2006/main">
            <a:off x="327660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xmlns:a="http://schemas.openxmlformats.org/drawingml/2006/main" id="4" idx="6"/>
            <a:endCxn xmlns:a="http://schemas.openxmlformats.org/drawingml/2006/main" id="8" idx="2"/>
          </p:cNvCxnSpPr>
          <p:nvPr/>
        </p:nvCxnSpPr>
        <p:spPr>
          <a:xfrm xmlns:a="http://schemas.openxmlformats.org/drawingml/2006/main">
            <a:off x="2162175"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3" name="!!event-2-selection">
            <a:extLst xmlns:a="http://schemas.openxmlformats.org/drawingml/2006/main">
              <a:ext uri="{FF2B5EF4-FFF2-40B4-BE49-F238E27FC236}">
                <a16:creationId xmlns:a16="http://schemas.microsoft.com/office/drawing/2014/main" id="{C555038B-99AD-4B08-8E4F-721F01710CEE}"/>
              </a:ext>
            </a:extLst>
          </p:cNvPr>
          <p:cNvSpPr>
            <a:spLocks xmlns:a="http://schemas.openxmlformats.org/drawingml/2006/main" noGrp="1"/>
          </p:cNvSpPr>
          <p:nvPr/>
        </p:nvSpPr>
        <p:spPr>
          <a:xfrm xmlns:a="http://schemas.openxmlformats.org/drawingml/2006/main">
            <a:off x="6638925" y="2257425"/>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4" name="!!event-2-icon-0">
            <a:extLst xmlns:a="http://schemas.openxmlformats.org/drawingml/2006/main">
              <a:ext uri="{FF2B5EF4-FFF2-40B4-BE49-F238E27FC236}">
                <a16:creationId xmlns:a16="http://schemas.microsoft.com/office/drawing/2014/main" id="{647738CB-02C3-4154-8B42-96D1F33F0BEE}"/>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21309">
            <a:solidFill>
              <a:srgbClr val="A3BCAB"/>
            </a:solidFill>
            <a:prstDash val="solid"/>
          </a:ln>
        </p:spPr>
      </p:sp>
      <p:sp>
        <p:nvSpPr>
          <p:cNvPr id="15" name="!!event-2-icon-1">
            <a:extLst xmlns:a="http://schemas.openxmlformats.org/drawingml/2006/main">
              <a:ext uri="{FF2B5EF4-FFF2-40B4-BE49-F238E27FC236}">
                <a16:creationId xmlns:a16="http://schemas.microsoft.com/office/drawing/2014/main" id="{6AECE61D-B159-4063-86BF-CAA34C6FB1D7}"/>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21309">
            <a:solidFill>
              <a:srgbClr val="A3BCAB"/>
            </a:solidFill>
            <a:prstDash val="solid"/>
          </a:ln>
        </p:spPr>
      </p:sp>
      <p:sp>
        <p:nvSpPr>
          <p:cNvPr id="16" name="!!event-2-icon-2">
            <a:extLst xmlns:a="http://schemas.openxmlformats.org/drawingml/2006/main">
              <a:ext uri="{FF2B5EF4-FFF2-40B4-BE49-F238E27FC236}">
                <a16:creationId xmlns:a16="http://schemas.microsoft.com/office/drawing/2014/main" id="{98A9B9DE-6ED1-4C1A-85A6-BAD51504B87A}"/>
              </a:ext>
            </a:extLst>
          </p:cNvPr>
          <p:cNvSpPr>
            <a:spLocks xmlns:a="http://schemas.openxmlformats.org/drawingml/2006/main" noGrp="1"/>
          </p:cNvSpPr>
          <p:nvPr/>
        </p:nvSpPr>
        <p:spPr>
          <a:xfrm xmlns:a="http://schemas.openxmlformats.org/drawingml/2006/main">
            <a:off x="6893052" y="2511552"/>
            <a:ext cx="596646" cy="59664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21309">
            <a:solidFill>
              <a:srgbClr val="A3BCAB"/>
            </a:solidFill>
            <a:prstDash val="solid"/>
          </a:ln>
        </p:spPr>
      </p:sp>
      <p:sp>
        <p:nvSpPr>
          <p:cNvPr id="17" name="!!event-label-2">
            <a:extLst xmlns:a="http://schemas.openxmlformats.org/drawingml/2006/main">
              <a:ext uri="{FF2B5EF4-FFF2-40B4-BE49-F238E27FC236}">
                <a16:creationId xmlns:a16="http://schemas.microsoft.com/office/drawing/2014/main" id="{8B1DB373-9BA2-4A8A-9DF8-16C920B87140}"/>
              </a:ext>
            </a:extLst>
          </p:cNvPr>
          <p:cNvSpPr>
            <a:spLocks xmlns:a="http://schemas.openxmlformats.org/drawingml/2006/main" noGrp="1"/>
          </p:cNvSpPr>
          <p:nvPr/>
        </p:nvSpPr>
        <p:spPr>
          <a:xfrm xmlns:a="http://schemas.openxmlformats.org/drawingml/2006/main">
            <a:off x="6067425"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xmlns:a="http://schemas.openxmlformats.org/drawingml/2006/main" id="8" idx="6"/>
            <a:endCxn xmlns:a="http://schemas.openxmlformats.org/drawingml/2006/main" id="13" idx="2"/>
          </p:cNvCxnSpPr>
          <p:nvPr/>
        </p:nvCxnSpPr>
        <p:spPr>
          <a:xfrm xmlns:a="http://schemas.openxmlformats.org/drawingml/2006/main">
            <a:off x="4953000" y="2809875"/>
            <a:ext cx="16859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9" name="!!event-3-selection">
            <a:extLst xmlns:a="http://schemas.openxmlformats.org/drawingml/2006/main">
              <a:ext uri="{FF2B5EF4-FFF2-40B4-BE49-F238E27FC236}">
                <a16:creationId xmlns:a16="http://schemas.microsoft.com/office/drawing/2014/main" id="{0B05B990-CF50-4850-8E37-E703B1C92A70}"/>
              </a:ext>
            </a:extLst>
          </p:cNvPr>
          <p:cNvSpPr>
            <a:spLocks xmlns:a="http://schemas.openxmlformats.org/drawingml/2006/main" noGrp="1"/>
          </p:cNvSpPr>
          <p:nvPr/>
        </p:nvSpPr>
        <p:spPr>
          <a:xfrm xmlns:a="http://schemas.openxmlformats.org/drawingml/2006/main">
            <a:off x="9286875" y="2114550"/>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20" name="!!event-3-icon-0">
            <a:extLst xmlns:a="http://schemas.openxmlformats.org/drawingml/2006/main">
              <a:ext uri="{FF2B5EF4-FFF2-40B4-BE49-F238E27FC236}">
                <a16:creationId xmlns:a16="http://schemas.microsoft.com/office/drawing/2014/main" id="{B125B225-F60F-4B73-81F5-6C96702713EF}"/>
              </a:ext>
            </a:extLst>
          </p:cNvPr>
          <p:cNvSpPr>
            <a:spLocks xmlns:a="http://schemas.openxmlformats.org/drawingml/2006/main" noGrp="1"/>
          </p:cNvSpPr>
          <p:nvPr/>
        </p:nvSpPr>
        <p:spPr>
          <a:xfrm xmlns:a="http://schemas.openxmlformats.org/drawingml/2006/main">
            <a:off x="9669304" y="2590848"/>
            <a:ext cx="375476" cy="406765"/>
          </a:xfrm>
          <a:prstGeom xmlns:a="http://schemas.openxmlformats.org/drawingml/2006/main" prst="rect">
            <a:avLst/>
          </a:prstGeom>
          <a:noFill xmlns:a="http://schemas.openxmlformats.org/drawingml/2006/main"/>
          <a:ln xmlns:a="http://schemas.openxmlformats.org/drawingml/2006/main" w="26820">
            <a:solidFill>
              <a:srgbClr val="FFFFFF"/>
            </a:solidFill>
            <a:prstDash val="solid"/>
          </a:ln>
        </p:spPr>
      </p:sp>
      <p:sp>
        <p:nvSpPr>
          <p:cNvPr id="21" name="!!event-3-icon-1">
            <a:extLst xmlns:a="http://schemas.openxmlformats.org/drawingml/2006/main">
              <a:ext uri="{FF2B5EF4-FFF2-40B4-BE49-F238E27FC236}">
                <a16:creationId xmlns:a16="http://schemas.microsoft.com/office/drawing/2014/main" id="{E6AB1353-79D8-4D5C-9C32-73454001018B}"/>
              </a:ext>
            </a:extLst>
          </p:cNvPr>
          <p:cNvSpPr>
            <a:spLocks xmlns:a="http://schemas.openxmlformats.org/drawingml/2006/main" noGrp="1"/>
          </p:cNvSpPr>
          <p:nvPr/>
        </p:nvSpPr>
        <p:spPr>
          <a:xfrm xmlns:a="http://schemas.openxmlformats.org/drawingml/2006/main">
            <a:off x="9606725" y="2434400"/>
            <a:ext cx="750951" cy="750951"/>
          </a:xfrm>
          <a:custGeom xmlns:a="http://schemas.openxmlformats.org/drawingml/2006/main">
            <a:pathLst>
              <a:path w="228600" h="228600">
                <a:moveTo>
                  <a:pt x="133350" y="85725"/>
                </a:moveTo>
                <a:lnTo>
                  <a:pt x="180975" y="85725"/>
                </a:lnTo>
                <a:lnTo>
                  <a:pt x="209550" y="123825"/>
                </a:lnTo>
                <a:lnTo>
                  <a:pt x="209550" y="171450"/>
                </a:lnTo>
                <a:lnTo>
                  <a:pt x="133350" y="171450"/>
                </a:lnTo>
                <a:close/>
              </a:path>
            </a:pathLst>
          </a:custGeom>
          <a:noFill xmlns:a="http://schemas.openxmlformats.org/drawingml/2006/main"/>
          <a:ln xmlns:a="http://schemas.openxmlformats.org/drawingml/2006/main" w="26820">
            <a:solidFill>
              <a:srgbClr val="FFFFFF"/>
            </a:solidFill>
            <a:prstDash val="solid"/>
          </a:ln>
        </p:spPr>
      </p:sp>
      <p:sp>
        <p:nvSpPr>
          <p:cNvPr id="22" name="!!event-3-icon-2">
            <a:extLst xmlns:a="http://schemas.openxmlformats.org/drawingml/2006/main">
              <a:ext uri="{FF2B5EF4-FFF2-40B4-BE49-F238E27FC236}">
                <a16:creationId xmlns:a16="http://schemas.microsoft.com/office/drawing/2014/main" id="{5C6669D6-34A6-4A1B-B0EE-BE1F8D4AB271}"/>
              </a:ext>
            </a:extLst>
          </p:cNvPr>
          <p:cNvSpPr>
            <a:spLocks xmlns:a="http://schemas.openxmlformats.org/drawingml/2006/main" noGrp="1"/>
          </p:cNvSpPr>
          <p:nvPr/>
        </p:nvSpPr>
        <p:spPr>
          <a:xfrm xmlns:a="http://schemas.openxmlformats.org/drawingml/2006/main">
            <a:off x="9731883"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3" name="!!event-3-icon-3">
            <a:extLst xmlns:a="http://schemas.openxmlformats.org/drawingml/2006/main">
              <a:ext uri="{FF2B5EF4-FFF2-40B4-BE49-F238E27FC236}">
                <a16:creationId xmlns:a16="http://schemas.microsoft.com/office/drawing/2014/main" id="{D5883958-A468-4CFB-9E21-87B0D7A9731F}"/>
              </a:ext>
            </a:extLst>
          </p:cNvPr>
          <p:cNvSpPr>
            <a:spLocks xmlns:a="http://schemas.openxmlformats.org/drawingml/2006/main" noGrp="1"/>
          </p:cNvSpPr>
          <p:nvPr/>
        </p:nvSpPr>
        <p:spPr>
          <a:xfrm xmlns:a="http://schemas.openxmlformats.org/drawingml/2006/main">
            <a:off x="10107359" y="2935034"/>
            <a:ext cx="156448" cy="156448"/>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4" name="!!event-label-3">
            <a:extLst xmlns:a="http://schemas.openxmlformats.org/drawingml/2006/main">
              <a:ext uri="{FF2B5EF4-FFF2-40B4-BE49-F238E27FC236}">
                <a16:creationId xmlns:a16="http://schemas.microsoft.com/office/drawing/2014/main" id="{08ECE30C-C58D-4B26-862C-4AB9C959BF0F}"/>
              </a:ext>
            </a:extLst>
          </p:cNvPr>
          <p:cNvSpPr>
            <a:spLocks xmlns:a="http://schemas.openxmlformats.org/drawingml/2006/main" noGrp="1"/>
          </p:cNvSpPr>
          <p:nvPr/>
        </p:nvSpPr>
        <p:spPr>
          <a:xfrm xmlns:a="http://schemas.openxmlformats.org/drawingml/2006/main">
            <a:off x="8858250" y="3762375"/>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xmlns:a="http://schemas.openxmlformats.org/drawingml/2006/main" id="13" idx="6"/>
            <a:endCxn xmlns:a="http://schemas.openxmlformats.org/drawingml/2006/main" id="19" idx="2"/>
          </p:cNvCxnSpPr>
          <p:nvPr/>
        </p:nvCxnSpPr>
        <p:spPr>
          <a:xfrm xmlns:a="http://schemas.openxmlformats.org/drawingml/2006/main">
            <a:off x="7743825" y="2809875"/>
            <a:ext cx="15430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date-0">
            <a:extLst xmlns:a="http://schemas.openxmlformats.org/drawingml/2006/main">
              <a:ext uri="{FF2B5EF4-FFF2-40B4-BE49-F238E27FC236}">
                <a16:creationId xmlns:a16="http://schemas.microsoft.com/office/drawing/2014/main" id="{7BC0179D-3903-4633-89A3-F1FF85C97BDD}"/>
              </a:ext>
            </a:extLst>
          </p:cNvPr>
          <p:cNvSpPr>
            <a:spLocks xmlns:a="http://schemas.openxmlformats.org/drawingml/2006/main" noGrp="1"/>
          </p:cNvSpPr>
          <p:nvPr/>
        </p:nvSpPr>
        <p:spPr>
          <a:xfrm xmlns:a="http://schemas.openxmlformats.org/drawingml/2006/main">
            <a:off x="48577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7" name="!!date-1">
            <a:extLst xmlns:a="http://schemas.openxmlformats.org/drawingml/2006/main">
              <a:ext uri="{FF2B5EF4-FFF2-40B4-BE49-F238E27FC236}">
                <a16:creationId xmlns:a16="http://schemas.microsoft.com/office/drawing/2014/main" id="{E77A83FE-133D-4389-BFDE-5285C2EBF12F}"/>
              </a:ext>
            </a:extLst>
          </p:cNvPr>
          <p:cNvSpPr>
            <a:spLocks xmlns:a="http://schemas.openxmlformats.org/drawingml/2006/main" noGrp="1"/>
          </p:cNvSpPr>
          <p:nvPr/>
        </p:nvSpPr>
        <p:spPr>
          <a:xfrm xmlns:a="http://schemas.openxmlformats.org/drawingml/2006/main">
            <a:off x="327660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8" name="!!date-2">
            <a:extLst xmlns:a="http://schemas.openxmlformats.org/drawingml/2006/main">
              <a:ext uri="{FF2B5EF4-FFF2-40B4-BE49-F238E27FC236}">
                <a16:creationId xmlns:a16="http://schemas.microsoft.com/office/drawing/2014/main" id="{23D62574-54E2-470D-B55E-3CC1B2E1397C}"/>
              </a:ext>
            </a:extLst>
          </p:cNvPr>
          <p:cNvSpPr>
            <a:spLocks xmlns:a="http://schemas.openxmlformats.org/drawingml/2006/main" noGrp="1"/>
          </p:cNvSpPr>
          <p:nvPr/>
        </p:nvSpPr>
        <p:spPr>
          <a:xfrm xmlns:a="http://schemas.openxmlformats.org/drawingml/2006/main">
            <a:off x="6067425"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28/09/2026</a:t>
            </a:r>
          </a:p>
        </p:txBody>
      </p:sp>
      <p:sp>
        <p:nvSpPr>
          <p:cNvPr id="29" name="!!date-3">
            <a:extLst xmlns:a="http://schemas.openxmlformats.org/drawingml/2006/main">
              <a:ext uri="{FF2B5EF4-FFF2-40B4-BE49-F238E27FC236}">
                <a16:creationId xmlns:a16="http://schemas.microsoft.com/office/drawing/2014/main" id="{3501BC63-284C-41FC-89F8-0C1E419BEF54}"/>
              </a:ext>
            </a:extLst>
          </p:cNvPr>
          <p:cNvSpPr>
            <a:spLocks xmlns:a="http://schemas.openxmlformats.org/drawingml/2006/main" noGrp="1"/>
          </p:cNvSpPr>
          <p:nvPr/>
        </p:nvSpPr>
        <p:spPr>
          <a:xfrm xmlns:a="http://schemas.openxmlformats.org/drawingml/2006/main">
            <a:off x="8858250" y="4552950"/>
            <a:ext cx="2343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xmlns:a="http://schemas.openxmlformats.org/drawingml/2006/main">
              <a:ext uri="{FF2B5EF4-FFF2-40B4-BE49-F238E27FC236}">
                <a16:creationId xmlns:a16="http://schemas.microsoft.com/office/drawing/2014/main" id="{B06DE568-9BF8-4BC4-B259-A3C9CAA6350D}"/>
              </a:ext>
            </a:extLst>
          </p:cNvPr>
          <p:cNvSpPr>
            <a:spLocks xmlns:a="http://schemas.openxmlformats.org/drawingml/2006/main" noGrp="1"/>
          </p:cNvSpPr>
          <p:nvPr/>
        </p:nvSpPr>
        <p:spPr>
          <a:xfrm xmlns:a="http://schemas.openxmlformats.org/drawingml/2006/main">
            <a:off x="609600" y="5400675"/>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xmlns:a="http://schemas.openxmlformats.org/drawingml/2006/main">
              <a:ext uri="{FF2B5EF4-FFF2-40B4-BE49-F238E27FC236}">
                <a16:creationId xmlns:a16="http://schemas.microsoft.com/office/drawing/2014/main" id="{370473F4-3396-4955-B581-D9D25DF2E0E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xmlns:a="http://schemas.openxmlformats.org/drawingml/2006/main">
              <a:ext uri="{FF2B5EF4-FFF2-40B4-BE49-F238E27FC236}">
                <a16:creationId xmlns:a16="http://schemas.microsoft.com/office/drawing/2014/main" id="{A2642773-ADC5-4402-B46C-7A9D33DB81E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8.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6" name="!!backdrop"/>
          <p:cNvPicPr>
            <a:picLocks xmlns:a="http://schemas.openxmlformats.org/drawingml/2006/main" noChangeAspect="1"/>
          </p:cNvPicPr>
          <p:nvPr/>
        </p:nvPicPr>
        <p:blipFill>
          <a:blip xmlns:r="http://schemas.openxmlformats.org/officeDocument/2006/relationships" xmlns:a="http://schemas.openxmlformats.org/drawingml/2006/main" r:embed="R425a049249bf4a8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B78F9CC0-1555-4CA6-8660-3066BD4F41D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84A750AF-FDD3-4D18-875D-366A6B01F0C2}"/>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xmlns:a="http://schemas.openxmlformats.org/drawingml/2006/main" noChangeAspect="1"/>
          </p:cNvPicPr>
          <p:nvPr/>
        </p:nvPicPr>
        <p:blipFill>
          <a:blip xmlns:r="http://schemas.openxmlformats.org/officeDocument/2006/relationships" xmlns:a="http://schemas.openxmlformats.org/drawingml/2006/main" r:embed="Rd4567655c96c4f8b"/>
          <a:stretch xmlns:a="http://schemas.openxmlformats.org/drawingml/2006/main"/>
        </p:blipFill>
        <p:spPr>
          <a:xfrm xmlns:a="http://schemas.openxmlformats.org/drawingml/2006/main">
            <a:off x="609600" y="2162175"/>
            <a:ext cx="2524125" cy="2524125"/>
          </a:xfrm>
          <a:prstGeom xmlns:a="http://schemas.openxmlformats.org/drawingml/2006/main" prst="rect">
            <a:avLst/>
          </a:prstGeom>
        </p:spPr>
      </p:pic>
      <p:sp>
        <p:nvSpPr>
          <p:cNvPr id="5" name="!!qr-label">
            <a:extLst xmlns:a="http://schemas.openxmlformats.org/drawingml/2006/main">
              <a:ext uri="{FF2B5EF4-FFF2-40B4-BE49-F238E27FC236}">
                <a16:creationId xmlns:a16="http://schemas.microsoft.com/office/drawing/2014/main" id="{49A0A075-E9F0-4594-9B9A-72E28A198DCA}"/>
              </a:ext>
            </a:extLst>
          </p:cNvPr>
          <p:cNvSpPr>
            <a:spLocks xmlns:a="http://schemas.openxmlformats.org/drawingml/2006/main" noGrp="1"/>
          </p:cNvSpPr>
          <p:nvPr/>
        </p:nvSpPr>
        <p:spPr>
          <a:xfrm xmlns:a="http://schemas.openxmlformats.org/drawingml/2006/main">
            <a:off x="628650" y="4953000"/>
            <a:ext cx="295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xmlns:a="http://schemas.openxmlformats.org/drawingml/2006/main">
              <a:ext uri="{FF2B5EF4-FFF2-40B4-BE49-F238E27FC236}">
                <a16:creationId xmlns:a16="http://schemas.microsoft.com/office/drawing/2014/main" id="{D3A556C7-3613-422B-B325-6CB62FC5FBE1}"/>
              </a:ext>
            </a:extLst>
          </p:cNvPr>
          <p:cNvSpPr>
            <a:spLocks xmlns:a="http://schemas.openxmlformats.org/drawingml/2006/main" noGrp="1"/>
          </p:cNvSpPr>
          <p:nvPr/>
        </p:nvSpPr>
        <p:spPr>
          <a:xfrm xmlns:a="http://schemas.openxmlformats.org/drawingml/2006/main">
            <a:off x="628650" y="554355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xmlns:a="http://schemas.openxmlformats.org/drawingml/2006/main" noChangeAspect="1"/>
          </p:cNvPicPr>
          <p:nvPr/>
        </p:nvPicPr>
        <p:blipFill>
          <a:blip xmlns:r="http://schemas.openxmlformats.org/officeDocument/2006/relationships" xmlns:a="http://schemas.openxmlformats.org/drawingml/2006/main" r:embed="R060fc1388c584c0c"/>
          <a:stretch xmlns:a="http://schemas.openxmlformats.org/drawingml/2006/main"/>
        </p:blipFill>
        <p:spPr>
          <a:xfrm xmlns:a="http://schemas.openxmlformats.org/drawingml/2006/main">
            <a:off x="7471505" y="1714500"/>
            <a:ext cx="2068640" cy="4476750"/>
          </a:xfrm>
          <a:prstGeom xmlns:a="http://schemas.openxmlformats.org/drawingml/2006/main" prst="rect">
            <a:avLst/>
          </a:prstGeom>
        </p:spPr>
      </p:pic>
      <p:sp>
        <p:nvSpPr>
          <p:cNvPr id="8" name="!!buyer-context">
            <a:extLst xmlns:a="http://schemas.openxmlformats.org/drawingml/2006/main">
              <a:ext uri="{FF2B5EF4-FFF2-40B4-BE49-F238E27FC236}">
                <a16:creationId xmlns:a16="http://schemas.microsoft.com/office/drawing/2014/main" id="{86D68194-AAC9-41AF-B0C6-D6B753D0BEAF}"/>
              </a:ext>
            </a:extLst>
          </p:cNvPr>
          <p:cNvSpPr>
            <a:spLocks xmlns:a="http://schemas.openxmlformats.org/drawingml/2006/main" noGrp="1"/>
          </p:cNvSpPr>
          <p:nvPr/>
        </p:nvSpPr>
        <p:spPr>
          <a:xfrm xmlns:a="http://schemas.openxmlformats.org/drawingml/2006/main">
            <a:off x="7381875" y="13906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xmlns:a="http://schemas.openxmlformats.org/drawingml/2006/main">
              <a:ext uri="{FF2B5EF4-FFF2-40B4-BE49-F238E27FC236}">
                <a16:creationId xmlns:a16="http://schemas.microsoft.com/office/drawing/2014/main" id="{8BF0B226-DDC2-41D5-8656-57CCABC133C9}"/>
              </a:ext>
            </a:extLst>
          </p:cNvPr>
          <p:cNvSpPr>
            <a:spLocks xmlns:a="http://schemas.openxmlformats.org/drawingml/2006/main" noGrp="1"/>
          </p:cNvSpPr>
          <p:nvPr/>
        </p:nvSpPr>
        <p:spPr>
          <a:xfrm xmlns:a="http://schemas.openxmlformats.org/drawingml/2006/main">
            <a:off x="3638550" y="18288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0" name="!!buyer-view-icon-0">
            <a:extLst xmlns:a="http://schemas.openxmlformats.org/drawingml/2006/main">
              <a:ext uri="{FF2B5EF4-FFF2-40B4-BE49-F238E27FC236}">
                <a16:creationId xmlns:a16="http://schemas.microsoft.com/office/drawing/2014/main" id="{2A9431F1-C19F-45F3-8535-563C346BC3F7}"/>
              </a:ext>
            </a:extLst>
          </p:cNvPr>
          <p:cNvSpPr>
            <a:spLocks xmlns:a="http://schemas.openxmlformats.org/drawingml/2006/main" noGrp="1"/>
          </p:cNvSpPr>
          <p:nvPr/>
        </p:nvSpPr>
        <p:spPr>
          <a:xfrm xmlns:a="http://schemas.openxmlformats.org/drawingml/2006/main">
            <a:off x="3935349" y="2027872"/>
            <a:ext cx="130302" cy="130302"/>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1" name="!!buyer-view-icon-1">
            <a:extLst xmlns:a="http://schemas.openxmlformats.org/drawingml/2006/main">
              <a:ext uri="{FF2B5EF4-FFF2-40B4-BE49-F238E27FC236}">
                <a16:creationId xmlns:a16="http://schemas.microsoft.com/office/drawing/2014/main" id="{F4CE7FFE-B084-4D5A-A3FC-0802A4E26F78}"/>
              </a:ext>
            </a:extLst>
          </p:cNvPr>
          <p:cNvSpPr>
            <a:spLocks xmlns:a="http://schemas.openxmlformats.org/drawingml/2006/main" noGrp="1"/>
          </p:cNvSpPr>
          <p:nvPr/>
        </p:nvSpPr>
        <p:spPr>
          <a:xfrm xmlns:a="http://schemas.openxmlformats.org/drawingml/2006/main">
            <a:off x="3870198" y="2207038"/>
            <a:ext cx="260604" cy="14659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FFFFFF"/>
            </a:solidFill>
            <a:prstDash val="solid"/>
          </a:ln>
        </p:spPr>
      </p:sp>
      <p:sp>
        <p:nvSpPr>
          <p:cNvPr id="12" name="!!buyer-permission">
            <a:extLst xmlns:a="http://schemas.openxmlformats.org/drawingml/2006/main">
              <a:ext uri="{FF2B5EF4-FFF2-40B4-BE49-F238E27FC236}">
                <a16:creationId xmlns:a16="http://schemas.microsoft.com/office/drawing/2014/main" id="{AA0F2303-64DF-4EE5-9B66-5E516C4BB9D5}"/>
              </a:ext>
            </a:extLst>
          </p:cNvPr>
          <p:cNvSpPr>
            <a:spLocks xmlns:a="http://schemas.openxmlformats.org/drawingml/2006/main" noGrp="1"/>
          </p:cNvSpPr>
          <p:nvPr/>
        </p:nvSpPr>
        <p:spPr>
          <a:xfrm xmlns:a="http://schemas.openxmlformats.org/drawingml/2006/main">
            <a:off x="3638550" y="2857500"/>
            <a:ext cx="3381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xmlns:a="http://schemas.openxmlformats.org/drawingml/2006/main">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xmlns:a="http://schemas.openxmlformats.org/drawingml/2006/main">
              <a:ext uri="{FF2B5EF4-FFF2-40B4-BE49-F238E27FC236}">
                <a16:creationId xmlns:a16="http://schemas.microsoft.com/office/drawing/2014/main" id="{BFDEF318-3C19-4462-9D3F-7333F2747EDD}"/>
              </a:ext>
            </a:extLst>
          </p:cNvPr>
          <p:cNvSpPr>
            <a:spLocks xmlns:a="http://schemas.openxmlformats.org/drawingml/2006/main" noGrp="1"/>
          </p:cNvSpPr>
          <p:nvPr/>
        </p:nvSpPr>
        <p:spPr>
          <a:xfrm xmlns:a="http://schemas.openxmlformats.org/drawingml/2006/main">
            <a:off x="3638550" y="4476750"/>
            <a:ext cx="327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xmlns:a="http://schemas.openxmlformats.org/drawingml/2006/main">
              <a:ext uri="{FF2B5EF4-FFF2-40B4-BE49-F238E27FC236}">
                <a16:creationId xmlns:a16="http://schemas.microsoft.com/office/drawing/2014/main" id="{5CA1F0E2-B940-4C20-B217-0DC25FEF214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xmlns:a="http://schemas.openxmlformats.org/drawingml/2006/main">
              <a:ext uri="{FF2B5EF4-FFF2-40B4-BE49-F238E27FC236}">
                <a16:creationId xmlns:a16="http://schemas.microsoft.com/office/drawing/2014/main" id="{8AD9D6C5-22D8-4EFB-997D-31E26634AF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9" name="!!backdrop"/>
          <p:cNvPicPr>
            <a:picLocks xmlns:a="http://schemas.openxmlformats.org/drawingml/2006/main" noChangeAspect="1"/>
          </p:cNvPicPr>
          <p:nvPr/>
        </p:nvPicPr>
        <p:blipFill>
          <a:blip xmlns:r="http://schemas.openxmlformats.org/officeDocument/2006/relationships" xmlns:a="http://schemas.openxmlformats.org/drawingml/2006/main" r:embed="R0fceed8865554af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040EA0F5-0BF0-43D1-A8F4-A2BEB792C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C850875-D1BC-42C2-9E20-9503F38EF343}"/>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xmlns:a="http://schemas.openxmlformats.org/drawingml/2006/main">
              <a:ext uri="{FF2B5EF4-FFF2-40B4-BE49-F238E27FC236}">
                <a16:creationId xmlns:a16="http://schemas.microsoft.com/office/drawing/2014/main" id="{DE45F474-DC39-4FE1-B773-1C01AD1BB222}"/>
              </a:ext>
            </a:extLst>
          </p:cNvPr>
          <p:cNvSpPr>
            <a:spLocks xmlns:a="http://schemas.openxmlformats.org/drawingml/2006/main" noGrp="1"/>
          </p:cNvSpPr>
          <p:nvPr/>
        </p:nvSpPr>
        <p:spPr>
          <a:xfrm xmlns:a="http://schemas.openxmlformats.org/drawingml/2006/main">
            <a:off x="1200150"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ermission-0-icon-0">
            <a:extLst xmlns:a="http://schemas.openxmlformats.org/drawingml/2006/main">
              <a:ext uri="{FF2B5EF4-FFF2-40B4-BE49-F238E27FC236}">
                <a16:creationId xmlns:a16="http://schemas.microsoft.com/office/drawing/2014/main" id="{46016564-647F-42A1-91E7-A439A82539AB}"/>
              </a:ext>
            </a:extLst>
          </p:cNvPr>
          <p:cNvSpPr>
            <a:spLocks xmlns:a="http://schemas.openxmlformats.org/drawingml/2006/main" noGrp="1"/>
          </p:cNvSpPr>
          <p:nvPr/>
        </p:nvSpPr>
        <p:spPr>
          <a:xfrm xmlns:a="http://schemas.openxmlformats.org/drawingml/2006/main">
            <a:off x="1553718" y="2731580"/>
            <a:ext cx="397764" cy="298323"/>
          </a:xfrm>
          <a:prstGeom xmlns:a="http://schemas.openxmlformats.org/drawingml/2006/main" prst="roundRect">
            <a:avLst>
              <a:gd name="adj" fmla="val 25543"/>
            </a:avLst>
          </a:prstGeom>
          <a:noFill xmlns:a="http://schemas.openxmlformats.org/drawingml/2006/main"/>
          <a:ln xmlns:a="http://schemas.openxmlformats.org/drawingml/2006/main" w="21309">
            <a:solidFill>
              <a:srgbClr val="A3BCAB"/>
            </a:solidFill>
            <a:prstDash val="solid"/>
          </a:ln>
        </p:spPr>
      </p:sp>
      <p:sp>
        <p:nvSpPr>
          <p:cNvPr id="6" name="!!permission-0-icon-1">
            <a:extLst xmlns:a="http://schemas.openxmlformats.org/drawingml/2006/main">
              <a:ext uri="{FF2B5EF4-FFF2-40B4-BE49-F238E27FC236}">
                <a16:creationId xmlns:a16="http://schemas.microsoft.com/office/drawing/2014/main" id="{D83ACDF9-A939-43C0-A367-6C0BE2B7EFEF}"/>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1309">
            <a:solidFill>
              <a:srgbClr val="A3BCAB"/>
            </a:solidFill>
            <a:prstDash val="solid"/>
          </a:ln>
        </p:spPr>
      </p:sp>
      <p:sp>
        <p:nvSpPr>
          <p:cNvPr id="7" name="!!permission-0-icon-2">
            <a:extLst xmlns:a="http://schemas.openxmlformats.org/drawingml/2006/main">
              <a:ext uri="{FF2B5EF4-FFF2-40B4-BE49-F238E27FC236}">
                <a16:creationId xmlns:a16="http://schemas.microsoft.com/office/drawing/2014/main" id="{843411B7-EEBE-40DF-AF69-97EE0429808B}"/>
              </a:ext>
            </a:extLst>
          </p:cNvPr>
          <p:cNvSpPr>
            <a:spLocks xmlns:a="http://schemas.openxmlformats.org/drawingml/2006/main" noGrp="1"/>
          </p:cNvSpPr>
          <p:nvPr/>
        </p:nvSpPr>
        <p:spPr>
          <a:xfrm xmlns:a="http://schemas.openxmlformats.org/drawingml/2006/main">
            <a:off x="1727740" y="2831021"/>
            <a:ext cx="49721" cy="49721"/>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8" name="!!permission-0-icon-3">
            <a:extLst xmlns:a="http://schemas.openxmlformats.org/drawingml/2006/main">
              <a:ext uri="{FF2B5EF4-FFF2-40B4-BE49-F238E27FC236}">
                <a16:creationId xmlns:a16="http://schemas.microsoft.com/office/drawing/2014/main" id="{2D15462C-CBEF-4D2C-A2A8-CEDFFD9F1342}"/>
              </a:ext>
            </a:extLst>
          </p:cNvPr>
          <p:cNvSpPr>
            <a:spLocks xmlns:a="http://schemas.openxmlformats.org/drawingml/2006/main" noGrp="1"/>
          </p:cNvSpPr>
          <p:nvPr/>
        </p:nvSpPr>
        <p:spPr>
          <a:xfrm xmlns:a="http://schemas.openxmlformats.org/drawingml/2006/main">
            <a:off x="1454277" y="2482977"/>
            <a:ext cx="596646" cy="596646"/>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1309">
            <a:solidFill>
              <a:srgbClr val="A3BCAB"/>
            </a:solidFill>
            <a:prstDash val="solid"/>
          </a:ln>
        </p:spPr>
      </p:sp>
      <p:sp>
        <p:nvSpPr>
          <p:cNvPr id="9" name="!!permission-label-0">
            <a:extLst xmlns:a="http://schemas.openxmlformats.org/drawingml/2006/main">
              <a:ext uri="{FF2B5EF4-FFF2-40B4-BE49-F238E27FC236}">
                <a16:creationId xmlns:a16="http://schemas.microsoft.com/office/drawing/2014/main" id="{A8EF1D32-4E12-42E6-8431-532E85EC50C6}"/>
              </a:ext>
            </a:extLst>
          </p:cNvPr>
          <p:cNvSpPr>
            <a:spLocks xmlns:a="http://schemas.openxmlformats.org/drawingml/2006/main" noGrp="1"/>
          </p:cNvSpPr>
          <p:nvPr/>
        </p:nvSpPr>
        <p:spPr>
          <a:xfrm xmlns:a="http://schemas.openxmlformats.org/drawingml/2006/main">
            <a:off x="62865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xmlns:a="http://schemas.openxmlformats.org/drawingml/2006/main">
              <a:ext uri="{FF2B5EF4-FFF2-40B4-BE49-F238E27FC236}">
                <a16:creationId xmlns:a16="http://schemas.microsoft.com/office/drawing/2014/main" id="{9F46815C-7688-46CE-9D88-B03528EDB83B}"/>
              </a:ext>
            </a:extLst>
          </p:cNvPr>
          <p:cNvSpPr>
            <a:spLocks xmlns:a="http://schemas.openxmlformats.org/drawingml/2006/main" noGrp="1"/>
          </p:cNvSpPr>
          <p:nvPr/>
        </p:nvSpPr>
        <p:spPr>
          <a:xfrm xmlns:a="http://schemas.openxmlformats.org/drawingml/2006/main">
            <a:off x="62865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xmlns:a="http://schemas.openxmlformats.org/drawingml/2006/main">
              <a:ext uri="{FF2B5EF4-FFF2-40B4-BE49-F238E27FC236}">
                <a16:creationId xmlns:a16="http://schemas.microsoft.com/office/drawing/2014/main" id="{6F50D4C3-4FE0-460D-B6BD-28DA7CD162D1}"/>
              </a:ext>
            </a:extLst>
          </p:cNvPr>
          <p:cNvSpPr>
            <a:spLocks xmlns:a="http://schemas.openxmlformats.org/drawingml/2006/main" noGrp="1"/>
          </p:cNvSpPr>
          <p:nvPr/>
        </p:nvSpPr>
        <p:spPr>
          <a:xfrm xmlns:a="http://schemas.openxmlformats.org/drawingml/2006/main">
            <a:off x="4905375" y="2228850"/>
            <a:ext cx="1104900" cy="11049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2" name="!!permission-1-icon-0">
            <a:extLst xmlns:a="http://schemas.openxmlformats.org/drawingml/2006/main">
              <a:ext uri="{FF2B5EF4-FFF2-40B4-BE49-F238E27FC236}">
                <a16:creationId xmlns:a16="http://schemas.microsoft.com/office/drawing/2014/main" id="{AD6B03EC-18A0-447D-8E86-74357C79053D}"/>
              </a:ext>
            </a:extLst>
          </p:cNvPr>
          <p:cNvSpPr>
            <a:spLocks xmlns:a="http://schemas.openxmlformats.org/drawingml/2006/main" noGrp="1"/>
          </p:cNvSpPr>
          <p:nvPr/>
        </p:nvSpPr>
        <p:spPr>
          <a:xfrm xmlns:a="http://schemas.openxmlformats.org/drawingml/2006/main">
            <a:off x="5209223" y="2532698"/>
            <a:ext cx="497205"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3" name="!!permission-1-icon-1">
            <a:extLst xmlns:a="http://schemas.openxmlformats.org/drawingml/2006/main">
              <a:ext uri="{FF2B5EF4-FFF2-40B4-BE49-F238E27FC236}">
                <a16:creationId xmlns:a16="http://schemas.microsoft.com/office/drawing/2014/main" id="{5517A183-4A08-4171-B894-A09A17A09502}"/>
              </a:ext>
            </a:extLst>
          </p:cNvPr>
          <p:cNvSpPr>
            <a:spLocks xmlns:a="http://schemas.openxmlformats.org/drawingml/2006/main" noGrp="1"/>
          </p:cNvSpPr>
          <p:nvPr/>
        </p:nvSpPr>
        <p:spPr>
          <a:xfrm xmlns:a="http://schemas.openxmlformats.org/drawingml/2006/main">
            <a:off x="5358384" y="2532698"/>
            <a:ext cx="198882" cy="497205"/>
          </a:xfrm>
          <a:prstGeom xmlns:a="http://schemas.openxmlformats.org/drawingml/2006/main" prst="ellipse">
            <a:avLst/>
          </a:prstGeom>
          <a:noFill xmlns:a="http://schemas.openxmlformats.org/drawingml/2006/main"/>
          <a:ln xmlns:a="http://schemas.openxmlformats.org/drawingml/2006/main" w="21309">
            <a:solidFill>
              <a:srgbClr val="A3BCAB"/>
            </a:solidFill>
            <a:prstDash val="solid"/>
          </a:ln>
        </p:spPr>
      </p:sp>
      <p:sp>
        <p:nvSpPr>
          <p:cNvPr id="14" name="!!permission-1-icon-2">
            <a:extLst xmlns:a="http://schemas.openxmlformats.org/drawingml/2006/main">
              <a:ext uri="{FF2B5EF4-FFF2-40B4-BE49-F238E27FC236}">
                <a16:creationId xmlns:a16="http://schemas.microsoft.com/office/drawing/2014/main" id="{3DEE09C0-AF59-4527-80F6-912D022B9D44}"/>
              </a:ext>
            </a:extLst>
          </p:cNvPr>
          <p:cNvSpPr>
            <a:spLocks xmlns:a="http://schemas.openxmlformats.org/drawingml/2006/main" noGrp="1"/>
          </p:cNvSpPr>
          <p:nvPr/>
        </p:nvSpPr>
        <p:spPr>
          <a:xfrm xmlns:a="http://schemas.openxmlformats.org/drawingml/2006/main">
            <a:off x="5159502" y="2482977"/>
            <a:ext cx="596646" cy="596646"/>
          </a:xfrm>
          <a:custGeom xmlns:a="http://schemas.openxmlformats.org/drawingml/2006/main">
            <a:pathLst>
              <a:path w="228600" h="228600">
                <a:moveTo>
                  <a:pt x="19050" y="114300"/>
                </a:moveTo>
                <a:lnTo>
                  <a:pt x="209550" y="114300"/>
                </a:lnTo>
              </a:path>
            </a:pathLst>
          </a:custGeom>
          <a:noFill xmlns:a="http://schemas.openxmlformats.org/drawingml/2006/main"/>
          <a:ln xmlns:a="http://schemas.openxmlformats.org/drawingml/2006/main" w="21309">
            <a:solidFill>
              <a:srgbClr val="A3BCAB"/>
            </a:solidFill>
            <a:prstDash val="solid"/>
          </a:ln>
        </p:spPr>
      </p:sp>
      <p:sp>
        <p:nvSpPr>
          <p:cNvPr id="15" name="!!permission-label-1">
            <a:extLst xmlns:a="http://schemas.openxmlformats.org/drawingml/2006/main">
              <a:ext uri="{FF2B5EF4-FFF2-40B4-BE49-F238E27FC236}">
                <a16:creationId xmlns:a16="http://schemas.microsoft.com/office/drawing/2014/main" id="{E87FA661-A453-4043-B6F1-E8A62654E75E}"/>
              </a:ext>
            </a:extLst>
          </p:cNvPr>
          <p:cNvSpPr>
            <a:spLocks xmlns:a="http://schemas.openxmlformats.org/drawingml/2006/main" noGrp="1"/>
          </p:cNvSpPr>
          <p:nvPr/>
        </p:nvSpPr>
        <p:spPr>
          <a:xfrm xmlns:a="http://schemas.openxmlformats.org/drawingml/2006/main">
            <a:off x="4333875"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xmlns:a="http://schemas.openxmlformats.org/drawingml/2006/main">
              <a:ext uri="{FF2B5EF4-FFF2-40B4-BE49-F238E27FC236}">
                <a16:creationId xmlns:a16="http://schemas.microsoft.com/office/drawing/2014/main" id="{70989A7E-D14C-40F7-ACC4-49ED821D9BB4}"/>
              </a:ext>
            </a:extLst>
          </p:cNvPr>
          <p:cNvSpPr>
            <a:spLocks xmlns:a="http://schemas.openxmlformats.org/drawingml/2006/main" noGrp="1"/>
          </p:cNvSpPr>
          <p:nvPr/>
        </p:nvSpPr>
        <p:spPr>
          <a:xfrm xmlns:a="http://schemas.openxmlformats.org/drawingml/2006/main">
            <a:off x="4333875"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xmlns:a="http://schemas.openxmlformats.org/drawingml/2006/main" id="4" idx="6"/>
            <a:endCxn xmlns:a="http://schemas.openxmlformats.org/drawingml/2006/main" id="11" idx="2"/>
          </p:cNvCxnSpPr>
          <p:nvPr/>
        </p:nvCxnSpPr>
        <p:spPr>
          <a:xfrm xmlns:a="http://schemas.openxmlformats.org/drawingml/2006/main">
            <a:off x="2305050" y="2781300"/>
            <a:ext cx="2600325"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8" name="!!permission-2-selection">
            <a:extLst xmlns:a="http://schemas.openxmlformats.org/drawingml/2006/main">
              <a:ext uri="{FF2B5EF4-FFF2-40B4-BE49-F238E27FC236}">
                <a16:creationId xmlns:a16="http://schemas.microsoft.com/office/drawing/2014/main" id="{F2D22F0B-550D-435E-B382-B5C53E3A2B7F}"/>
              </a:ext>
            </a:extLst>
          </p:cNvPr>
          <p:cNvSpPr>
            <a:spLocks xmlns:a="http://schemas.openxmlformats.org/drawingml/2006/main" noGrp="1"/>
          </p:cNvSpPr>
          <p:nvPr/>
        </p:nvSpPr>
        <p:spPr>
          <a:xfrm xmlns:a="http://schemas.openxmlformats.org/drawingml/2006/main">
            <a:off x="8467725" y="2085975"/>
            <a:ext cx="1390650" cy="13906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9" name="!!permission-2-icon-0">
            <a:extLst xmlns:a="http://schemas.openxmlformats.org/drawingml/2006/main">
              <a:ext uri="{FF2B5EF4-FFF2-40B4-BE49-F238E27FC236}">
                <a16:creationId xmlns:a16="http://schemas.microsoft.com/office/drawing/2014/main" id="{2A035EE4-DE11-4CD8-984E-9B9B973B079B}"/>
              </a:ext>
            </a:extLst>
          </p:cNvPr>
          <p:cNvSpPr>
            <a:spLocks xmlns:a="http://schemas.openxmlformats.org/drawingml/2006/main" noGrp="1"/>
          </p:cNvSpPr>
          <p:nvPr/>
        </p:nvSpPr>
        <p:spPr>
          <a:xfrm xmlns:a="http://schemas.openxmlformats.org/drawingml/2006/main">
            <a:off x="8912733" y="2718721"/>
            <a:ext cx="500634" cy="375476"/>
          </a:xfrm>
          <a:prstGeom xmlns:a="http://schemas.openxmlformats.org/drawingml/2006/main" prst="roundRect">
            <a:avLst>
              <a:gd name="adj" fmla="val 20294"/>
            </a:avLst>
          </a:prstGeom>
          <a:noFill xmlns:a="http://schemas.openxmlformats.org/drawingml/2006/main"/>
          <a:ln xmlns:a="http://schemas.openxmlformats.org/drawingml/2006/main" w="26820">
            <a:solidFill>
              <a:srgbClr val="FFFFFF"/>
            </a:solidFill>
            <a:prstDash val="solid"/>
          </a:ln>
        </p:spPr>
      </p:sp>
      <p:sp>
        <p:nvSpPr>
          <p:cNvPr id="20" name="!!permission-2-icon-1">
            <a:extLst xmlns:a="http://schemas.openxmlformats.org/drawingml/2006/main">
              <a:ext uri="{FF2B5EF4-FFF2-40B4-BE49-F238E27FC236}">
                <a16:creationId xmlns:a16="http://schemas.microsoft.com/office/drawing/2014/main" id="{C2EED2C0-03C6-4C18-ABA3-C59C2A34438C}"/>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76200" y="95250"/>
                </a:moveTo>
                <a:lnTo>
                  <a:pt x="76200" y="47625"/>
                </a:lnTo>
                <a:lnTo>
                  <a:pt x="95250" y="19050"/>
                </a:lnTo>
                <a:lnTo>
                  <a:pt x="133350" y="19050"/>
                </a:lnTo>
                <a:lnTo>
                  <a:pt x="152400" y="47625"/>
                </a:lnTo>
                <a:lnTo>
                  <a:pt x="152400" y="95250"/>
                </a:lnTo>
              </a:path>
            </a:pathLst>
          </a:custGeom>
          <a:noFill xmlns:a="http://schemas.openxmlformats.org/drawingml/2006/main"/>
          <a:ln xmlns:a="http://schemas.openxmlformats.org/drawingml/2006/main" w="26820">
            <a:solidFill>
              <a:srgbClr val="FFFFFF"/>
            </a:solidFill>
            <a:prstDash val="solid"/>
          </a:ln>
        </p:spPr>
      </p:sp>
      <p:sp>
        <p:nvSpPr>
          <p:cNvPr id="21" name="!!permission-2-icon-2">
            <a:extLst xmlns:a="http://schemas.openxmlformats.org/drawingml/2006/main">
              <a:ext uri="{FF2B5EF4-FFF2-40B4-BE49-F238E27FC236}">
                <a16:creationId xmlns:a16="http://schemas.microsoft.com/office/drawing/2014/main" id="{52C6DE86-665E-4C75-B005-CA61236C8890}"/>
              </a:ext>
            </a:extLst>
          </p:cNvPr>
          <p:cNvSpPr>
            <a:spLocks xmlns:a="http://schemas.openxmlformats.org/drawingml/2006/main" noGrp="1"/>
          </p:cNvSpPr>
          <p:nvPr/>
        </p:nvSpPr>
        <p:spPr>
          <a:xfrm xmlns:a="http://schemas.openxmlformats.org/drawingml/2006/main">
            <a:off x="9131760" y="2843879"/>
            <a:ext cx="62579" cy="62579"/>
          </a:xfrm>
          <a:prstGeom xmlns:a="http://schemas.openxmlformats.org/drawingml/2006/main" prst="ellipse">
            <a:avLst/>
          </a:prstGeom>
          <a:noFill xmlns:a="http://schemas.openxmlformats.org/drawingml/2006/main"/>
          <a:ln xmlns:a="http://schemas.openxmlformats.org/drawingml/2006/main" w="26820">
            <a:solidFill>
              <a:srgbClr val="FFFFFF"/>
            </a:solidFill>
            <a:prstDash val="solid"/>
          </a:ln>
        </p:spPr>
      </p:sp>
      <p:sp>
        <p:nvSpPr>
          <p:cNvPr id="22" name="!!permission-2-icon-3">
            <a:extLst xmlns:a="http://schemas.openxmlformats.org/drawingml/2006/main">
              <a:ext uri="{FF2B5EF4-FFF2-40B4-BE49-F238E27FC236}">
                <a16:creationId xmlns:a16="http://schemas.microsoft.com/office/drawing/2014/main" id="{630250F8-FFCA-48D6-B702-1BF2E019C567}"/>
              </a:ext>
            </a:extLst>
          </p:cNvPr>
          <p:cNvSpPr>
            <a:spLocks xmlns:a="http://schemas.openxmlformats.org/drawingml/2006/main" noGrp="1"/>
          </p:cNvSpPr>
          <p:nvPr/>
        </p:nvSpPr>
        <p:spPr>
          <a:xfrm xmlns:a="http://schemas.openxmlformats.org/drawingml/2006/main">
            <a:off x="8787575" y="2405825"/>
            <a:ext cx="750951" cy="750951"/>
          </a:xfrm>
          <a:custGeom xmlns:a="http://schemas.openxmlformats.org/drawingml/2006/main">
            <a:pathLst>
              <a:path w="228600" h="228600">
                <a:moveTo>
                  <a:pt x="114300" y="152400"/>
                </a:moveTo>
                <a:lnTo>
                  <a:pt x="114300" y="180975"/>
                </a:lnTo>
              </a:path>
            </a:pathLst>
          </a:custGeom>
          <a:noFill xmlns:a="http://schemas.openxmlformats.org/drawingml/2006/main"/>
          <a:ln xmlns:a="http://schemas.openxmlformats.org/drawingml/2006/main" w="26820">
            <a:solidFill>
              <a:srgbClr val="FFFFFF"/>
            </a:solidFill>
            <a:prstDash val="solid"/>
          </a:ln>
        </p:spPr>
      </p:sp>
      <p:sp>
        <p:nvSpPr>
          <p:cNvPr id="23" name="!!permission-label-2">
            <a:extLst xmlns:a="http://schemas.openxmlformats.org/drawingml/2006/main">
              <a:ext uri="{FF2B5EF4-FFF2-40B4-BE49-F238E27FC236}">
                <a16:creationId xmlns:a16="http://schemas.microsoft.com/office/drawing/2014/main" id="{3CACAE7B-2D91-4271-9A5A-4ACEC9BF0448}"/>
              </a:ext>
            </a:extLst>
          </p:cNvPr>
          <p:cNvSpPr>
            <a:spLocks xmlns:a="http://schemas.openxmlformats.org/drawingml/2006/main" noGrp="1"/>
          </p:cNvSpPr>
          <p:nvPr/>
        </p:nvSpPr>
        <p:spPr>
          <a:xfrm xmlns:a="http://schemas.openxmlformats.org/drawingml/2006/main">
            <a:off x="8039100" y="37909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xmlns:a="http://schemas.openxmlformats.org/drawingml/2006/main">
              <a:ext uri="{FF2B5EF4-FFF2-40B4-BE49-F238E27FC236}">
                <a16:creationId xmlns:a16="http://schemas.microsoft.com/office/drawing/2014/main" id="{652B18FB-26A5-4FA3-A61E-DFE9FE0AA261}"/>
              </a:ext>
            </a:extLst>
          </p:cNvPr>
          <p:cNvSpPr>
            <a:spLocks xmlns:a="http://schemas.openxmlformats.org/drawingml/2006/main" noGrp="1"/>
          </p:cNvSpPr>
          <p:nvPr/>
        </p:nvSpPr>
        <p:spPr>
          <a:xfrm xmlns:a="http://schemas.openxmlformats.org/drawingml/2006/main">
            <a:off x="8039100" y="4781550"/>
            <a:ext cx="23431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xmlns:a="http://schemas.openxmlformats.org/drawingml/2006/main" id="11" idx="6"/>
            <a:endCxn xmlns:a="http://schemas.openxmlformats.org/drawingml/2006/main" id="18" idx="2"/>
          </p:cNvCxnSpPr>
          <p:nvPr/>
        </p:nvCxnSpPr>
        <p:spPr>
          <a:xfrm xmlns:a="http://schemas.openxmlformats.org/drawingml/2006/main">
            <a:off x="6010275" y="2781300"/>
            <a:ext cx="245745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6" name="!!permission-limit">
            <a:extLst xmlns:a="http://schemas.openxmlformats.org/drawingml/2006/main">
              <a:ext uri="{FF2B5EF4-FFF2-40B4-BE49-F238E27FC236}">
                <a16:creationId xmlns:a16="http://schemas.microsoft.com/office/drawing/2014/main" id="{C993439B-8234-47BF-B5FA-E7A03D373522}"/>
              </a:ext>
            </a:extLst>
          </p:cNvPr>
          <p:cNvSpPr>
            <a:spLocks xmlns:a="http://schemas.openxmlformats.org/drawingml/2006/main" noGrp="1"/>
          </p:cNvSpPr>
          <p:nvPr/>
        </p:nvSpPr>
        <p:spPr>
          <a:xfrm xmlns:a="http://schemas.openxmlformats.org/drawingml/2006/main">
            <a:off x="609600" y="5772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xmlns:a="http://schemas.openxmlformats.org/drawingml/2006/main">
              <a:ext uri="{FF2B5EF4-FFF2-40B4-BE49-F238E27FC236}">
                <a16:creationId xmlns:a16="http://schemas.microsoft.com/office/drawing/2014/main" id="{23941F42-2C74-48D3-B0E5-E659AB3DCAF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xmlns:a="http://schemas.openxmlformats.org/drawingml/2006/main">
              <a:ext uri="{FF2B5EF4-FFF2-40B4-BE49-F238E27FC236}">
                <a16:creationId xmlns:a16="http://schemas.microsoft.com/office/drawing/2014/main" id="{5201EB07-CFB0-4D0D-B956-C6E240970E8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0.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12" name="!!backdrop"/>
          <p:cNvPicPr>
            <a:picLocks xmlns:a="http://schemas.openxmlformats.org/drawingml/2006/main" noChangeAspect="1"/>
          </p:cNvPicPr>
          <p:nvPr/>
        </p:nvPicPr>
        <p:blipFill>
          <a:blip xmlns:r="http://schemas.openxmlformats.org/officeDocument/2006/relationships" xmlns:a="http://schemas.openxmlformats.org/drawingml/2006/main" r:embed="Rdd0224d0a66d42b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D2D1E101-AFCF-4EB8-96B2-D7A0093543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7E2F95B-C215-4651-8B8B-F85AF08420A8}"/>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xmlns:a="http://schemas.openxmlformats.org/drawingml/2006/main">
              <a:ext uri="{FF2B5EF4-FFF2-40B4-BE49-F238E27FC236}">
                <a16:creationId xmlns:a16="http://schemas.microsoft.com/office/drawing/2014/main" id="{DDF43D7A-531E-4EB7-97CD-33768BFE12F9}"/>
              </a:ext>
            </a:extLst>
          </p:cNvPr>
          <p:cNvSpPr>
            <a:spLocks xmlns:a="http://schemas.openxmlformats.org/drawingml/2006/main" noGrp="1"/>
          </p:cNvSpPr>
          <p:nvPr/>
        </p:nvSpPr>
        <p:spPr>
          <a:xfrm xmlns:a="http://schemas.openxmlformats.org/drawingml/2006/main">
            <a:off x="609600" y="1771650"/>
            <a:ext cx="7505700" cy="4219575"/>
          </a:xfrm>
          <a:prstGeom xmlns:a="http://schemas.openxmlformats.org/drawingml/2006/main" prst="rect">
            <a:avLst/>
          </a:prstGeom>
          <a:solidFill xmlns:a="http://schemas.openxmlformats.org/drawingml/2006/main">
            <a:srgbClr val="102C21"/>
          </a:solidFill>
          <a:ln xmlns:a="http://schemas.openxmlformats.org/drawingml/2006/main" w="0">
            <a:noFill/>
          </a:ln>
        </p:spPr>
      </p:sp>
      <p:pic>
        <p:nvPicPr>
          <p:cNvPr id="16" name="!!demo-video">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65d90f062ea444bd"/>
          <a:stretch xmlns:a="http://schemas.openxmlformats.org/drawingml/2006/main"/>
        </p:blipFill>
        <p:spPr>
          <a:xfrm xmlns:a="http://schemas.openxmlformats.org/drawingml/2006/main">
            <a:off x="611717" y="1771650"/>
            <a:ext cx="7501467" cy="4219575"/>
          </a:xfrm>
          <a:prstGeom xmlns:a="http://schemas.openxmlformats.org/drawingml/2006/main" prst="rect">
            <a:avLst/>
          </a:prstGeom>
        </p:spPr>
      </p:pic>
      <p:sp>
        <p:nvSpPr>
          <p:cNvPr id="6" name="!!demo-duration">
            <a:extLst xmlns:a="http://schemas.openxmlformats.org/drawingml/2006/main">
              <a:ext uri="{FF2B5EF4-FFF2-40B4-BE49-F238E27FC236}">
                <a16:creationId xmlns:a16="http://schemas.microsoft.com/office/drawing/2014/main" id="{5C7847AB-DCEE-4D3A-984D-72F6DCCD6518}"/>
              </a:ext>
            </a:extLst>
          </p:cNvPr>
          <p:cNvSpPr>
            <a:spLocks xmlns:a="http://schemas.openxmlformats.org/drawingml/2006/main" noGrp="1"/>
          </p:cNvSpPr>
          <p:nvPr/>
        </p:nvSpPr>
        <p:spPr>
          <a:xfrm xmlns:a="http://schemas.openxmlformats.org/drawingml/2006/main">
            <a:off x="8591550" y="1952625"/>
            <a:ext cx="2876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xmlns:a="http://schemas.openxmlformats.org/drawingml/2006/main">
              <a:ext uri="{FF2B5EF4-FFF2-40B4-BE49-F238E27FC236}">
                <a16:creationId xmlns:a16="http://schemas.microsoft.com/office/drawing/2014/main" id="{55100075-D17E-4E8D-8E1D-6134E8FED93A}"/>
              </a:ext>
            </a:extLst>
          </p:cNvPr>
          <p:cNvSpPr>
            <a:spLocks xmlns:a="http://schemas.openxmlformats.org/drawingml/2006/main" noGrp="1"/>
          </p:cNvSpPr>
          <p:nvPr/>
        </p:nvSpPr>
        <p:spPr>
          <a:xfrm xmlns:a="http://schemas.openxmlformats.org/drawingml/2006/main">
            <a:off x="8591550" y="2762250"/>
            <a:ext cx="28765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xmlns:a="http://schemas.openxmlformats.org/drawingml/2006/main">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xmlns:a="http://schemas.openxmlformats.org/drawingml/2006/main">
              <a:ext uri="{FF2B5EF4-FFF2-40B4-BE49-F238E27FC236}">
                <a16:creationId xmlns:a16="http://schemas.microsoft.com/office/drawing/2014/main" id="{EF200508-451E-47F8-A00A-5B2189D769B7}"/>
              </a:ext>
            </a:extLst>
          </p:cNvPr>
          <p:cNvSpPr>
            <a:spLocks xmlns:a="http://schemas.openxmlformats.org/drawingml/2006/main" noGrp="1"/>
          </p:cNvSpPr>
          <p:nvPr/>
        </p:nvSpPr>
        <p:spPr>
          <a:xfrm xmlns:a="http://schemas.openxmlformats.org/drawingml/2006/main">
            <a:off x="8591550" y="4000500"/>
            <a:ext cx="2876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xmlns:a="http://schemas.openxmlformats.org/drawingml/2006/main">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xmlns:a="http://schemas.openxmlformats.org/drawingml/2006/main">
              <a:ext uri="{FF2B5EF4-FFF2-40B4-BE49-F238E27FC236}">
                <a16:creationId xmlns:a16="http://schemas.microsoft.com/office/drawing/2014/main" id="{6B0F0E1F-0EAE-4771-8B45-C6A6FA264703}"/>
              </a:ext>
            </a:extLst>
          </p:cNvPr>
          <p:cNvSpPr>
            <a:spLocks xmlns:a="http://schemas.openxmlformats.org/drawingml/2006/main" noGrp="1"/>
          </p:cNvSpPr>
          <p:nvPr/>
        </p:nvSpPr>
        <p:spPr>
          <a:xfrm xmlns:a="http://schemas.openxmlformats.org/drawingml/2006/main">
            <a:off x="8591550" y="5400675"/>
            <a:ext cx="2876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xmlns:r="http://schemas.openxmlformats.org/officeDocument/2006/relationships" r:id="Rf729ac327b2b4031"/>
              </a:rPr>
              <a:t>Mở video dự phòng</a:t>
            </a:r>
          </a:p>
        </p:txBody>
      </p:sp>
      <p:sp>
        <p:nvSpPr>
          <p:cNvPr id="10" name="!!page">
            <a:extLst xmlns:a="http://schemas.openxmlformats.org/drawingml/2006/main">
              <a:ext uri="{FF2B5EF4-FFF2-40B4-BE49-F238E27FC236}">
                <a16:creationId xmlns:a16="http://schemas.microsoft.com/office/drawing/2014/main" id="{21F6ADCD-6199-4EDD-9159-FC4627518BFF}"/>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xmlns:a="http://schemas.openxmlformats.org/drawingml/2006/main">
              <a:ext uri="{FF2B5EF4-FFF2-40B4-BE49-F238E27FC236}">
                <a16:creationId xmlns:a16="http://schemas.microsoft.com/office/drawing/2014/main" id="{86B75C7A-2EC9-4620-88D7-8A0483D78DBF}"/>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Giao diện local ngày 28/09/2026. Auth/API mô phỏng, dữ liệu minh họa</a:t>
            </a:r>
          </a:p>
        </p:txBody>
      </p:sp>
    </p:spTree>
    <p:extLst>
      <p:ext uri="{BB962C8B-B14F-4D97-AF65-F5344CB8AC3E}">
        <p14:creationId xmlns:p14="http://schemas.microsoft.com/office/powerpoint/2010/main" val="10109929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46" name="!!backdrop"/>
          <p:cNvPicPr>
            <a:picLocks xmlns:a="http://schemas.openxmlformats.org/drawingml/2006/main" noChangeAspect="1"/>
          </p:cNvPicPr>
          <p:nvPr/>
        </p:nvPicPr>
        <p:blipFill>
          <a:blip xmlns:r="http://schemas.openxmlformats.org/officeDocument/2006/relationships" xmlns:a="http://schemas.openxmlformats.org/drawingml/2006/main" r:embed="Rbb005d2fa23d40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F3449AB3-3C2D-4149-9398-22ABAEE4B1D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53C1FA-F76C-4957-973B-316C42C3CFE5}"/>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xmlns:a="http://schemas.openxmlformats.org/drawingml/2006/main">
              <a:ext uri="{FF2B5EF4-FFF2-40B4-BE49-F238E27FC236}">
                <a16:creationId xmlns:a16="http://schemas.microsoft.com/office/drawing/2014/main" id="{1A37858C-B7D0-4550-ABE7-5F93CF490A10}"/>
              </a:ext>
            </a:extLst>
          </p:cNvPr>
          <p:cNvSpPr>
            <a:spLocks xmlns:a="http://schemas.openxmlformats.org/drawingml/2006/main" noGrp="1"/>
          </p:cNvSpPr>
          <p:nvPr/>
        </p:nvSpPr>
        <p:spPr>
          <a:xfrm xmlns:a="http://schemas.openxmlformats.org/drawingml/2006/main">
            <a:off x="609600" y="2295525"/>
            <a:ext cx="2324100"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5" name="!!client-text">
            <a:extLst xmlns:a="http://schemas.openxmlformats.org/drawingml/2006/main">
              <a:ext uri="{FF2B5EF4-FFF2-40B4-BE49-F238E27FC236}">
                <a16:creationId xmlns:a16="http://schemas.microsoft.com/office/drawing/2014/main" id="{82A67740-A6D6-45EA-9403-3F77B9197B80}"/>
              </a:ext>
            </a:extLst>
          </p:cNvPr>
          <p:cNvSpPr>
            <a:spLocks xmlns:a="http://schemas.openxmlformats.org/drawingml/2006/main" noGrp="1"/>
          </p:cNvSpPr>
          <p:nvPr/>
        </p:nvSpPr>
        <p:spPr>
          <a:xfrm xmlns:a="http://schemas.openxmlformats.org/drawingml/2006/main">
            <a:off x="781050" y="2447925"/>
            <a:ext cx="1981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6" name="!!client-symbol-selection">
            <a:extLst xmlns:a="http://schemas.openxmlformats.org/drawingml/2006/main">
              <a:ext uri="{FF2B5EF4-FFF2-40B4-BE49-F238E27FC236}">
                <a16:creationId xmlns:a16="http://schemas.microsoft.com/office/drawing/2014/main" id="{B9075067-6E5D-4383-A182-BF4536750539}"/>
              </a:ext>
            </a:extLst>
          </p:cNvPr>
          <p:cNvSpPr>
            <a:spLocks xmlns:a="http://schemas.openxmlformats.org/drawingml/2006/main" noGrp="1"/>
          </p:cNvSpPr>
          <p:nvPr/>
        </p:nvSpPr>
        <p:spPr>
          <a:xfrm xmlns:a="http://schemas.openxmlformats.org/drawingml/2006/main">
            <a:off x="1457325" y="15811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7" name="!!client-symbol-icon-0">
            <a:extLst xmlns:a="http://schemas.openxmlformats.org/drawingml/2006/main">
              <a:ext uri="{FF2B5EF4-FFF2-40B4-BE49-F238E27FC236}">
                <a16:creationId xmlns:a16="http://schemas.microsoft.com/office/drawing/2014/main" id="{AD631345-79B2-42D9-A488-1E0745BC94C8}"/>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A3BCAB"/>
            </a:solidFill>
            <a:prstDash val="solid"/>
          </a:ln>
        </p:spPr>
      </p:sp>
      <p:sp>
        <p:nvSpPr>
          <p:cNvPr id="8" name="!!client-symbol-icon-1">
            <a:extLst xmlns:a="http://schemas.openxmlformats.org/drawingml/2006/main">
              <a:ext uri="{FF2B5EF4-FFF2-40B4-BE49-F238E27FC236}">
                <a16:creationId xmlns:a16="http://schemas.microsoft.com/office/drawing/2014/main" id="{610774DF-152D-4671-8D4D-3FBF80252613}"/>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A3BCAB"/>
            </a:solidFill>
            <a:prstDash val="solid"/>
          </a:ln>
        </p:spPr>
      </p:sp>
      <p:sp>
        <p:nvSpPr>
          <p:cNvPr id="9" name="!!client-symbol-icon-2">
            <a:extLst xmlns:a="http://schemas.openxmlformats.org/drawingml/2006/main">
              <a:ext uri="{FF2B5EF4-FFF2-40B4-BE49-F238E27FC236}">
                <a16:creationId xmlns:a16="http://schemas.microsoft.com/office/drawing/2014/main" id="{404A607D-CAE9-46A0-B546-C1E4E42F4567}"/>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A3BCAB"/>
            </a:solidFill>
            <a:prstDash val="solid"/>
          </a:ln>
        </p:spPr>
      </p:sp>
      <p:sp>
        <p:nvSpPr>
          <p:cNvPr id="10" name="!!client-symbol-icon-3">
            <a:extLst xmlns:a="http://schemas.openxmlformats.org/drawingml/2006/main">
              <a:ext uri="{FF2B5EF4-FFF2-40B4-BE49-F238E27FC236}">
                <a16:creationId xmlns:a16="http://schemas.microsoft.com/office/drawing/2014/main" id="{5EDA94C9-F03E-4B66-8E3B-E24164839ABF}"/>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A3BCAB"/>
            </a:solidFill>
            <a:prstDash val="solid"/>
          </a:ln>
        </p:spPr>
      </p:sp>
      <p:sp>
        <p:nvSpPr>
          <p:cNvPr id="11" name="!!client-symbol-icon-4">
            <a:extLst xmlns:a="http://schemas.openxmlformats.org/drawingml/2006/main">
              <a:ext uri="{FF2B5EF4-FFF2-40B4-BE49-F238E27FC236}">
                <a16:creationId xmlns:a16="http://schemas.microsoft.com/office/drawing/2014/main" id="{48A632D4-38EE-435F-A49A-45ECC2B47BDC}"/>
              </a:ext>
            </a:extLst>
          </p:cNvPr>
          <p:cNvSpPr>
            <a:spLocks xmlns:a="http://schemas.openxmlformats.org/drawingml/2006/main" noGrp="1"/>
          </p:cNvSpPr>
          <p:nvPr/>
        </p:nvSpPr>
        <p:spPr>
          <a:xfrm xmlns:a="http://schemas.openxmlformats.org/drawingml/2006/main">
            <a:off x="1597533" y="1721358"/>
            <a:ext cx="329184" cy="329184"/>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A3BCAB"/>
            </a:solidFill>
            <a:prstDash val="solid"/>
          </a:ln>
        </p:spPr>
      </p:sp>
      <p:sp>
        <p:nvSpPr>
          <p:cNvPr id="12" name="!!auth">
            <a:extLst xmlns:a="http://schemas.openxmlformats.org/drawingml/2006/main">
              <a:ext uri="{FF2B5EF4-FFF2-40B4-BE49-F238E27FC236}">
                <a16:creationId xmlns:a16="http://schemas.microsoft.com/office/drawing/2014/main" id="{85E30CBF-FE3D-4486-909D-DF3901472BA1}"/>
              </a:ext>
            </a:extLst>
          </p:cNvPr>
          <p:cNvSpPr>
            <a:spLocks xmlns:a="http://schemas.openxmlformats.org/drawingml/2006/main" noGrp="1"/>
          </p:cNvSpPr>
          <p:nvPr/>
        </p:nvSpPr>
        <p:spPr>
          <a:xfrm xmlns:a="http://schemas.openxmlformats.org/drawingml/2006/main">
            <a:off x="609600" y="4152900"/>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3" name="!!auth-text">
            <a:extLst xmlns:a="http://schemas.openxmlformats.org/drawingml/2006/main">
              <a:ext uri="{FF2B5EF4-FFF2-40B4-BE49-F238E27FC236}">
                <a16:creationId xmlns:a16="http://schemas.microsoft.com/office/drawing/2014/main" id="{7D998551-720B-4CCA-9324-D690F8D2BC46}"/>
              </a:ext>
            </a:extLst>
          </p:cNvPr>
          <p:cNvSpPr>
            <a:spLocks xmlns:a="http://schemas.openxmlformats.org/drawingml/2006/main" noGrp="1"/>
          </p:cNvSpPr>
          <p:nvPr/>
        </p:nvSpPr>
        <p:spPr>
          <a:xfrm xmlns:a="http://schemas.openxmlformats.org/drawingml/2006/main">
            <a:off x="781050" y="4305300"/>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Supabase Auth</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p:txBody>
      </p:sp>
      <p:cxnSp>
        <p:nvCxnSpPr>
          <p:cNvPr id="59" name="!!connector-11-0"/>
          <p:cNvCxnSpPr>
            <a:stCxn xmlns:a="http://schemas.openxmlformats.org/drawingml/2006/main" id="4" idx="2"/>
            <a:endCxn xmlns:a="http://schemas.openxmlformats.org/drawingml/2006/main" id="12" idx="0"/>
          </p:cNvCxnSpPr>
          <p:nvPr/>
        </p:nvCxnSpPr>
        <p:spPr>
          <a:xfrm xmlns:a="http://schemas.openxmlformats.org/drawingml/2006/main">
            <a:off x="1771650" y="3438525"/>
            <a:ext cx="290513" cy="714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15" name="!!auth-symbol-selection">
            <a:extLst xmlns:a="http://schemas.openxmlformats.org/drawingml/2006/main">
              <a:ext uri="{FF2B5EF4-FFF2-40B4-BE49-F238E27FC236}">
                <a16:creationId xmlns:a16="http://schemas.microsoft.com/office/drawing/2014/main" id="{80CE60F2-6217-4232-9647-BB4DAC4436F3}"/>
              </a:ext>
            </a:extLst>
          </p:cNvPr>
          <p:cNvSpPr>
            <a:spLocks xmlns:a="http://schemas.openxmlformats.org/drawingml/2006/main" noGrp="1"/>
          </p:cNvSpPr>
          <p:nvPr/>
        </p:nvSpPr>
        <p:spPr>
          <a:xfrm xmlns:a="http://schemas.openxmlformats.org/drawingml/2006/main">
            <a:off x="1771650" y="3448050"/>
            <a:ext cx="609600" cy="6096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6" name="!!auth-symbol-icon-0">
            <a:extLst xmlns:a="http://schemas.openxmlformats.org/drawingml/2006/main">
              <a:ext uri="{FF2B5EF4-FFF2-40B4-BE49-F238E27FC236}">
                <a16:creationId xmlns:a16="http://schemas.microsoft.com/office/drawing/2014/main" id="{E6183BA5-DB37-40F6-9F24-541E781055B5}"/>
              </a:ext>
            </a:extLst>
          </p:cNvPr>
          <p:cNvSpPr>
            <a:spLocks xmlns:a="http://schemas.openxmlformats.org/drawingml/2006/main" noGrp="1"/>
          </p:cNvSpPr>
          <p:nvPr/>
        </p:nvSpPr>
        <p:spPr>
          <a:xfrm xmlns:a="http://schemas.openxmlformats.org/drawingml/2006/main">
            <a:off x="2021586" y="3615690"/>
            <a:ext cx="109728" cy="109728"/>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7" name="!!auth-symbol-icon-1">
            <a:extLst xmlns:a="http://schemas.openxmlformats.org/drawingml/2006/main">
              <a:ext uri="{FF2B5EF4-FFF2-40B4-BE49-F238E27FC236}">
                <a16:creationId xmlns:a16="http://schemas.microsoft.com/office/drawing/2014/main" id="{A4552543-C549-484D-ADB3-3172DBE45EF7}"/>
              </a:ext>
            </a:extLst>
          </p:cNvPr>
          <p:cNvSpPr>
            <a:spLocks xmlns:a="http://schemas.openxmlformats.org/drawingml/2006/main" noGrp="1"/>
          </p:cNvSpPr>
          <p:nvPr/>
        </p:nvSpPr>
        <p:spPr>
          <a:xfrm xmlns:a="http://schemas.openxmlformats.org/drawingml/2006/main">
            <a:off x="1966722" y="3766566"/>
            <a:ext cx="219456" cy="123444"/>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18" name="!!render">
            <a:extLst xmlns:a="http://schemas.openxmlformats.org/drawingml/2006/main">
              <a:ext uri="{FF2B5EF4-FFF2-40B4-BE49-F238E27FC236}">
                <a16:creationId xmlns:a16="http://schemas.microsoft.com/office/drawing/2014/main" id="{454B41A3-876E-4DAD-9D43-42EC2972C273}"/>
              </a:ext>
            </a:extLst>
          </p:cNvPr>
          <p:cNvSpPr>
            <a:spLocks xmlns:a="http://schemas.openxmlformats.org/drawingml/2006/main" noGrp="1"/>
          </p:cNvSpPr>
          <p:nvPr/>
        </p:nvSpPr>
        <p:spPr>
          <a:xfrm xmlns:a="http://schemas.openxmlformats.org/drawingml/2006/main">
            <a:off x="3886200" y="2295525"/>
            <a:ext cx="2905125" cy="1143000"/>
          </a:xfrm>
          <a:prstGeom xmlns:a="http://schemas.openxmlformats.org/drawingml/2006/main" prst="rect">
            <a:avLst/>
          </a:prstGeom>
          <a:solidFill xmlns:a="http://schemas.openxmlformats.org/drawingml/2006/main">
            <a:srgbClr val="183A2C"/>
          </a:solidFill>
          <a:ln xmlns:a="http://schemas.openxmlformats.org/drawingml/2006/main" w="9525">
            <a:solidFill>
              <a:srgbClr val="A3BCAB"/>
            </a:solidFill>
          </a:ln>
        </p:spPr>
      </p:sp>
      <p:sp>
        <p:nvSpPr>
          <p:cNvPr id="19" name="!!render-text">
            <a:extLst xmlns:a="http://schemas.openxmlformats.org/drawingml/2006/main">
              <a:ext uri="{FF2B5EF4-FFF2-40B4-BE49-F238E27FC236}">
                <a16:creationId xmlns:a16="http://schemas.microsoft.com/office/drawing/2014/main" id="{08ADE5BB-AAE5-4892-A650-6CA36839EC88}"/>
              </a:ext>
            </a:extLst>
          </p:cNvPr>
          <p:cNvSpPr>
            <a:spLocks xmlns:a="http://schemas.openxmlformats.org/drawingml/2006/main" noGrp="1"/>
          </p:cNvSpPr>
          <p:nvPr/>
        </p:nvSpPr>
        <p:spPr>
          <a:xfrm xmlns:a="http://schemas.openxmlformats.org/drawingml/2006/main">
            <a:off x="4057650" y="2447925"/>
            <a:ext cx="2562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xmlns:a="http://schemas.openxmlformats.org/drawingml/2006/main">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xmlns:a="http://schemas.openxmlformats.org/drawingml/2006/main" id="4" idx="3"/>
            <a:endCxn xmlns:a="http://schemas.openxmlformats.org/drawingml/2006/main" id="18" idx="1"/>
          </p:cNvCxnSpPr>
          <p:nvPr/>
        </p:nvCxnSpPr>
        <p:spPr>
          <a:xfrm xmlns:a="http://schemas.openxmlformats.org/drawingml/2006/main">
            <a:off x="2933700" y="2867025"/>
            <a:ext cx="9525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21" name="!!render-symbol-selection">
            <a:extLst xmlns:a="http://schemas.openxmlformats.org/drawingml/2006/main">
              <a:ext uri="{FF2B5EF4-FFF2-40B4-BE49-F238E27FC236}">
                <a16:creationId xmlns:a16="http://schemas.microsoft.com/office/drawing/2014/main" id="{49442EB9-0DC7-497B-86D2-00619EF3C646}"/>
              </a:ext>
            </a:extLst>
          </p:cNvPr>
          <p:cNvSpPr>
            <a:spLocks xmlns:a="http://schemas.openxmlformats.org/drawingml/2006/main" noGrp="1"/>
          </p:cNvSpPr>
          <p:nvPr/>
        </p:nvSpPr>
        <p:spPr>
          <a:xfrm xmlns:a="http://schemas.openxmlformats.org/drawingml/2006/main">
            <a:off x="5029200" y="1581150"/>
            <a:ext cx="609600" cy="609600"/>
          </a:xfrm>
          <a:prstGeom xmlns:a="http://schemas.openxmlformats.org/drawingml/2006/main" prst="hexagon">
            <a:avLst/>
          </a:prstGeom>
          <a:solidFill xmlns:a="http://schemas.openxmlformats.org/drawingml/2006/main">
            <a:srgbClr val="183A2C"/>
          </a:solidFill>
          <a:ln xmlns:a="http://schemas.openxmlformats.org/drawingml/2006/main" w="9525">
            <a:solidFill>
              <a:srgbClr val="A3BCAB"/>
            </a:solidFill>
          </a:ln>
        </p:spPr>
      </p:sp>
      <p:sp>
        <p:nvSpPr>
          <p:cNvPr id="22" name="!!render-symbol-icon-0">
            <a:extLst xmlns:a="http://schemas.openxmlformats.org/drawingml/2006/main">
              <a:ext uri="{FF2B5EF4-FFF2-40B4-BE49-F238E27FC236}">
                <a16:creationId xmlns:a16="http://schemas.microsoft.com/office/drawing/2014/main" id="{3E3739ED-F27C-49E2-92D9-6648898A6BE1}"/>
              </a:ext>
            </a:extLst>
          </p:cNvPr>
          <p:cNvSpPr>
            <a:spLocks xmlns:a="http://schemas.openxmlformats.org/drawingml/2006/main" noGrp="1"/>
          </p:cNvSpPr>
          <p:nvPr/>
        </p:nvSpPr>
        <p:spPr>
          <a:xfrm xmlns:a="http://schemas.openxmlformats.org/drawingml/2006/main">
            <a:off x="5266944" y="1818894"/>
            <a:ext cx="134112" cy="134112"/>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3" name="!!render-symbol-icon-1">
            <a:extLst xmlns:a="http://schemas.openxmlformats.org/drawingml/2006/main">
              <a:ext uri="{FF2B5EF4-FFF2-40B4-BE49-F238E27FC236}">
                <a16:creationId xmlns:a16="http://schemas.microsoft.com/office/drawing/2014/main" id="{35A13508-E0EB-43FA-80FB-D1E21F0C1BBF}"/>
              </a:ext>
            </a:extLst>
          </p:cNvPr>
          <p:cNvSpPr>
            <a:spLocks xmlns:a="http://schemas.openxmlformats.org/drawingml/2006/main" noGrp="1"/>
          </p:cNvSpPr>
          <p:nvPr/>
        </p:nvSpPr>
        <p:spPr>
          <a:xfrm xmlns:a="http://schemas.openxmlformats.org/drawingml/2006/main">
            <a:off x="5300472" y="1852422"/>
            <a:ext cx="67056" cy="67056"/>
          </a:xfrm>
          <a:prstGeom xmlns:a="http://schemas.openxmlformats.org/drawingml/2006/main" prst="rect">
            <a:avLst/>
          </a:prstGeom>
          <a:noFill xmlns:a="http://schemas.openxmlformats.org/drawingml/2006/main"/>
          <a:ln xmlns:a="http://schemas.openxmlformats.org/drawingml/2006/main" w="19050">
            <a:solidFill>
              <a:srgbClr val="A3BCAB"/>
            </a:solidFill>
            <a:prstDash val="solid"/>
          </a:ln>
        </p:spPr>
      </p:sp>
      <p:sp>
        <p:nvSpPr>
          <p:cNvPr id="24" name="!!render-symbol-icon-2">
            <a:extLst xmlns:a="http://schemas.openxmlformats.org/drawingml/2006/main">
              <a:ext uri="{FF2B5EF4-FFF2-40B4-BE49-F238E27FC236}">
                <a16:creationId xmlns:a16="http://schemas.microsoft.com/office/drawing/2014/main" id="{7EDE8D30-F3B4-403B-9206-67ACDCE975E2}"/>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A3BCAB"/>
            </a:solidFill>
            <a:prstDash val="solid"/>
          </a:ln>
        </p:spPr>
      </p:sp>
      <p:sp>
        <p:nvSpPr>
          <p:cNvPr id="25" name="!!render-symbol-icon-3">
            <a:extLst xmlns:a="http://schemas.openxmlformats.org/drawingml/2006/main">
              <a:ext uri="{FF2B5EF4-FFF2-40B4-BE49-F238E27FC236}">
                <a16:creationId xmlns:a16="http://schemas.microsoft.com/office/drawing/2014/main" id="{4D0500CC-C785-41EB-85BC-981FCB67C2F3}"/>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A3BCAB"/>
            </a:solidFill>
            <a:prstDash val="solid"/>
          </a:ln>
        </p:spPr>
      </p:sp>
      <p:sp>
        <p:nvSpPr>
          <p:cNvPr id="26" name="!!render-symbol-icon-4">
            <a:extLst xmlns:a="http://schemas.openxmlformats.org/drawingml/2006/main">
              <a:ext uri="{FF2B5EF4-FFF2-40B4-BE49-F238E27FC236}">
                <a16:creationId xmlns:a16="http://schemas.microsoft.com/office/drawing/2014/main" id="{FDB22C63-A618-4090-AFF7-46AC5325EC8B}"/>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A3BCAB"/>
            </a:solidFill>
            <a:prstDash val="solid"/>
          </a:ln>
        </p:spPr>
      </p:sp>
      <p:sp>
        <p:nvSpPr>
          <p:cNvPr id="27" name="!!render-symbol-icon-5">
            <a:extLst xmlns:a="http://schemas.openxmlformats.org/drawingml/2006/main">
              <a:ext uri="{FF2B5EF4-FFF2-40B4-BE49-F238E27FC236}">
                <a16:creationId xmlns:a16="http://schemas.microsoft.com/office/drawing/2014/main" id="{4C57940E-AD80-409B-8D48-0DBE2BAEE40D}"/>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A3BCAB"/>
            </a:solidFill>
            <a:prstDash val="solid"/>
          </a:ln>
        </p:spPr>
      </p:sp>
      <p:sp>
        <p:nvSpPr>
          <p:cNvPr id="28" name="!!render-symbol-icon-6">
            <a:extLst xmlns:a="http://schemas.openxmlformats.org/drawingml/2006/main">
              <a:ext uri="{FF2B5EF4-FFF2-40B4-BE49-F238E27FC236}">
                <a16:creationId xmlns:a16="http://schemas.microsoft.com/office/drawing/2014/main" id="{BA0B8956-5298-4E41-9526-8A04A5FAF9F5}"/>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A3BCAB"/>
            </a:solidFill>
            <a:prstDash val="solid"/>
          </a:ln>
        </p:spPr>
      </p:sp>
      <p:sp>
        <p:nvSpPr>
          <p:cNvPr id="29" name="!!render-symbol-icon-7">
            <a:extLst xmlns:a="http://schemas.openxmlformats.org/drawingml/2006/main">
              <a:ext uri="{FF2B5EF4-FFF2-40B4-BE49-F238E27FC236}">
                <a16:creationId xmlns:a16="http://schemas.microsoft.com/office/drawing/2014/main" id="{C93C2064-E3FF-45C6-88FB-8E569B04931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A3BCAB"/>
            </a:solidFill>
            <a:prstDash val="solid"/>
          </a:ln>
        </p:spPr>
      </p:sp>
      <p:sp>
        <p:nvSpPr>
          <p:cNvPr id="30" name="!!render-symbol-icon-8">
            <a:extLst xmlns:a="http://schemas.openxmlformats.org/drawingml/2006/main">
              <a:ext uri="{FF2B5EF4-FFF2-40B4-BE49-F238E27FC236}">
                <a16:creationId xmlns:a16="http://schemas.microsoft.com/office/drawing/2014/main" id="{DCF26D84-A2DA-4B72-A54C-02783C8BF686}"/>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A3BCAB"/>
            </a:solidFill>
            <a:prstDash val="solid"/>
          </a:ln>
        </p:spPr>
      </p:sp>
      <p:sp>
        <p:nvSpPr>
          <p:cNvPr id="31" name="!!render-symbol-icon-9">
            <a:extLst xmlns:a="http://schemas.openxmlformats.org/drawingml/2006/main">
              <a:ext uri="{FF2B5EF4-FFF2-40B4-BE49-F238E27FC236}">
                <a16:creationId xmlns:a16="http://schemas.microsoft.com/office/drawing/2014/main" id="{77B39737-3417-483F-A20A-83F1260CA314}"/>
              </a:ext>
            </a:extLst>
          </p:cNvPr>
          <p:cNvSpPr>
            <a:spLocks xmlns:a="http://schemas.openxmlformats.org/drawingml/2006/main" noGrp="1"/>
          </p:cNvSpPr>
          <p:nvPr/>
        </p:nvSpPr>
        <p:spPr>
          <a:xfrm xmlns:a="http://schemas.openxmlformats.org/drawingml/2006/main">
            <a:off x="5199888" y="175183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A3BCAB"/>
            </a:solidFill>
            <a:prstDash val="solid"/>
          </a:ln>
        </p:spPr>
      </p:sp>
      <p:sp>
        <p:nvSpPr>
          <p:cNvPr id="32" name="!!db">
            <a:extLst xmlns:a="http://schemas.openxmlformats.org/drawingml/2006/main">
              <a:ext uri="{FF2B5EF4-FFF2-40B4-BE49-F238E27FC236}">
                <a16:creationId xmlns:a16="http://schemas.microsoft.com/office/drawing/2014/main" id="{370AA5B0-FE51-4026-8AC2-6AE3777E3323}"/>
              </a:ext>
            </a:extLst>
          </p:cNvPr>
          <p:cNvSpPr>
            <a:spLocks xmlns:a="http://schemas.openxmlformats.org/drawingml/2006/main" noGrp="1"/>
          </p:cNvSpPr>
          <p:nvPr/>
        </p:nvSpPr>
        <p:spPr>
          <a:xfrm xmlns:a="http://schemas.openxmlformats.org/drawingml/2006/main">
            <a:off x="8010525" y="2295525"/>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3" name="!!db-text">
            <a:extLst xmlns:a="http://schemas.openxmlformats.org/drawingml/2006/main">
              <a:ext uri="{FF2B5EF4-FFF2-40B4-BE49-F238E27FC236}">
                <a16:creationId xmlns:a16="http://schemas.microsoft.com/office/drawing/2014/main" id="{2F3DD9C5-AF46-416A-8757-D61075C53B9B}"/>
              </a:ext>
            </a:extLst>
          </p:cNvPr>
          <p:cNvSpPr>
            <a:spLocks xmlns:a="http://schemas.openxmlformats.org/drawingml/2006/main" noGrp="1"/>
          </p:cNvSpPr>
          <p:nvPr/>
        </p:nvSpPr>
        <p:spPr>
          <a:xfrm xmlns:a="http://schemas.openxmlformats.org/drawingml/2006/main">
            <a:off x="8181975" y="2447925"/>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xmlns:a="http://schemas.openxmlformats.org/drawingml/2006/main">
              <a:ext uri="{FF2B5EF4-FFF2-40B4-BE49-F238E27FC236}">
                <a16:creationId xmlns:a16="http://schemas.microsoft.com/office/drawing/2014/main" id="{E206F9A1-073A-41D2-887B-F0838774BEB5}"/>
              </a:ext>
            </a:extLst>
          </p:cNvPr>
          <p:cNvSpPr>
            <a:spLocks xmlns:a="http://schemas.openxmlformats.org/drawingml/2006/main" noGrp="1"/>
          </p:cNvSpPr>
          <p:nvPr/>
        </p:nvSpPr>
        <p:spPr>
          <a:xfrm xmlns:a="http://schemas.openxmlformats.org/drawingml/2006/main">
            <a:off x="4762500" y="4152900"/>
            <a:ext cx="3467100" cy="1143000"/>
          </a:xfrm>
          <a:prstGeom xmlns:a="http://schemas.openxmlformats.org/drawingml/2006/main" prst="rect">
            <a:avLst/>
          </a:prstGeom>
          <a:solidFill xmlns:a="http://schemas.openxmlformats.org/drawingml/2006/main">
            <a:srgbClr val="166447"/>
          </a:solidFill>
          <a:ln xmlns:a="http://schemas.openxmlformats.org/drawingml/2006/main" w="28575">
            <a:solidFill>
              <a:srgbClr val="C8A45B"/>
            </a:solidFill>
          </a:ln>
        </p:spPr>
      </p:sp>
      <p:sp>
        <p:nvSpPr>
          <p:cNvPr id="35" name="!!storage-text">
            <a:extLst xmlns:a="http://schemas.openxmlformats.org/drawingml/2006/main">
              <a:ext uri="{FF2B5EF4-FFF2-40B4-BE49-F238E27FC236}">
                <a16:creationId xmlns:a16="http://schemas.microsoft.com/office/drawing/2014/main" id="{9C4EB535-EC69-4C37-B3C3-3C89A519C675}"/>
              </a:ext>
            </a:extLst>
          </p:cNvPr>
          <p:cNvSpPr>
            <a:spLocks xmlns:a="http://schemas.openxmlformats.org/drawingml/2006/main" noGrp="1"/>
          </p:cNvSpPr>
          <p:nvPr/>
        </p:nvSpPr>
        <p:spPr>
          <a:xfrm xmlns:a="http://schemas.openxmlformats.org/drawingml/2006/main">
            <a:off x="4933950" y="4305300"/>
            <a:ext cx="3124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xmlns:a="http://schemas.openxmlformats.org/drawingml/2006/main">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xmlns:a="http://schemas.openxmlformats.org/drawingml/2006/main" id="18" idx="3"/>
            <a:endCxn xmlns:a="http://schemas.openxmlformats.org/drawingml/2006/main" id="32" idx="1"/>
          </p:cNvCxnSpPr>
          <p:nvPr/>
        </p:nvCxnSpPr>
        <p:spPr>
          <a:xfrm xmlns:a="http://schemas.openxmlformats.org/drawingml/2006/main">
            <a:off x="6791325" y="2867025"/>
            <a:ext cx="1219200" cy="0"/>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cxnSp>
        <p:nvCxnSpPr>
          <p:cNvPr id="82" name="!!connector-11-3"/>
          <p:cNvCxnSpPr>
            <a:stCxn xmlns:a="http://schemas.openxmlformats.org/drawingml/2006/main" id="4" idx="3"/>
            <a:endCxn xmlns:a="http://schemas.openxmlformats.org/drawingml/2006/main" id="34" idx="1"/>
          </p:cNvCxnSpPr>
          <p:nvPr/>
        </p:nvCxnSpPr>
        <p:spPr>
          <a:xfrm xmlns:a="http://schemas.openxmlformats.org/drawingml/2006/main">
            <a:off x="2933700" y="2867025"/>
            <a:ext cx="1828800" cy="1857375"/>
          </a:xfrm>
          <a:prstGeom xmlns:a="http://schemas.openxmlformats.org/drawingml/2006/main" prst="straightConnector1">
            <a:avLst/>
          </a:prstGeom>
          <a:ln xmlns:a="http://schemas.openxmlformats.org/drawingml/2006/main" w="19050">
            <a:solidFill>
              <a:srgbClr val="A3BCAB"/>
            </a:solidFill>
            <a:prstDash val="solid"/>
            <a:tailEnd type="arrow" w="med" len="med"/>
          </a:ln>
        </p:spPr>
      </p:cxnSp>
      <p:sp>
        <p:nvSpPr>
          <p:cNvPr id="38" name="!!db-symbol-selection">
            <a:extLst xmlns:a="http://schemas.openxmlformats.org/drawingml/2006/main">
              <a:ext uri="{FF2B5EF4-FFF2-40B4-BE49-F238E27FC236}">
                <a16:creationId xmlns:a16="http://schemas.microsoft.com/office/drawing/2014/main" id="{7E94BAD0-4EAC-4B48-851B-79D2EFED7DE0}"/>
              </a:ext>
            </a:extLst>
          </p:cNvPr>
          <p:cNvSpPr>
            <a:spLocks xmlns:a="http://schemas.openxmlformats.org/drawingml/2006/main" noGrp="1"/>
          </p:cNvSpPr>
          <p:nvPr/>
        </p:nvSpPr>
        <p:spPr>
          <a:xfrm xmlns:a="http://schemas.openxmlformats.org/drawingml/2006/main">
            <a:off x="9372600" y="1514475"/>
            <a:ext cx="742950" cy="74295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39" name="!!db-symbol-icon-0">
            <a:extLst xmlns:a="http://schemas.openxmlformats.org/drawingml/2006/main">
              <a:ext uri="{FF2B5EF4-FFF2-40B4-BE49-F238E27FC236}">
                <a16:creationId xmlns:a16="http://schemas.microsoft.com/office/drawing/2014/main" id="{69FB5CAB-FAD0-4D53-A8BC-BE5DC5B58BE7}"/>
              </a:ext>
            </a:extLst>
          </p:cNvPr>
          <p:cNvSpPr>
            <a:spLocks xmlns:a="http://schemas.openxmlformats.org/drawingml/2006/main" noGrp="1"/>
          </p:cNvSpPr>
          <p:nvPr/>
        </p:nvSpPr>
        <p:spPr>
          <a:xfrm xmlns:a="http://schemas.openxmlformats.org/drawingml/2006/main">
            <a:off x="9635109" y="1749743"/>
            <a:ext cx="217932" cy="272415"/>
          </a:xfrm>
          <a:prstGeom xmlns:a="http://schemas.openxmlformats.org/drawingml/2006/main" prst="can">
            <a:avLst/>
          </a:prstGeom>
          <a:noFill xmlns:a="http://schemas.openxmlformats.org/drawingml/2006/main"/>
          <a:ln xmlns:a="http://schemas.openxmlformats.org/drawingml/2006/main" w="19050">
            <a:solidFill>
              <a:srgbClr val="FFFFFF"/>
            </a:solidFill>
            <a:prstDash val="solid"/>
          </a:ln>
        </p:spPr>
      </p:sp>
      <p:sp>
        <p:nvSpPr>
          <p:cNvPr id="40" name="!!storage-symbol-selection">
            <a:extLst xmlns:a="http://schemas.openxmlformats.org/drawingml/2006/main">
              <a:ext uri="{FF2B5EF4-FFF2-40B4-BE49-F238E27FC236}">
                <a16:creationId xmlns:a16="http://schemas.microsoft.com/office/drawing/2014/main" id="{7EC7D728-6F28-4C04-B5DA-407A8F1FFD78}"/>
              </a:ext>
            </a:extLst>
          </p:cNvPr>
          <p:cNvSpPr>
            <a:spLocks xmlns:a="http://schemas.openxmlformats.org/drawingml/2006/main" noGrp="1"/>
          </p:cNvSpPr>
          <p:nvPr/>
        </p:nvSpPr>
        <p:spPr>
          <a:xfrm xmlns:a="http://schemas.openxmlformats.org/drawingml/2006/main">
            <a:off x="6115050" y="3381375"/>
            <a:ext cx="742950" cy="7429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41" name="!!storage-symbol-icon-0">
            <a:extLst xmlns:a="http://schemas.openxmlformats.org/drawingml/2006/main">
              <a:ext uri="{FF2B5EF4-FFF2-40B4-BE49-F238E27FC236}">
                <a16:creationId xmlns:a16="http://schemas.microsoft.com/office/drawing/2014/main" id="{3B75642A-A82E-4073-B779-8DE071C2B40E}"/>
              </a:ext>
            </a:extLst>
          </p:cNvPr>
          <p:cNvSpPr>
            <a:spLocks xmlns:a="http://schemas.openxmlformats.org/drawingml/2006/main" noGrp="1"/>
          </p:cNvSpPr>
          <p:nvPr/>
        </p:nvSpPr>
        <p:spPr>
          <a:xfrm xmlns:a="http://schemas.openxmlformats.org/drawingml/2006/main">
            <a:off x="6285929" y="3552254"/>
            <a:ext cx="401193" cy="401193"/>
          </a:xfrm>
          <a:custGeom xmlns:a="http://schemas.openxmlformats.org/drawingml/2006/main">
            <a:pathLst>
              <a:path w="228600" h="228600">
                <a:moveTo>
                  <a:pt x="19050" y="57150"/>
                </a:moveTo>
                <a:lnTo>
                  <a:pt x="85725" y="57150"/>
                </a:lnTo>
                <a:lnTo>
                  <a:pt x="114300" y="85725"/>
                </a:lnTo>
                <a:lnTo>
                  <a:pt x="209550" y="85725"/>
                </a:lnTo>
                <a:lnTo>
                  <a:pt x="209550" y="200025"/>
                </a:lnTo>
                <a:lnTo>
                  <a:pt x="19050" y="200025"/>
                </a:lnTo>
                <a:close/>
              </a:path>
            </a:pathLst>
          </a:custGeom>
          <a:noFill xmlns:a="http://schemas.openxmlformats.org/drawingml/2006/main"/>
          <a:ln xmlns:a="http://schemas.openxmlformats.org/drawingml/2006/main" w="19050">
            <a:solidFill>
              <a:srgbClr val="FFFFFF"/>
            </a:solidFill>
            <a:prstDash val="solid"/>
          </a:ln>
        </p:spPr>
      </p:sp>
      <p:sp>
        <p:nvSpPr>
          <p:cNvPr id="42" name="!!db-rel">
            <a:extLst xmlns:a="http://schemas.openxmlformats.org/drawingml/2006/main">
              <a:ext uri="{FF2B5EF4-FFF2-40B4-BE49-F238E27FC236}">
                <a16:creationId xmlns:a16="http://schemas.microsoft.com/office/drawing/2014/main" id="{0B9C6568-5CC5-48C6-B940-116FE6471AA3}"/>
              </a:ext>
            </a:extLst>
          </p:cNvPr>
          <p:cNvSpPr>
            <a:spLocks xmlns:a="http://schemas.openxmlformats.org/drawingml/2006/main" noGrp="1"/>
          </p:cNvSpPr>
          <p:nvPr/>
        </p:nvSpPr>
        <p:spPr>
          <a:xfrm xmlns:a="http://schemas.openxmlformats.org/drawingml/2006/main">
            <a:off x="8010525" y="3638550"/>
            <a:ext cx="3533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xmlns:a="http://schemas.openxmlformats.org/drawingml/2006/main">
              <a:ext uri="{FF2B5EF4-FFF2-40B4-BE49-F238E27FC236}">
                <a16:creationId xmlns:a16="http://schemas.microsoft.com/office/drawing/2014/main" id="{276CCDAF-08E2-417B-B6B9-427805E05750}"/>
              </a:ext>
            </a:extLst>
          </p:cNvPr>
          <p:cNvSpPr>
            <a:spLocks xmlns:a="http://schemas.openxmlformats.org/drawingml/2006/main" noGrp="1"/>
          </p:cNvSpPr>
          <p:nvPr/>
        </p:nvSpPr>
        <p:spPr>
          <a:xfrm xmlns:a="http://schemas.openxmlformats.org/drawingml/2006/main">
            <a:off x="4762500" y="5600700"/>
            <a:ext cx="442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xmlns:a="http://schemas.openxmlformats.org/drawingml/2006/main">
              <a:ext uri="{FF2B5EF4-FFF2-40B4-BE49-F238E27FC236}">
                <a16:creationId xmlns:a16="http://schemas.microsoft.com/office/drawing/2014/main" id="{16D296FA-3DE1-4259-BAF9-0EEDB3D28BB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xmlns:a="http://schemas.openxmlformats.org/drawingml/2006/main">
              <a:ext uri="{FF2B5EF4-FFF2-40B4-BE49-F238E27FC236}">
                <a16:creationId xmlns:a16="http://schemas.microsoft.com/office/drawing/2014/main" id="{E9167380-4C20-4749-BA6C-E4DAAEC3A944}"/>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28/09/2026 · Luồng cloud độc lập với Solana Devnet</a:t>
            </a:r>
          </a:p>
        </p:txBody>
      </p:sp>
    </p:spTree>
    <p:extLst>
      <p:ext uri="{BB962C8B-B14F-4D97-AF65-F5344CB8AC3E}">
        <p14:creationId xmlns:p14="http://schemas.microsoft.com/office/powerpoint/2010/main" val="84778646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2.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7" name="!!backdrop"/>
          <p:cNvPicPr>
            <a:picLocks xmlns:a="http://schemas.openxmlformats.org/drawingml/2006/main" noChangeAspect="1"/>
          </p:cNvPicPr>
          <p:nvPr/>
        </p:nvPicPr>
        <p:blipFill>
          <a:blip xmlns:r="http://schemas.openxmlformats.org/officeDocument/2006/relationships" xmlns:a="http://schemas.openxmlformats.org/drawingml/2006/main" r:embed="Ra0a2b320fd194e6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54621B2-4894-4F87-8A65-4701A2A74B1F}"/>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3" name="!!chain-framework">
            <a:extLst xmlns:a="http://schemas.openxmlformats.org/drawingml/2006/main">
              <a:ext uri="{FF2B5EF4-FFF2-40B4-BE49-F238E27FC236}">
                <a16:creationId xmlns:a16="http://schemas.microsoft.com/office/drawing/2014/main" id="{F3C39688-01A0-4656-9558-9A51125E7BFF}"/>
              </a:ext>
            </a:extLst>
          </p:cNvPr>
          <p:cNvSpPr>
            <a:spLocks xmlns:a="http://schemas.openxmlformats.org/drawingml/2006/main" noGrp="1"/>
          </p:cNvSpPr>
          <p:nvPr/>
        </p:nvSpPr>
        <p:spPr>
          <a:xfrm xmlns:a="http://schemas.openxmlformats.org/drawingml/2006/main">
            <a:off x="609600" y="1504950"/>
            <a:ext cx="552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Rust + Anchor 0.31 · Solana Devnet</a:t>
            </a:r>
          </a:p>
        </p:txBody>
      </p:sp>
      <p:sp>
        <p:nvSpPr>
          <p:cNvPr id="4" name="!!custody-0-selection">
            <a:extLst xmlns:a="http://schemas.openxmlformats.org/drawingml/2006/main">
              <a:ext uri="{FF2B5EF4-FFF2-40B4-BE49-F238E27FC236}">
                <a16:creationId xmlns:a16="http://schemas.microsoft.com/office/drawing/2014/main" id="{006F0FA2-56F9-43A1-ADCF-F7963F710867}"/>
              </a:ext>
            </a:extLst>
          </p:cNvPr>
          <p:cNvSpPr>
            <a:spLocks xmlns:a="http://schemas.openxmlformats.org/drawingml/2006/main" noGrp="1"/>
          </p:cNvSpPr>
          <p:nvPr/>
        </p:nvSpPr>
        <p:spPr>
          <a:xfrm xmlns:a="http://schemas.openxmlformats.org/drawingml/2006/main">
            <a:off x="657225" y="2047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5" name="!!custody-0-icon-0">
            <a:extLst xmlns:a="http://schemas.openxmlformats.org/drawingml/2006/main">
              <a:ext uri="{FF2B5EF4-FFF2-40B4-BE49-F238E27FC236}">
                <a16:creationId xmlns:a16="http://schemas.microsoft.com/office/drawing/2014/main" id="{4D47B876-F4ED-4AA3-AE56-1039B422A770}"/>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6" name="!!custody-0-icon-1">
            <a:extLst xmlns:a="http://schemas.openxmlformats.org/drawingml/2006/main">
              <a:ext uri="{FF2B5EF4-FFF2-40B4-BE49-F238E27FC236}">
                <a16:creationId xmlns:a16="http://schemas.microsoft.com/office/drawing/2014/main" id="{46777233-96D4-44E2-B924-4581551F5279}"/>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7" name="!!custody-0-icon-2">
            <a:extLst xmlns:a="http://schemas.openxmlformats.org/drawingml/2006/main">
              <a:ext uri="{FF2B5EF4-FFF2-40B4-BE49-F238E27FC236}">
                <a16:creationId xmlns:a16="http://schemas.microsoft.com/office/drawing/2014/main" id="{6B5979E6-9DBB-4B2F-A5E3-DF1228BBE1B3}"/>
              </a:ext>
            </a:extLst>
          </p:cNvPr>
          <p:cNvSpPr>
            <a:spLocks xmlns:a="http://schemas.openxmlformats.org/drawingml/2006/main" noGrp="1"/>
          </p:cNvSpPr>
          <p:nvPr/>
        </p:nvSpPr>
        <p:spPr>
          <a:xfrm xmlns:a="http://schemas.openxmlformats.org/drawingml/2006/main">
            <a:off x="788670" y="2179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sp>
        <p:nvSpPr>
          <p:cNvPr id="8" name="!!custody-0-label">
            <a:extLst xmlns:a="http://schemas.openxmlformats.org/drawingml/2006/main">
              <a:ext uri="{FF2B5EF4-FFF2-40B4-BE49-F238E27FC236}">
                <a16:creationId xmlns:a16="http://schemas.microsoft.com/office/drawing/2014/main" id="{56B6A162-448F-400C-95C1-0FDB08CC0475}"/>
              </a:ext>
            </a:extLst>
          </p:cNvPr>
          <p:cNvSpPr>
            <a:spLocks xmlns:a="http://schemas.openxmlformats.org/drawingml/2006/main" noGrp="1"/>
          </p:cNvSpPr>
          <p:nvPr/>
        </p:nvSpPr>
        <p:spPr>
          <a:xfrm xmlns:a="http://schemas.openxmlformats.org/drawingml/2006/main">
            <a:off x="1447800" y="2028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xmlns:a="http://schemas.openxmlformats.org/drawingml/2006/main">
              <a:ext uri="{FF2B5EF4-FFF2-40B4-BE49-F238E27FC236}">
                <a16:creationId xmlns:a16="http://schemas.microsoft.com/office/drawing/2014/main" id="{3E867154-B1F2-4584-9DA5-BF17872CC1C7}"/>
              </a:ext>
            </a:extLst>
          </p:cNvPr>
          <p:cNvSpPr>
            <a:spLocks xmlns:a="http://schemas.openxmlformats.org/drawingml/2006/main" noGrp="1"/>
          </p:cNvSpPr>
          <p:nvPr/>
        </p:nvSpPr>
        <p:spPr>
          <a:xfrm xmlns:a="http://schemas.openxmlformats.org/drawingml/2006/main">
            <a:off x="1447800" y="2600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xmlns:a="http://schemas.openxmlformats.org/drawingml/2006/main">
              <a:ext uri="{FF2B5EF4-FFF2-40B4-BE49-F238E27FC236}">
                <a16:creationId xmlns:a16="http://schemas.microsoft.com/office/drawing/2014/main" id="{B4215335-A601-4301-B915-34605D2CA208}"/>
              </a:ext>
            </a:extLst>
          </p:cNvPr>
          <p:cNvSpPr>
            <a:spLocks xmlns:a="http://schemas.openxmlformats.org/drawingml/2006/main" noGrp="1"/>
          </p:cNvSpPr>
          <p:nvPr/>
        </p:nvSpPr>
        <p:spPr>
          <a:xfrm xmlns:a="http://schemas.openxmlformats.org/drawingml/2006/main">
            <a:off x="657225" y="319087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1" name="!!custody-1-icon-0">
            <a:extLst xmlns:a="http://schemas.openxmlformats.org/drawingml/2006/main">
              <a:ext uri="{FF2B5EF4-FFF2-40B4-BE49-F238E27FC236}">
                <a16:creationId xmlns:a16="http://schemas.microsoft.com/office/drawing/2014/main" id="{78261A1C-C772-4C4C-BFAB-E9440EA7116F}"/>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166447"/>
            </a:solidFill>
            <a:prstDash val="solid"/>
          </a:ln>
        </p:spPr>
      </p:sp>
      <p:sp>
        <p:nvSpPr>
          <p:cNvPr id="12" name="!!custody-1-icon-1">
            <a:extLst xmlns:a="http://schemas.openxmlformats.org/drawingml/2006/main">
              <a:ext uri="{FF2B5EF4-FFF2-40B4-BE49-F238E27FC236}">
                <a16:creationId xmlns:a16="http://schemas.microsoft.com/office/drawing/2014/main" id="{AF85FA0C-C87E-4A9D-81B8-C0BD0C60BF5D}"/>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166447"/>
            </a:solidFill>
            <a:prstDash val="solid"/>
          </a:ln>
        </p:spPr>
      </p:sp>
      <p:sp>
        <p:nvSpPr>
          <p:cNvPr id="13" name="!!custody-1-icon-2">
            <a:extLst xmlns:a="http://schemas.openxmlformats.org/drawingml/2006/main">
              <a:ext uri="{FF2B5EF4-FFF2-40B4-BE49-F238E27FC236}">
                <a16:creationId xmlns:a16="http://schemas.microsoft.com/office/drawing/2014/main" id="{CC83A4E3-066F-46F6-AD60-DCA42988CE1E}"/>
              </a:ext>
            </a:extLst>
          </p:cNvPr>
          <p:cNvSpPr>
            <a:spLocks xmlns:a="http://schemas.openxmlformats.org/drawingml/2006/main" noGrp="1"/>
          </p:cNvSpPr>
          <p:nvPr/>
        </p:nvSpPr>
        <p:spPr>
          <a:xfrm xmlns:a="http://schemas.openxmlformats.org/drawingml/2006/main">
            <a:off x="788670" y="3322320"/>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166447"/>
            </a:solidFill>
            <a:prstDash val="solid"/>
          </a:ln>
        </p:spPr>
      </p:sp>
      <p:cxnSp>
        <p:nvCxnSpPr>
          <p:cNvPr id="40" name="!!connector-12-0"/>
          <p:cNvCxnSpPr>
            <a:stCxn xmlns:a="http://schemas.openxmlformats.org/drawingml/2006/main" id="4" idx="4"/>
            <a:endCxn xmlns:a="http://schemas.openxmlformats.org/drawingml/2006/main" id="10" idx="0"/>
          </p:cNvCxnSpPr>
          <p:nvPr/>
        </p:nvCxnSpPr>
        <p:spPr>
          <a:xfrm xmlns:a="http://schemas.openxmlformats.org/drawingml/2006/main">
            <a:off x="942975" y="2619375"/>
            <a:ext cx="0" cy="5715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15" name="!!custody-1-label">
            <a:extLst xmlns:a="http://schemas.openxmlformats.org/drawingml/2006/main">
              <a:ext uri="{FF2B5EF4-FFF2-40B4-BE49-F238E27FC236}">
                <a16:creationId xmlns:a16="http://schemas.microsoft.com/office/drawing/2014/main" id="{F393BCD2-C40B-46A3-B99F-7265222616A5}"/>
              </a:ext>
            </a:extLst>
          </p:cNvPr>
          <p:cNvSpPr>
            <a:spLocks xmlns:a="http://schemas.openxmlformats.org/drawingml/2006/main" noGrp="1"/>
          </p:cNvSpPr>
          <p:nvPr/>
        </p:nvSpPr>
        <p:spPr>
          <a:xfrm xmlns:a="http://schemas.openxmlformats.org/drawingml/2006/main">
            <a:off x="1447800" y="3171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xmlns:a="http://schemas.openxmlformats.org/drawingml/2006/main">
              <a:ext uri="{FF2B5EF4-FFF2-40B4-BE49-F238E27FC236}">
                <a16:creationId xmlns:a16="http://schemas.microsoft.com/office/drawing/2014/main" id="{1B93A061-C630-46C5-AD5A-791A14144454}"/>
              </a:ext>
            </a:extLst>
          </p:cNvPr>
          <p:cNvSpPr>
            <a:spLocks xmlns:a="http://schemas.openxmlformats.org/drawingml/2006/main" noGrp="1"/>
          </p:cNvSpPr>
          <p:nvPr/>
        </p:nvSpPr>
        <p:spPr>
          <a:xfrm xmlns:a="http://schemas.openxmlformats.org/drawingml/2006/main">
            <a:off x="1447800" y="3743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xmlns:a="http://schemas.openxmlformats.org/drawingml/2006/main">
              <a:ext uri="{FF2B5EF4-FFF2-40B4-BE49-F238E27FC236}">
                <a16:creationId xmlns:a16="http://schemas.microsoft.com/office/drawing/2014/main" id="{BB079700-BCE0-48A5-9C65-B4D79722D56C}"/>
              </a:ext>
            </a:extLst>
          </p:cNvPr>
          <p:cNvSpPr>
            <a:spLocks xmlns:a="http://schemas.openxmlformats.org/drawingml/2006/main" noGrp="1"/>
          </p:cNvSpPr>
          <p:nvPr/>
        </p:nvSpPr>
        <p:spPr>
          <a:xfrm xmlns:a="http://schemas.openxmlformats.org/drawingml/2006/main">
            <a:off x="581025" y="42576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custody-2-icon-0">
            <a:extLst xmlns:a="http://schemas.openxmlformats.org/drawingml/2006/main">
              <a:ext uri="{FF2B5EF4-FFF2-40B4-BE49-F238E27FC236}">
                <a16:creationId xmlns:a16="http://schemas.microsoft.com/office/drawing/2014/main" id="{F748C772-C275-4FA5-BBD5-44B8A5A6899D}"/>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9050"/>
                </a:lnTo>
                <a:lnTo>
                  <a:pt x="200025" y="66675"/>
                </a:lnTo>
                <a:lnTo>
                  <a:pt x="200025" y="161925"/>
                </a:lnTo>
                <a:lnTo>
                  <a:pt x="114300" y="209550"/>
                </a:lnTo>
                <a:lnTo>
                  <a:pt x="28575" y="161925"/>
                </a:lnTo>
                <a:close/>
              </a:path>
            </a:pathLst>
          </a:custGeom>
          <a:noFill xmlns:a="http://schemas.openxmlformats.org/drawingml/2006/main"/>
          <a:ln xmlns:a="http://schemas.openxmlformats.org/drawingml/2006/main" w="19050">
            <a:solidFill>
              <a:srgbClr val="FFFFFF"/>
            </a:solidFill>
            <a:prstDash val="solid"/>
          </a:ln>
        </p:spPr>
      </p:sp>
      <p:sp>
        <p:nvSpPr>
          <p:cNvPr id="19" name="!!custody-2-icon-1">
            <a:extLst xmlns:a="http://schemas.openxmlformats.org/drawingml/2006/main">
              <a:ext uri="{FF2B5EF4-FFF2-40B4-BE49-F238E27FC236}">
                <a16:creationId xmlns:a16="http://schemas.microsoft.com/office/drawing/2014/main" id="{4AD3AF33-FEF7-4DB0-96A7-5EB815F9C509}"/>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28575" y="66675"/>
                </a:moveTo>
                <a:lnTo>
                  <a:pt x="114300" y="114300"/>
                </a:lnTo>
                <a:lnTo>
                  <a:pt x="200025" y="66675"/>
                </a:lnTo>
              </a:path>
            </a:pathLst>
          </a:custGeom>
          <a:noFill xmlns:a="http://schemas.openxmlformats.org/drawingml/2006/main"/>
          <a:ln xmlns:a="http://schemas.openxmlformats.org/drawingml/2006/main" w="19050">
            <a:solidFill>
              <a:srgbClr val="FFFFFF"/>
            </a:solidFill>
            <a:prstDash val="solid"/>
          </a:ln>
        </p:spPr>
      </p:sp>
      <p:sp>
        <p:nvSpPr>
          <p:cNvPr id="20" name="!!custody-2-icon-2">
            <a:extLst xmlns:a="http://schemas.openxmlformats.org/drawingml/2006/main">
              <a:ext uri="{FF2B5EF4-FFF2-40B4-BE49-F238E27FC236}">
                <a16:creationId xmlns:a16="http://schemas.microsoft.com/office/drawing/2014/main" id="{774A27F5-84C4-447B-80A1-E4279CCCF50E}"/>
              </a:ext>
            </a:extLst>
          </p:cNvPr>
          <p:cNvSpPr>
            <a:spLocks xmlns:a="http://schemas.openxmlformats.org/drawingml/2006/main" noGrp="1"/>
          </p:cNvSpPr>
          <p:nvPr/>
        </p:nvSpPr>
        <p:spPr>
          <a:xfrm xmlns:a="http://schemas.openxmlformats.org/drawingml/2006/main">
            <a:off x="747522" y="4424172"/>
            <a:ext cx="390906" cy="390906"/>
          </a:xfrm>
          <a:custGeom xmlns:a="http://schemas.openxmlformats.org/drawingml/2006/main">
            <a:pathLst>
              <a:path w="228600" h="228600">
                <a:moveTo>
                  <a:pt x="114300" y="114300"/>
                </a:moveTo>
                <a:lnTo>
                  <a:pt x="114300" y="209550"/>
                </a:lnTo>
              </a:path>
            </a:pathLst>
          </a:custGeom>
          <a:noFill xmlns:a="http://schemas.openxmlformats.org/drawingml/2006/main"/>
          <a:ln xmlns:a="http://schemas.openxmlformats.org/drawingml/2006/main" w="19050">
            <a:solidFill>
              <a:srgbClr val="FFFFFF"/>
            </a:solidFill>
            <a:prstDash val="solid"/>
          </a:ln>
        </p:spPr>
      </p:sp>
      <p:cxnSp>
        <p:nvCxnSpPr>
          <p:cNvPr id="47" name="!!connector-12-1"/>
          <p:cNvCxnSpPr>
            <a:stCxn xmlns:a="http://schemas.openxmlformats.org/drawingml/2006/main" id="10" idx="4"/>
            <a:endCxn xmlns:a="http://schemas.openxmlformats.org/drawingml/2006/main" id="17" idx="0"/>
          </p:cNvCxnSpPr>
          <p:nvPr/>
        </p:nvCxnSpPr>
        <p:spPr>
          <a:xfrm xmlns:a="http://schemas.openxmlformats.org/drawingml/2006/main">
            <a:off x="942975" y="3762375"/>
            <a:ext cx="0" cy="495300"/>
          </a:xfrm>
          <a:prstGeom xmlns:a="http://schemas.openxmlformats.org/drawingml/2006/main" prst="straightConnector1">
            <a:avLst/>
          </a:prstGeom>
          <a:ln xmlns:a="http://schemas.openxmlformats.org/drawingml/2006/main" w="19050">
            <a:solidFill>
              <a:srgbClr val="166447"/>
            </a:solidFill>
            <a:prstDash val="solid"/>
            <a:tailEnd type="arrow" w="med" len="med"/>
          </a:ln>
        </p:spPr>
      </p:cxnSp>
      <p:sp>
        <p:nvSpPr>
          <p:cNvPr id="22" name="!!custody-2-label">
            <a:extLst xmlns:a="http://schemas.openxmlformats.org/drawingml/2006/main">
              <a:ext uri="{FF2B5EF4-FFF2-40B4-BE49-F238E27FC236}">
                <a16:creationId xmlns:a16="http://schemas.microsoft.com/office/drawing/2014/main" id="{12F8FF10-2972-4A69-9C53-BC2E1767D3E8}"/>
              </a:ext>
            </a:extLst>
          </p:cNvPr>
          <p:cNvSpPr>
            <a:spLocks xmlns:a="http://schemas.openxmlformats.org/drawingml/2006/main" noGrp="1"/>
          </p:cNvSpPr>
          <p:nvPr/>
        </p:nvSpPr>
        <p:spPr>
          <a:xfrm xmlns:a="http://schemas.openxmlformats.org/drawingml/2006/main">
            <a:off x="1447800" y="4314825"/>
            <a:ext cx="4095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xmlns:a="http://schemas.openxmlformats.org/drawingml/2006/main">
              <a:ext uri="{FF2B5EF4-FFF2-40B4-BE49-F238E27FC236}">
                <a16:creationId xmlns:a16="http://schemas.microsoft.com/office/drawing/2014/main" id="{134A8239-6CF5-4C07-B2B2-33C145D92028}"/>
              </a:ext>
            </a:extLst>
          </p:cNvPr>
          <p:cNvSpPr>
            <a:spLocks xmlns:a="http://schemas.openxmlformats.org/drawingml/2006/main" noGrp="1"/>
          </p:cNvSpPr>
          <p:nvPr/>
        </p:nvSpPr>
        <p:spPr>
          <a:xfrm xmlns:a="http://schemas.openxmlformats.org/drawingml/2006/main">
            <a:off x="1447800" y="4886325"/>
            <a:ext cx="409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xmlns:a="http://schemas.openxmlformats.org/drawingml/2006/main">
              <a:ext uri="{FF2B5EF4-FFF2-40B4-BE49-F238E27FC236}">
                <a16:creationId xmlns:a16="http://schemas.microsoft.com/office/drawing/2014/main" id="{44DE6038-108E-461E-89F2-709B6BE4642A}"/>
              </a:ext>
            </a:extLst>
          </p:cNvPr>
          <p:cNvSpPr>
            <a:spLocks xmlns:a="http://schemas.openxmlformats.org/drawingml/2006/main" noGrp="1"/>
          </p:cNvSpPr>
          <p:nvPr/>
        </p:nvSpPr>
        <p:spPr>
          <a:xfrm xmlns:a="http://schemas.openxmlformats.org/drawingml/2006/main">
            <a:off x="609600" y="5581650"/>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xmlns:a="http://schemas.openxmlformats.org/drawingml/2006/main">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xmlns:a="http://schemas.openxmlformats.org/drawingml/2006/main">
              <a:ext uri="{FF2B5EF4-FFF2-40B4-BE49-F238E27FC236}">
                <a16:creationId xmlns:a16="http://schemas.microsoft.com/office/drawing/2014/main" id="{47F99256-C6CB-489B-9756-A39B2ADF5D65}"/>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xmlns:a="http://schemas.openxmlformats.org/drawingml/2006/main">
              <a:ext uri="{FF2B5EF4-FFF2-40B4-BE49-F238E27FC236}">
                <a16:creationId xmlns:a16="http://schemas.microsoft.com/office/drawing/2014/main" id="{587A06B3-5A8F-4095-B069-D2E0910C9C62}"/>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spTree>
    <p:extLst>
      <p:ext uri="{BB962C8B-B14F-4D97-AF65-F5344CB8AC3E}">
        <p14:creationId xmlns:p14="http://schemas.microsoft.com/office/powerpoint/2010/main" val="16064383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3.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8729bdd3f864485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1DB35CF-1531-49E0-AE31-ADF187898EB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2D2713E3-DCCB-4B46-91B7-B10FDBB8BF1A}"/>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xmlns:a="http://schemas.openxmlformats.org/drawingml/2006/main">
              <a:ext uri="{FF2B5EF4-FFF2-40B4-BE49-F238E27FC236}">
                <a16:creationId xmlns:a16="http://schemas.microsoft.com/office/drawing/2014/main" id="{3486F067-4EA9-47B9-A309-1E729C20B211}"/>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signed-icon-0">
            <a:extLst xmlns:a="http://schemas.openxmlformats.org/drawingml/2006/main">
              <a:ext uri="{FF2B5EF4-FFF2-40B4-BE49-F238E27FC236}">
                <a16:creationId xmlns:a16="http://schemas.microsoft.com/office/drawing/2014/main" id="{C76CE9E5-A5F8-4A5B-A37A-3721FE5BAEAB}"/>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38100" y="161925"/>
                </a:moveTo>
                <a:lnTo>
                  <a:pt x="28575" y="209550"/>
                </a:lnTo>
                <a:lnTo>
                  <a:pt x="76200" y="200025"/>
                </a:lnTo>
                <a:lnTo>
                  <a:pt x="200025" y="76200"/>
                </a:lnTo>
                <a:lnTo>
                  <a:pt x="152400" y="28575"/>
                </a:lnTo>
                <a:close/>
              </a:path>
            </a:pathLst>
          </a:custGeom>
          <a:noFill xmlns:a="http://schemas.openxmlformats.org/drawingml/2006/main"/>
          <a:ln xmlns:a="http://schemas.openxmlformats.org/drawingml/2006/main" w="19050">
            <a:solidFill>
              <a:srgbClr val="A3BCAB"/>
            </a:solidFill>
            <a:prstDash val="solid"/>
          </a:ln>
        </p:spPr>
      </p:sp>
      <p:sp>
        <p:nvSpPr>
          <p:cNvPr id="6" name="!!signed-icon-1">
            <a:extLst xmlns:a="http://schemas.openxmlformats.org/drawingml/2006/main">
              <a:ext uri="{FF2B5EF4-FFF2-40B4-BE49-F238E27FC236}">
                <a16:creationId xmlns:a16="http://schemas.microsoft.com/office/drawing/2014/main" id="{9C417B0A-FAF2-4B73-B331-69984C2EF566}"/>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33350" y="47625"/>
                </a:moveTo>
                <a:lnTo>
                  <a:pt x="180975" y="95250"/>
                </a:lnTo>
              </a:path>
            </a:pathLst>
          </a:custGeom>
          <a:noFill xmlns:a="http://schemas.openxmlformats.org/drawingml/2006/main"/>
          <a:ln xmlns:a="http://schemas.openxmlformats.org/drawingml/2006/main" w="19050">
            <a:solidFill>
              <a:srgbClr val="A3BCAB"/>
            </a:solidFill>
            <a:prstDash val="solid"/>
          </a:ln>
        </p:spPr>
      </p:sp>
      <p:sp>
        <p:nvSpPr>
          <p:cNvPr id="7" name="!!signed-icon-2">
            <a:extLst xmlns:a="http://schemas.openxmlformats.org/drawingml/2006/main">
              <a:ext uri="{FF2B5EF4-FFF2-40B4-BE49-F238E27FC236}">
                <a16:creationId xmlns:a16="http://schemas.microsoft.com/office/drawing/2014/main" id="{1270AE5C-E170-4228-96F7-73E319E9F734}"/>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95250" y="209550"/>
                </a:moveTo>
                <a:lnTo>
                  <a:pt x="209550" y="209550"/>
                </a:lnTo>
              </a:path>
            </a:pathLst>
          </a:custGeom>
          <a:noFill xmlns:a="http://schemas.openxmlformats.org/drawingml/2006/main"/>
          <a:ln xmlns:a="http://schemas.openxmlformats.org/drawingml/2006/main" w="19050">
            <a:solidFill>
              <a:srgbClr val="A3BCAB"/>
            </a:solidFill>
            <a:prstDash val="solid"/>
          </a:ln>
        </p:spPr>
      </p:sp>
      <p:sp>
        <p:nvSpPr>
          <p:cNvPr id="8" name="!!signed-label">
            <a:extLst xmlns:a="http://schemas.openxmlformats.org/drawingml/2006/main">
              <a:ext uri="{FF2B5EF4-FFF2-40B4-BE49-F238E27FC236}">
                <a16:creationId xmlns:a16="http://schemas.microsoft.com/office/drawing/2014/main" id="{559706E2-D0C3-4C67-8ED7-96E3DCAC39CA}"/>
              </a:ext>
            </a:extLst>
          </p:cNvPr>
          <p:cNvSpPr>
            <a:spLocks xmlns:a="http://schemas.openxmlformats.org/drawingml/2006/main" noGrp="1"/>
          </p:cNvSpPr>
          <p:nvPr/>
        </p:nvSpPr>
        <p:spPr>
          <a:xfrm xmlns:a="http://schemas.openxmlformats.org/drawingml/2006/main">
            <a:off x="1524000" y="213360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xmlns:a="http://schemas.openxmlformats.org/drawingml/2006/main">
              <a:ext uri="{FF2B5EF4-FFF2-40B4-BE49-F238E27FC236}">
                <a16:creationId xmlns:a16="http://schemas.microsoft.com/office/drawing/2014/main" id="{470BAEFE-221C-4DC0-923A-84EAE2BC5770}"/>
              </a:ext>
            </a:extLst>
          </p:cNvPr>
          <p:cNvSpPr>
            <a:spLocks xmlns:a="http://schemas.openxmlformats.org/drawingml/2006/main" noGrp="1"/>
          </p:cNvSpPr>
          <p:nvPr/>
        </p:nvSpPr>
        <p:spPr>
          <a:xfrm xmlns:a="http://schemas.openxmlformats.org/drawingml/2006/main">
            <a:off x="1524000" y="270510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xmlns:a="http://schemas.openxmlformats.org/drawingml/2006/main">
              <a:ext uri="{FF2B5EF4-FFF2-40B4-BE49-F238E27FC236}">
                <a16:creationId xmlns:a16="http://schemas.microsoft.com/office/drawing/2014/main" id="{5315FEF6-96C9-4AA2-AEF6-5954E05E31FE}"/>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1" name="!!audit-icon-0">
            <a:extLst xmlns:a="http://schemas.openxmlformats.org/drawingml/2006/main">
              <a:ext uri="{FF2B5EF4-FFF2-40B4-BE49-F238E27FC236}">
                <a16:creationId xmlns:a16="http://schemas.microsoft.com/office/drawing/2014/main" id="{FDF44D24-BD67-4583-834C-F23993DACAA1}"/>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2" name="!!audit-icon-1">
            <a:extLst xmlns:a="http://schemas.openxmlformats.org/drawingml/2006/main">
              <a:ext uri="{FF2B5EF4-FFF2-40B4-BE49-F238E27FC236}">
                <a16:creationId xmlns:a16="http://schemas.microsoft.com/office/drawing/2014/main" id="{BCDBCF33-52B1-48BB-B53A-9C4570D219D0}"/>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3" name="!!audit-label">
            <a:extLst xmlns:a="http://schemas.openxmlformats.org/drawingml/2006/main">
              <a:ext uri="{FF2B5EF4-FFF2-40B4-BE49-F238E27FC236}">
                <a16:creationId xmlns:a16="http://schemas.microsoft.com/office/drawing/2014/main" id="{0A4C14F2-170B-4F56-859E-FC4E1B86F741}"/>
              </a:ext>
            </a:extLst>
          </p:cNvPr>
          <p:cNvSpPr>
            <a:spLocks xmlns:a="http://schemas.openxmlformats.org/drawingml/2006/main" noGrp="1"/>
          </p:cNvSpPr>
          <p:nvPr/>
        </p:nvSpPr>
        <p:spPr>
          <a:xfrm xmlns:a="http://schemas.openxmlformats.org/drawingml/2006/main">
            <a:off x="1524000" y="3371850"/>
            <a:ext cx="9658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xmlns:a="http://schemas.openxmlformats.org/drawingml/2006/main">
              <a:ext uri="{FF2B5EF4-FFF2-40B4-BE49-F238E27FC236}">
                <a16:creationId xmlns:a16="http://schemas.microsoft.com/office/drawing/2014/main" id="{2D8361A0-2399-4435-A338-CBC6A8A190EC}"/>
              </a:ext>
            </a:extLst>
          </p:cNvPr>
          <p:cNvSpPr>
            <a:spLocks xmlns:a="http://schemas.openxmlformats.org/drawingml/2006/main" noGrp="1"/>
          </p:cNvSpPr>
          <p:nvPr/>
        </p:nvSpPr>
        <p:spPr>
          <a:xfrm xmlns:a="http://schemas.openxmlformats.org/drawingml/2006/main">
            <a:off x="1524000" y="3943350"/>
            <a:ext cx="9658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xmlns:a="http://schemas.openxmlformats.org/drawingml/2006/main">
              <a:ext uri="{FF2B5EF4-FFF2-40B4-BE49-F238E27FC236}">
                <a16:creationId xmlns:a16="http://schemas.microsoft.com/office/drawing/2014/main" id="{C50EB467-72E9-40CC-AA48-26F72B4BA418}"/>
              </a:ext>
            </a:extLst>
          </p:cNvPr>
          <p:cNvSpPr>
            <a:spLocks xmlns:a="http://schemas.openxmlformats.org/drawingml/2006/main" noGrp="1"/>
          </p:cNvSpPr>
          <p:nvPr/>
        </p:nvSpPr>
        <p:spPr>
          <a:xfrm xmlns:a="http://schemas.openxmlformats.org/drawingml/2006/main">
            <a:off x="600075" y="4867275"/>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6" name="!!external-source-icon-0">
            <a:extLst xmlns:a="http://schemas.openxmlformats.org/drawingml/2006/main">
              <a:ext uri="{FF2B5EF4-FFF2-40B4-BE49-F238E27FC236}">
                <a16:creationId xmlns:a16="http://schemas.microsoft.com/office/drawing/2014/main" id="{B7798323-9C5B-450E-88AA-60534FC8C138}"/>
              </a:ext>
            </a:extLst>
          </p:cNvPr>
          <p:cNvSpPr>
            <a:spLocks xmlns:a="http://schemas.openxmlformats.org/drawingml/2006/main" noGrp="1"/>
          </p:cNvSpPr>
          <p:nvPr/>
        </p:nvSpPr>
        <p:spPr>
          <a:xfrm xmlns:a="http://schemas.openxmlformats.org/drawingml/2006/main">
            <a:off x="799147" y="5066348"/>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7" name="!!external-source-icon-1">
            <a:extLst xmlns:a="http://schemas.openxmlformats.org/drawingml/2006/main">
              <a:ext uri="{FF2B5EF4-FFF2-40B4-BE49-F238E27FC236}">
                <a16:creationId xmlns:a16="http://schemas.microsoft.com/office/drawing/2014/main" id="{2FA73D58-6DEA-4DB4-A17C-7E508985A3F2}"/>
              </a:ext>
            </a:extLst>
          </p:cNvPr>
          <p:cNvSpPr>
            <a:spLocks xmlns:a="http://schemas.openxmlformats.org/drawingml/2006/main" noGrp="1"/>
          </p:cNvSpPr>
          <p:nvPr/>
        </p:nvSpPr>
        <p:spPr>
          <a:xfrm xmlns:a="http://schemas.openxmlformats.org/drawingml/2006/main">
            <a:off x="766572" y="5033772"/>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8" name="!!external-evidence">
            <a:extLst xmlns:a="http://schemas.openxmlformats.org/drawingml/2006/main">
              <a:ext uri="{FF2B5EF4-FFF2-40B4-BE49-F238E27FC236}">
                <a16:creationId xmlns:a16="http://schemas.microsoft.com/office/drawing/2014/main" id="{802B0583-17E6-4FB1-A88E-EB18B39DDE9A}"/>
              </a:ext>
            </a:extLst>
          </p:cNvPr>
          <p:cNvSpPr>
            <a:spLocks xmlns:a="http://schemas.openxmlformats.org/drawingml/2006/main" noGrp="1"/>
          </p:cNvSpPr>
          <p:nvPr/>
        </p:nvSpPr>
        <p:spPr>
          <a:xfrm xmlns:a="http://schemas.openxmlformats.org/drawingml/2006/main">
            <a:off x="1524000" y="4867275"/>
            <a:ext cx="962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xmlns:a="http://schemas.openxmlformats.org/drawingml/2006/main">
              <a:ext uri="{FF2B5EF4-FFF2-40B4-BE49-F238E27FC236}">
                <a16:creationId xmlns:a16="http://schemas.microsoft.com/office/drawing/2014/main" id="{7FA03B00-7FCB-474A-896B-31E36412DAA6}"/>
              </a:ext>
            </a:extLst>
          </p:cNvPr>
          <p:cNvSpPr>
            <a:spLocks xmlns:a="http://schemas.openxmlformats.org/drawingml/2006/main" noGrp="1"/>
          </p:cNvSpPr>
          <p:nvPr/>
        </p:nvSpPr>
        <p:spPr>
          <a:xfrm xmlns:a="http://schemas.openxmlformats.org/drawingml/2006/main">
            <a:off x="1524000" y="5562600"/>
            <a:ext cx="962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xmlns:a="http://schemas.openxmlformats.org/drawingml/2006/main">
              <a:ext uri="{FF2B5EF4-FFF2-40B4-BE49-F238E27FC236}">
                <a16:creationId xmlns:a16="http://schemas.microsoft.com/office/drawing/2014/main" id="{42322DAE-CAC8-416D-9C5D-824D37F6387E}"/>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xmlns:a="http://schemas.openxmlformats.org/drawingml/2006/main">
              <a:ext uri="{FF2B5EF4-FFF2-40B4-BE49-F238E27FC236}">
                <a16:creationId xmlns:a16="http://schemas.microsoft.com/office/drawing/2014/main" id="{D2C910F0-3B69-494D-A67E-05503833057B}"/>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4.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0" name="!!backdrop"/>
          <p:cNvPicPr>
            <a:picLocks xmlns:a="http://schemas.openxmlformats.org/drawingml/2006/main" noChangeAspect="1"/>
          </p:cNvPicPr>
          <p:nvPr/>
        </p:nvPicPr>
        <p:blipFill>
          <a:blip xmlns:r="http://schemas.openxmlformats.org/officeDocument/2006/relationships" xmlns:a="http://schemas.openxmlformats.org/drawingml/2006/main" r:embed="R9bed401e49534a4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E7FA9518-BF3F-437B-A6E7-5AE5E2E1135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sp>
        <p:nvSpPr>
          <p:cNvPr id="3" name="!!leaf-result-symbol-selection">
            <a:extLst xmlns:a="http://schemas.openxmlformats.org/drawingml/2006/main">
              <a:ext uri="{FF2B5EF4-FFF2-40B4-BE49-F238E27FC236}">
                <a16:creationId xmlns:a16="http://schemas.microsoft.com/office/drawing/2014/main" id="{C2870958-1AE5-4716-897E-E02D62219840}"/>
              </a:ext>
            </a:extLst>
          </p:cNvPr>
          <p:cNvSpPr>
            <a:spLocks xmlns:a="http://schemas.openxmlformats.org/drawingml/2006/main" noGrp="1"/>
          </p:cNvSpPr>
          <p:nvPr/>
        </p:nvSpPr>
        <p:spPr>
          <a:xfrm xmlns:a="http://schemas.openxmlformats.org/drawingml/2006/main">
            <a:off x="600075" y="1400175"/>
            <a:ext cx="723900" cy="723900"/>
          </a:xfrm>
          <a:prstGeom xmlns:a="http://schemas.openxmlformats.org/drawingml/2006/main" prst="hexagon">
            <a:avLst/>
          </a:prstGeom>
          <a:solidFill xmlns:a="http://schemas.openxmlformats.org/drawingml/2006/main">
            <a:srgbClr val="166447"/>
          </a:solidFill>
          <a:ln xmlns:a="http://schemas.openxmlformats.org/drawingml/2006/main" w="28575">
            <a:solidFill>
              <a:srgbClr val="C8A45B"/>
            </a:solidFill>
          </a:ln>
        </p:spPr>
      </p:sp>
      <p:sp>
        <p:nvSpPr>
          <p:cNvPr id="4" name="!!leaf-result-symbol-icon-0">
            <a:extLst xmlns:a="http://schemas.openxmlformats.org/drawingml/2006/main">
              <a:ext uri="{FF2B5EF4-FFF2-40B4-BE49-F238E27FC236}">
                <a16:creationId xmlns:a16="http://schemas.microsoft.com/office/drawing/2014/main" id="{FC05414F-73C7-4CC8-B4AE-EA5386F3DDD1}"/>
              </a:ext>
            </a:extLst>
          </p:cNvPr>
          <p:cNvSpPr>
            <a:spLocks xmlns:a="http://schemas.openxmlformats.org/drawingml/2006/main" noGrp="1"/>
          </p:cNvSpPr>
          <p:nvPr/>
        </p:nvSpPr>
        <p:spPr>
          <a:xfrm xmlns:a="http://schemas.openxmlformats.org/drawingml/2006/main">
            <a:off x="882396" y="1682496"/>
            <a:ext cx="159258" cy="159258"/>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5" name="!!leaf-result-symbol-icon-1">
            <a:extLst xmlns:a="http://schemas.openxmlformats.org/drawingml/2006/main">
              <a:ext uri="{FF2B5EF4-FFF2-40B4-BE49-F238E27FC236}">
                <a16:creationId xmlns:a16="http://schemas.microsoft.com/office/drawing/2014/main" id="{DBCC4F4D-D0F7-488B-8152-E39725704A84}"/>
              </a:ext>
            </a:extLst>
          </p:cNvPr>
          <p:cNvSpPr>
            <a:spLocks xmlns:a="http://schemas.openxmlformats.org/drawingml/2006/main" noGrp="1"/>
          </p:cNvSpPr>
          <p:nvPr/>
        </p:nvSpPr>
        <p:spPr>
          <a:xfrm xmlns:a="http://schemas.openxmlformats.org/drawingml/2006/main">
            <a:off x="922210" y="1722311"/>
            <a:ext cx="79629" cy="79629"/>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6" name="!!leaf-result-symbol-icon-2">
            <a:extLst xmlns:a="http://schemas.openxmlformats.org/drawingml/2006/main">
              <a:ext uri="{FF2B5EF4-FFF2-40B4-BE49-F238E27FC236}">
                <a16:creationId xmlns:a16="http://schemas.microsoft.com/office/drawing/2014/main" id="{DB36F2DD-9A40-49ED-AD25-AC046448B5A9}"/>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FFFFFF"/>
            </a:solidFill>
            <a:prstDash val="solid"/>
          </a:ln>
        </p:spPr>
      </p:sp>
      <p:sp>
        <p:nvSpPr>
          <p:cNvPr id="7" name="!!leaf-result-symbol-icon-3">
            <a:extLst xmlns:a="http://schemas.openxmlformats.org/drawingml/2006/main">
              <a:ext uri="{FF2B5EF4-FFF2-40B4-BE49-F238E27FC236}">
                <a16:creationId xmlns:a16="http://schemas.microsoft.com/office/drawing/2014/main" id="{2F9F91B5-5D36-44FB-B859-90D7DFCBE7BC}"/>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FFFFFF"/>
            </a:solidFill>
            <a:prstDash val="solid"/>
          </a:ln>
        </p:spPr>
      </p:sp>
      <p:sp>
        <p:nvSpPr>
          <p:cNvPr id="8" name="!!leaf-result-symbol-icon-4">
            <a:extLst xmlns:a="http://schemas.openxmlformats.org/drawingml/2006/main">
              <a:ext uri="{FF2B5EF4-FFF2-40B4-BE49-F238E27FC236}">
                <a16:creationId xmlns:a16="http://schemas.microsoft.com/office/drawing/2014/main" id="{BD6D83B3-9089-4381-A0CC-124267CD4862}"/>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FFFFFF"/>
            </a:solidFill>
            <a:prstDash val="solid"/>
          </a:ln>
        </p:spPr>
      </p:sp>
      <p:sp>
        <p:nvSpPr>
          <p:cNvPr id="9" name="!!leaf-result-symbol-icon-5">
            <a:extLst xmlns:a="http://schemas.openxmlformats.org/drawingml/2006/main">
              <a:ext uri="{FF2B5EF4-FFF2-40B4-BE49-F238E27FC236}">
                <a16:creationId xmlns:a16="http://schemas.microsoft.com/office/drawing/2014/main" id="{EDAF8938-952B-4AFD-BDAD-23F31BE77CBA}"/>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FFFFFF"/>
            </a:solidFill>
            <a:prstDash val="solid"/>
          </a:ln>
        </p:spPr>
      </p:sp>
      <p:sp>
        <p:nvSpPr>
          <p:cNvPr id="10" name="!!leaf-result-symbol-icon-6">
            <a:extLst xmlns:a="http://schemas.openxmlformats.org/drawingml/2006/main">
              <a:ext uri="{FF2B5EF4-FFF2-40B4-BE49-F238E27FC236}">
                <a16:creationId xmlns:a16="http://schemas.microsoft.com/office/drawing/2014/main" id="{E9E34215-8609-4934-848E-D6473FF9571B}"/>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FFFFFF"/>
            </a:solidFill>
            <a:prstDash val="solid"/>
          </a:ln>
        </p:spPr>
      </p:sp>
      <p:sp>
        <p:nvSpPr>
          <p:cNvPr id="11" name="!!leaf-result-symbol-icon-7">
            <a:extLst xmlns:a="http://schemas.openxmlformats.org/drawingml/2006/main">
              <a:ext uri="{FF2B5EF4-FFF2-40B4-BE49-F238E27FC236}">
                <a16:creationId xmlns:a16="http://schemas.microsoft.com/office/drawing/2014/main" id="{9AFB0989-C7DD-4FCD-97DF-D39BB5E261E5}"/>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FFFFFF"/>
            </a:solidFill>
            <a:prstDash val="solid"/>
          </a:ln>
        </p:spPr>
      </p:sp>
      <p:sp>
        <p:nvSpPr>
          <p:cNvPr id="12" name="!!leaf-result-symbol-icon-8">
            <a:extLst xmlns:a="http://schemas.openxmlformats.org/drawingml/2006/main">
              <a:ext uri="{FF2B5EF4-FFF2-40B4-BE49-F238E27FC236}">
                <a16:creationId xmlns:a16="http://schemas.microsoft.com/office/drawing/2014/main" id="{E6528E95-F1C7-46E5-BBD9-874A8F77157F}"/>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FFFFFF"/>
            </a:solidFill>
            <a:prstDash val="solid"/>
          </a:ln>
        </p:spPr>
      </p:sp>
      <p:sp>
        <p:nvSpPr>
          <p:cNvPr id="13" name="!!leaf-result-symbol-icon-9">
            <a:extLst xmlns:a="http://schemas.openxmlformats.org/drawingml/2006/main">
              <a:ext uri="{FF2B5EF4-FFF2-40B4-BE49-F238E27FC236}">
                <a16:creationId xmlns:a16="http://schemas.microsoft.com/office/drawing/2014/main" id="{BFE3A8C9-46F6-44D9-8E23-06926D7D798B}"/>
              </a:ext>
            </a:extLst>
          </p:cNvPr>
          <p:cNvSpPr>
            <a:spLocks xmlns:a="http://schemas.openxmlformats.org/drawingml/2006/main" noGrp="1"/>
          </p:cNvSpPr>
          <p:nvPr/>
        </p:nvSpPr>
        <p:spPr>
          <a:xfrm xmlns:a="http://schemas.openxmlformats.org/drawingml/2006/main">
            <a:off x="802767" y="1602867"/>
            <a:ext cx="318516" cy="318516"/>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FFFFFF"/>
            </a:solidFill>
            <a:prstDash val="solid"/>
          </a:ln>
        </p:spPr>
      </p:sp>
      <p:sp>
        <p:nvSpPr>
          <p:cNvPr id="14" name="!!leaf-framework">
            <a:extLst xmlns:a="http://schemas.openxmlformats.org/drawingml/2006/main">
              <a:ext uri="{FF2B5EF4-FFF2-40B4-BE49-F238E27FC236}">
                <a16:creationId xmlns:a16="http://schemas.microsoft.com/office/drawing/2014/main" id="{AC2E3D62-9E88-4BCB-A3D0-B60252FA5BCD}"/>
              </a:ext>
            </a:extLst>
          </p:cNvPr>
          <p:cNvSpPr>
            <a:spLocks xmlns:a="http://schemas.openxmlformats.org/drawingml/2006/main" noGrp="1"/>
          </p:cNvSpPr>
          <p:nvPr/>
        </p:nvSpPr>
        <p:spPr>
          <a:xfrm xmlns:a="http://schemas.openxmlformats.org/drawingml/2006/main">
            <a:off x="1447800" y="161925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1">
                <a:solidFill>
                  <a:srgbClr val="166447"/>
                </a:solidFill>
                <a:latin typeface="Segoe UI"/>
                <a:ea typeface="Segoe UI"/>
                <a:cs typeface="Segoe UI"/>
              </a:defRPr>
            </a:pPr>
            <a:r>
              <a:rPr sz="1725" b="1">
                <a:solidFill>
                  <a:srgbClr val="166447"/>
                </a:solidFill>
                <a:latin typeface="Segoe UI"/>
                <a:ea typeface="Segoe UI"/>
                <a:cs typeface="Segoe UI"/>
              </a:rPr>
              <a:t>ONNX Runtime · FastAPI</a:t>
            </a:r>
          </a:p>
        </p:txBody>
      </p:sp>
      <p:pic>
        <p:nvPicPr>
          <p:cNvPr id="34" name="!!leaf-result"/>
          <p:cNvPicPr>
            <a:picLocks xmlns:a="http://schemas.openxmlformats.org/drawingml/2006/main" noChangeAspect="1"/>
          </p:cNvPicPr>
          <p:nvPr/>
        </p:nvPicPr>
        <p:blipFill>
          <a:blip xmlns:r="http://schemas.openxmlformats.org/officeDocument/2006/relationships" xmlns:a="http://schemas.openxmlformats.org/drawingml/2006/main" r:embed="R1891b92b958a47f2"/>
          <a:stretch xmlns:a="http://schemas.openxmlformats.org/drawingml/2006/main"/>
        </p:blipFill>
        <p:spPr>
          <a:xfrm xmlns:a="http://schemas.openxmlformats.org/drawingml/2006/main">
            <a:off x="5524500" y="2078543"/>
            <a:ext cx="6000750" cy="3377188"/>
          </a:xfrm>
          <a:prstGeom xmlns:a="http://schemas.openxmlformats.org/drawingml/2006/main" prst="rect">
            <a:avLst/>
          </a:prstGeom>
        </p:spPr>
      </p:pic>
      <p:sp>
        <p:nvSpPr>
          <p:cNvPr id="16" name="!!leaf-limit">
            <a:extLst xmlns:a="http://schemas.openxmlformats.org/drawingml/2006/main">
              <a:ext uri="{FF2B5EF4-FFF2-40B4-BE49-F238E27FC236}">
                <a16:creationId xmlns:a16="http://schemas.microsoft.com/office/drawing/2014/main" id="{627D00F8-E261-4033-BDF6-9135197D9B52}"/>
              </a:ext>
            </a:extLst>
          </p:cNvPr>
          <p:cNvSpPr>
            <a:spLocks xmlns:a="http://schemas.openxmlformats.org/drawingml/2006/main" noGrp="1"/>
          </p:cNvSpPr>
          <p:nvPr/>
        </p:nvSpPr>
        <p:spPr>
          <a:xfrm xmlns:a="http://schemas.openxmlformats.org/drawingml/2006/main">
            <a:off x="609600" y="2400300"/>
            <a:ext cx="4495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39,6% · 3 nhãn đối chiếu</a:t>
            </a:r>
          </a:p>
          <a:p xmlns:a="http://schemas.openxmlformats.org/drawingml/2006/main">
            <a:pPr>
              <a:defRPr sz="2550" b="1">
                <a:solidFill>
                  <a:srgbClr val="142F24"/>
                </a:solidFill>
                <a:latin typeface="Segoe UI"/>
                <a:ea typeface="Segoe UI"/>
                <a:cs typeface="Segoe UI"/>
              </a:defRPr>
            </a:pPr>
            <a:r>
              <a:rPr sz="2550" b="1">
                <a:solidFill>
                  <a:srgbClr val="142F24"/>
                </a:solidFill>
                <a:latin typeface="Segoe UI"/>
                <a:ea typeface="Segoe UI"/>
                <a:cs typeface="Segoe UI"/>
              </a:rPr>
              <a:t>Phomopsis: 0/59 đúng</a:t>
            </a:r>
          </a:p>
        </p:txBody>
      </p:sp>
      <p:sp>
        <p:nvSpPr>
          <p:cNvPr id="17" name="!!leaf-chemistry">
            <a:extLst xmlns:a="http://schemas.openxmlformats.org/drawingml/2006/main">
              <a:ext uri="{FF2B5EF4-FFF2-40B4-BE49-F238E27FC236}">
                <a16:creationId xmlns:a16="http://schemas.microsoft.com/office/drawing/2014/main" id="{D9C1DA34-3783-49BD-A4AD-C0FCE06F74F1}"/>
              </a:ext>
            </a:extLst>
          </p:cNvPr>
          <p:cNvSpPr>
            <a:spLocks xmlns:a="http://schemas.openxmlformats.org/drawingml/2006/main" noGrp="1"/>
          </p:cNvSpPr>
          <p:nvPr/>
        </p:nvSpPr>
        <p:spPr>
          <a:xfrm xmlns:a="http://schemas.openxmlformats.org/drawingml/2006/main">
            <a:off x="609600" y="4171950"/>
            <a:ext cx="4495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xmlns:a="http://schemas.openxmlformats.org/drawingml/2006/main">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xmlns:a="http://schemas.openxmlformats.org/drawingml/2006/main">
              <a:ext uri="{FF2B5EF4-FFF2-40B4-BE49-F238E27FC236}">
                <a16:creationId xmlns:a16="http://schemas.microsoft.com/office/drawing/2014/main" id="{7ABAD889-7375-425D-B909-7E0C5C864CF8}"/>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xmlns:a="http://schemas.openxmlformats.org/drawingml/2006/main">
              <a:ext uri="{FF2B5EF4-FFF2-40B4-BE49-F238E27FC236}">
                <a16:creationId xmlns:a16="http://schemas.microsoft.com/office/drawing/2014/main" id="{5129D993-F0EB-4E45-99B0-58A7D1224AC8}"/>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Mendeley Data v2, 29/09/2026 · Nền AI</a:t>
            </a:r>
          </a:p>
        </p:txBody>
      </p:sp>
    </p:spTree>
    <p:extLst>
      <p:ext uri="{BB962C8B-B14F-4D97-AF65-F5344CB8AC3E}">
        <p14:creationId xmlns:p14="http://schemas.microsoft.com/office/powerpoint/2010/main" val="38141309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5.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4" name="!!backdrop"/>
          <p:cNvPicPr>
            <a:picLocks xmlns:a="http://schemas.openxmlformats.org/drawingml/2006/main" noChangeAspect="1"/>
          </p:cNvPicPr>
          <p:nvPr/>
        </p:nvPicPr>
        <p:blipFill>
          <a:blip xmlns:r="http://schemas.openxmlformats.org/officeDocument/2006/relationships" xmlns:a="http://schemas.openxmlformats.org/drawingml/2006/main" r:embed="Rdf4b09c605054bf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8C333B1-B2E8-47CE-8202-A9A63864902B}"/>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xmlns:a="http://schemas.openxmlformats.org/drawingml/2006/main">
              <a:ext uri="{FF2B5EF4-FFF2-40B4-BE49-F238E27FC236}">
                <a16:creationId xmlns:a16="http://schemas.microsoft.com/office/drawing/2014/main" id="{687C282B-ADB5-421C-88EE-F296E807D95F}"/>
              </a:ext>
            </a:extLst>
          </p:cNvPr>
          <p:cNvSpPr>
            <a:spLocks xmlns:a="http://schemas.openxmlformats.org/drawingml/2006/main" noGrp="1"/>
          </p:cNvSpPr>
          <p:nvPr/>
        </p:nvSpPr>
        <p:spPr>
          <a:xfrm xmlns:a="http://schemas.openxmlformats.org/drawingml/2006/main">
            <a:off x="685800" y="2362200"/>
            <a:ext cx="609600" cy="609600"/>
          </a:xfrm>
          <a:prstGeom xmlns:a="http://schemas.openxmlformats.org/drawingml/2006/main" prst="hexagon">
            <a:avLst/>
          </a:prstGeom>
          <a:solidFill xmlns:a="http://schemas.openxmlformats.org/drawingml/2006/main">
            <a:srgbClr val="E5EBDD"/>
          </a:solidFill>
          <a:ln xmlns:a="http://schemas.openxmlformats.org/drawingml/2006/main" w="9525">
            <a:solidFill>
              <a:srgbClr val="166447"/>
            </a:solidFill>
          </a:ln>
        </p:spPr>
      </p:sp>
      <p:sp>
        <p:nvSpPr>
          <p:cNvPr id="4" name="!!synthetic-symbol-icon-0">
            <a:extLst xmlns:a="http://schemas.openxmlformats.org/drawingml/2006/main">
              <a:ext uri="{FF2B5EF4-FFF2-40B4-BE49-F238E27FC236}">
                <a16:creationId xmlns:a16="http://schemas.microsoft.com/office/drawing/2014/main" id="{DD079F0C-3650-415E-98BE-4E3B103458BB}"/>
              </a:ext>
            </a:extLst>
          </p:cNvPr>
          <p:cNvSpPr>
            <a:spLocks xmlns:a="http://schemas.openxmlformats.org/drawingml/2006/main" noGrp="1"/>
          </p:cNvSpPr>
          <p:nvPr/>
        </p:nvSpPr>
        <p:spPr>
          <a:xfrm xmlns:a="http://schemas.openxmlformats.org/drawingml/2006/main">
            <a:off x="923544" y="2599944"/>
            <a:ext cx="134112" cy="134112"/>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5" name="!!synthetic-symbol-icon-1">
            <a:extLst xmlns:a="http://schemas.openxmlformats.org/drawingml/2006/main">
              <a:ext uri="{FF2B5EF4-FFF2-40B4-BE49-F238E27FC236}">
                <a16:creationId xmlns:a16="http://schemas.microsoft.com/office/drawing/2014/main" id="{C3220D69-C9C2-413F-B763-FB7330D1BDA7}"/>
              </a:ext>
            </a:extLst>
          </p:cNvPr>
          <p:cNvSpPr>
            <a:spLocks xmlns:a="http://schemas.openxmlformats.org/drawingml/2006/main" noGrp="1"/>
          </p:cNvSpPr>
          <p:nvPr/>
        </p:nvSpPr>
        <p:spPr>
          <a:xfrm xmlns:a="http://schemas.openxmlformats.org/drawingml/2006/main">
            <a:off x="957072" y="2633472"/>
            <a:ext cx="67056" cy="67056"/>
          </a:xfrm>
          <a:prstGeom xmlns:a="http://schemas.openxmlformats.org/drawingml/2006/main" prst="rect">
            <a:avLst/>
          </a:prstGeom>
          <a:noFill xmlns:a="http://schemas.openxmlformats.org/drawingml/2006/main"/>
          <a:ln xmlns:a="http://schemas.openxmlformats.org/drawingml/2006/main" w="19050">
            <a:solidFill>
              <a:srgbClr val="166447"/>
            </a:solidFill>
            <a:prstDash val="solid"/>
          </a:ln>
        </p:spPr>
      </p:sp>
      <p:sp>
        <p:nvSpPr>
          <p:cNvPr id="6" name="!!synthetic-symbol-icon-2">
            <a:extLst xmlns:a="http://schemas.openxmlformats.org/drawingml/2006/main">
              <a:ext uri="{FF2B5EF4-FFF2-40B4-BE49-F238E27FC236}">
                <a16:creationId xmlns:a16="http://schemas.microsoft.com/office/drawing/2014/main" id="{90771EED-E7F0-4339-B8C4-7ACC4C2B251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9050"/>
                </a:moveTo>
                <a:lnTo>
                  <a:pt x="85725" y="57150"/>
                </a:lnTo>
              </a:path>
            </a:pathLst>
          </a:custGeom>
          <a:noFill xmlns:a="http://schemas.openxmlformats.org/drawingml/2006/main"/>
          <a:ln xmlns:a="http://schemas.openxmlformats.org/drawingml/2006/main" w="19050">
            <a:solidFill>
              <a:srgbClr val="166447"/>
            </a:solidFill>
            <a:prstDash val="solid"/>
          </a:ln>
        </p:spPr>
      </p:sp>
      <p:sp>
        <p:nvSpPr>
          <p:cNvPr id="7" name="!!synthetic-symbol-icon-3">
            <a:extLst xmlns:a="http://schemas.openxmlformats.org/drawingml/2006/main">
              <a:ext uri="{FF2B5EF4-FFF2-40B4-BE49-F238E27FC236}">
                <a16:creationId xmlns:a16="http://schemas.microsoft.com/office/drawing/2014/main" id="{58EE848D-47F8-489E-8F93-DEB3C0A5835C}"/>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85725" y="171450"/>
                </a:moveTo>
                <a:lnTo>
                  <a:pt x="85725" y="209550"/>
                </a:lnTo>
              </a:path>
            </a:pathLst>
          </a:custGeom>
          <a:noFill xmlns:a="http://schemas.openxmlformats.org/drawingml/2006/main"/>
          <a:ln xmlns:a="http://schemas.openxmlformats.org/drawingml/2006/main" w="19050">
            <a:solidFill>
              <a:srgbClr val="166447"/>
            </a:solidFill>
            <a:prstDash val="solid"/>
          </a:ln>
        </p:spPr>
      </p:sp>
      <p:sp>
        <p:nvSpPr>
          <p:cNvPr id="8" name="!!synthetic-symbol-icon-4">
            <a:extLst xmlns:a="http://schemas.openxmlformats.org/drawingml/2006/main">
              <a:ext uri="{FF2B5EF4-FFF2-40B4-BE49-F238E27FC236}">
                <a16:creationId xmlns:a16="http://schemas.microsoft.com/office/drawing/2014/main" id="{1423C817-29A2-4179-AC39-916BEF86826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85725"/>
                </a:moveTo>
                <a:lnTo>
                  <a:pt x="57150" y="85725"/>
                </a:lnTo>
              </a:path>
            </a:pathLst>
          </a:custGeom>
          <a:noFill xmlns:a="http://schemas.openxmlformats.org/drawingml/2006/main"/>
          <a:ln xmlns:a="http://schemas.openxmlformats.org/drawingml/2006/main" w="19050">
            <a:solidFill>
              <a:srgbClr val="166447"/>
            </a:solidFill>
            <a:prstDash val="solid"/>
          </a:ln>
        </p:spPr>
      </p:sp>
      <p:sp>
        <p:nvSpPr>
          <p:cNvPr id="9" name="!!synthetic-symbol-icon-5">
            <a:extLst xmlns:a="http://schemas.openxmlformats.org/drawingml/2006/main">
              <a:ext uri="{FF2B5EF4-FFF2-40B4-BE49-F238E27FC236}">
                <a16:creationId xmlns:a16="http://schemas.microsoft.com/office/drawing/2014/main" id="{775E0BBA-3E03-4394-B620-5B999CDCD94F}"/>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85725"/>
                </a:moveTo>
                <a:lnTo>
                  <a:pt x="209550" y="85725"/>
                </a:lnTo>
              </a:path>
            </a:pathLst>
          </a:custGeom>
          <a:noFill xmlns:a="http://schemas.openxmlformats.org/drawingml/2006/main"/>
          <a:ln xmlns:a="http://schemas.openxmlformats.org/drawingml/2006/main" w="19050">
            <a:solidFill>
              <a:srgbClr val="166447"/>
            </a:solidFill>
            <a:prstDash val="solid"/>
          </a:ln>
        </p:spPr>
      </p:sp>
      <p:sp>
        <p:nvSpPr>
          <p:cNvPr id="10" name="!!synthetic-symbol-icon-6">
            <a:extLst xmlns:a="http://schemas.openxmlformats.org/drawingml/2006/main">
              <a:ext uri="{FF2B5EF4-FFF2-40B4-BE49-F238E27FC236}">
                <a16:creationId xmlns:a16="http://schemas.microsoft.com/office/drawing/2014/main" id="{6EBE0A23-C6E4-40A6-B7C6-B08CDEE317A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9050"/>
                </a:moveTo>
                <a:lnTo>
                  <a:pt x="142875" y="57150"/>
                </a:lnTo>
              </a:path>
            </a:pathLst>
          </a:custGeom>
          <a:noFill xmlns:a="http://schemas.openxmlformats.org/drawingml/2006/main"/>
          <a:ln xmlns:a="http://schemas.openxmlformats.org/drawingml/2006/main" w="19050">
            <a:solidFill>
              <a:srgbClr val="166447"/>
            </a:solidFill>
            <a:prstDash val="solid"/>
          </a:ln>
        </p:spPr>
      </p:sp>
      <p:sp>
        <p:nvSpPr>
          <p:cNvPr id="11" name="!!synthetic-symbol-icon-7">
            <a:extLst xmlns:a="http://schemas.openxmlformats.org/drawingml/2006/main">
              <a:ext uri="{FF2B5EF4-FFF2-40B4-BE49-F238E27FC236}">
                <a16:creationId xmlns:a16="http://schemas.microsoft.com/office/drawing/2014/main" id="{17ADD63E-908F-441A-AF50-86EA59E2BDF2}"/>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42875" y="171450"/>
                </a:moveTo>
                <a:lnTo>
                  <a:pt x="142875" y="209550"/>
                </a:lnTo>
              </a:path>
            </a:pathLst>
          </a:custGeom>
          <a:noFill xmlns:a="http://schemas.openxmlformats.org/drawingml/2006/main"/>
          <a:ln xmlns:a="http://schemas.openxmlformats.org/drawingml/2006/main" w="19050">
            <a:solidFill>
              <a:srgbClr val="166447"/>
            </a:solidFill>
            <a:prstDash val="solid"/>
          </a:ln>
        </p:spPr>
      </p:sp>
      <p:sp>
        <p:nvSpPr>
          <p:cNvPr id="12" name="!!synthetic-symbol-icon-8">
            <a:extLst xmlns:a="http://schemas.openxmlformats.org/drawingml/2006/main">
              <a:ext uri="{FF2B5EF4-FFF2-40B4-BE49-F238E27FC236}">
                <a16:creationId xmlns:a16="http://schemas.microsoft.com/office/drawing/2014/main" id="{1EEC89C5-FD83-4BE1-8358-05A7344D2333}"/>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9050" y="142875"/>
                </a:moveTo>
                <a:lnTo>
                  <a:pt x="57150" y="142875"/>
                </a:lnTo>
              </a:path>
            </a:pathLst>
          </a:custGeom>
          <a:noFill xmlns:a="http://schemas.openxmlformats.org/drawingml/2006/main"/>
          <a:ln xmlns:a="http://schemas.openxmlformats.org/drawingml/2006/main" w="19050">
            <a:solidFill>
              <a:srgbClr val="166447"/>
            </a:solidFill>
            <a:prstDash val="solid"/>
          </a:ln>
        </p:spPr>
      </p:sp>
      <p:sp>
        <p:nvSpPr>
          <p:cNvPr id="13" name="!!synthetic-symbol-icon-9">
            <a:extLst xmlns:a="http://schemas.openxmlformats.org/drawingml/2006/main">
              <a:ext uri="{FF2B5EF4-FFF2-40B4-BE49-F238E27FC236}">
                <a16:creationId xmlns:a16="http://schemas.microsoft.com/office/drawing/2014/main" id="{0A2D151E-8B76-4BDF-9E9D-6634493234E9}"/>
              </a:ext>
            </a:extLst>
          </p:cNvPr>
          <p:cNvSpPr>
            <a:spLocks xmlns:a="http://schemas.openxmlformats.org/drawingml/2006/main" noGrp="1"/>
          </p:cNvSpPr>
          <p:nvPr/>
        </p:nvSpPr>
        <p:spPr>
          <a:xfrm xmlns:a="http://schemas.openxmlformats.org/drawingml/2006/main">
            <a:off x="856488" y="2532888"/>
            <a:ext cx="268224" cy="268224"/>
          </a:xfrm>
          <a:custGeom xmlns:a="http://schemas.openxmlformats.org/drawingml/2006/main">
            <a:pathLst>
              <a:path w="228600" h="228600">
                <a:moveTo>
                  <a:pt x="171450" y="142875"/>
                </a:moveTo>
                <a:lnTo>
                  <a:pt x="209550" y="142875"/>
                </a:lnTo>
              </a:path>
            </a:pathLst>
          </a:custGeom>
          <a:noFill xmlns:a="http://schemas.openxmlformats.org/drawingml/2006/main"/>
          <a:ln xmlns:a="http://schemas.openxmlformats.org/drawingml/2006/main" w="19050">
            <a:solidFill>
              <a:srgbClr val="166447"/>
            </a:solidFill>
            <a:prstDash val="solid"/>
          </a:ln>
        </p:spPr>
      </p:sp>
      <p:sp>
        <p:nvSpPr>
          <p:cNvPr id="14" name="!!synthetic">
            <a:extLst xmlns:a="http://schemas.openxmlformats.org/drawingml/2006/main">
              <a:ext uri="{FF2B5EF4-FFF2-40B4-BE49-F238E27FC236}">
                <a16:creationId xmlns:a16="http://schemas.microsoft.com/office/drawing/2014/main" id="{7D1D60E9-BC99-4059-A68A-BCA83CE3DD1B}"/>
              </a:ext>
            </a:extLst>
          </p:cNvPr>
          <p:cNvSpPr>
            <a:spLocks xmlns:a="http://schemas.openxmlformats.org/drawingml/2006/main" noGrp="1"/>
          </p:cNvSpPr>
          <p:nvPr/>
        </p:nvSpPr>
        <p:spPr>
          <a:xfrm xmlns:a="http://schemas.openxmlformats.org/drawingml/2006/main">
            <a:off x="1600200" y="2362200"/>
            <a:ext cx="4429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xmlns:a="http://schemas.openxmlformats.org/drawingml/2006/main">
              <a:ext uri="{FF2B5EF4-FFF2-40B4-BE49-F238E27FC236}">
                <a16:creationId xmlns:a16="http://schemas.microsoft.com/office/drawing/2014/main" id="{5A638616-357F-46C4-9C51-2B4206462FC0}"/>
              </a:ext>
            </a:extLst>
          </p:cNvPr>
          <p:cNvSpPr>
            <a:spLocks xmlns:a="http://schemas.openxmlformats.org/drawingml/2006/main" noGrp="1"/>
          </p:cNvSpPr>
          <p:nvPr/>
        </p:nvSpPr>
        <p:spPr>
          <a:xfrm xmlns:a="http://schemas.openxmlformats.org/drawingml/2006/main">
            <a:off x="1600200" y="3228975"/>
            <a:ext cx="4286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xmlns:a="http://schemas.openxmlformats.org/drawingml/2006/main">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xmlns:a="http://schemas.openxmlformats.org/drawingml/2006/main">
              <a:ext uri="{FF2B5EF4-FFF2-40B4-BE49-F238E27FC236}">
                <a16:creationId xmlns:a16="http://schemas.microsoft.com/office/drawing/2014/main" id="{E53A5EEA-1543-42AC-B77E-A53A28F7B2D9}"/>
              </a:ext>
            </a:extLst>
          </p:cNvPr>
          <p:cNvSpPr>
            <a:spLocks xmlns:a="http://schemas.openxmlformats.org/drawingml/2006/main" noGrp="1"/>
          </p:cNvSpPr>
          <p:nvPr/>
        </p:nvSpPr>
        <p:spPr>
          <a:xfrm xmlns:a="http://schemas.openxmlformats.org/drawingml/2006/main">
            <a:off x="609600" y="4867275"/>
            <a:ext cx="5238750" cy="19050"/>
          </a:xfrm>
          <a:prstGeom xmlns:a="http://schemas.openxmlformats.org/drawingml/2006/main" prst="rect">
            <a:avLst/>
          </a:prstGeom>
          <a:solidFill xmlns:a="http://schemas.openxmlformats.org/drawingml/2006/main">
            <a:srgbClr val="166447"/>
          </a:solidFill>
          <a:ln xmlns:a="http://schemas.openxmlformats.org/drawingml/2006/main" w="0">
            <a:noFill/>
          </a:ln>
        </p:spPr>
      </p:sp>
      <p:sp>
        <p:nvSpPr>
          <p:cNvPr id="17" name="!!rule-symbol-selection">
            <a:extLst xmlns:a="http://schemas.openxmlformats.org/drawingml/2006/main">
              <a:ext uri="{FF2B5EF4-FFF2-40B4-BE49-F238E27FC236}">
                <a16:creationId xmlns:a16="http://schemas.microsoft.com/office/drawing/2014/main" id="{DCB65B5E-6069-420A-BEBA-A29F124E028A}"/>
              </a:ext>
            </a:extLst>
          </p:cNvPr>
          <p:cNvSpPr>
            <a:spLocks xmlns:a="http://schemas.openxmlformats.org/drawingml/2006/main" noGrp="1"/>
          </p:cNvSpPr>
          <p:nvPr/>
        </p:nvSpPr>
        <p:spPr>
          <a:xfrm xmlns:a="http://schemas.openxmlformats.org/drawingml/2006/main">
            <a:off x="609600" y="5114925"/>
            <a:ext cx="666750" cy="66675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8" name="!!rule-symbol-icon-0">
            <a:extLst xmlns:a="http://schemas.openxmlformats.org/drawingml/2006/main">
              <a:ext uri="{FF2B5EF4-FFF2-40B4-BE49-F238E27FC236}">
                <a16:creationId xmlns:a16="http://schemas.microsoft.com/office/drawing/2014/main" id="{C2882E14-D77D-40C8-B5AF-C0DDB2337B3C}"/>
              </a:ext>
            </a:extLst>
          </p:cNvPr>
          <p:cNvSpPr>
            <a:spLocks xmlns:a="http://schemas.openxmlformats.org/drawingml/2006/main" noGrp="1"/>
          </p:cNvSpPr>
          <p:nvPr/>
        </p:nvSpPr>
        <p:spPr>
          <a:xfrm xmlns:a="http://schemas.openxmlformats.org/drawingml/2006/main">
            <a:off x="792956" y="5298281"/>
            <a:ext cx="210026" cy="21002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9" name="!!rule-symbol-icon-1">
            <a:extLst xmlns:a="http://schemas.openxmlformats.org/drawingml/2006/main">
              <a:ext uri="{FF2B5EF4-FFF2-40B4-BE49-F238E27FC236}">
                <a16:creationId xmlns:a16="http://schemas.microsoft.com/office/drawing/2014/main" id="{8B273C73-AC5C-4246-9638-507713C241E6}"/>
              </a:ext>
            </a:extLst>
          </p:cNvPr>
          <p:cNvSpPr>
            <a:spLocks xmlns:a="http://schemas.openxmlformats.org/drawingml/2006/main" noGrp="1"/>
          </p:cNvSpPr>
          <p:nvPr/>
        </p:nvSpPr>
        <p:spPr>
          <a:xfrm xmlns:a="http://schemas.openxmlformats.org/drawingml/2006/main">
            <a:off x="762953" y="5268278"/>
            <a:ext cx="360045" cy="360045"/>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20" name="!!rule">
            <a:extLst xmlns:a="http://schemas.openxmlformats.org/drawingml/2006/main">
              <a:ext uri="{FF2B5EF4-FFF2-40B4-BE49-F238E27FC236}">
                <a16:creationId xmlns:a16="http://schemas.microsoft.com/office/drawing/2014/main" id="{01DEBA63-676E-4D04-9ACC-DC3F8CA4875B}"/>
              </a:ext>
            </a:extLst>
          </p:cNvPr>
          <p:cNvSpPr>
            <a:spLocks xmlns:a="http://schemas.openxmlformats.org/drawingml/2006/main" noGrp="1"/>
          </p:cNvSpPr>
          <p:nvPr/>
        </p:nvSpPr>
        <p:spPr>
          <a:xfrm xmlns:a="http://schemas.openxmlformats.org/drawingml/2006/main">
            <a:off x="1447800" y="5162550"/>
            <a:ext cx="4591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xmlns:a="http://schemas.openxmlformats.org/drawingml/2006/main">
              <a:ext uri="{FF2B5EF4-FFF2-40B4-BE49-F238E27FC236}">
                <a16:creationId xmlns:a16="http://schemas.microsoft.com/office/drawing/2014/main" id="{B77BF9E6-429B-40E8-B0D3-43B46A520A18}"/>
              </a:ext>
            </a:extLst>
          </p:cNvPr>
          <p:cNvSpPr>
            <a:spLocks xmlns:a="http://schemas.openxmlformats.org/drawingml/2006/main" noGrp="1"/>
          </p:cNvSpPr>
          <p:nvPr/>
        </p:nvSpPr>
        <p:spPr>
          <a:xfrm xmlns:a="http://schemas.openxmlformats.org/drawingml/2006/main">
            <a:off x="609600" y="5829300"/>
            <a:ext cx="5572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xmlns:a="http://schemas.openxmlformats.org/drawingml/2006/main">
              <a:ext uri="{FF2B5EF4-FFF2-40B4-BE49-F238E27FC236}">
                <a16:creationId xmlns:a16="http://schemas.microsoft.com/office/drawing/2014/main" id="{F935CFCC-753F-44EA-BD4F-48DEDCF9C40B}"/>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xmlns:a="http://schemas.openxmlformats.org/drawingml/2006/main">
              <a:ext uri="{FF2B5EF4-FFF2-40B4-BE49-F238E27FC236}">
                <a16:creationId xmlns:a16="http://schemas.microsoft.com/office/drawing/2014/main" id="{D6DA4087-78FA-4BAE-8BF5-BD55A51086F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6.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38b11ac3ab4d47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6CDC97E2-591B-417D-ACD4-C5E08CC3BB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AC42F45C-8C27-4CCC-BB2F-4AC470A7FB09}"/>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
          <p:cNvGraphicFramePr/>
          <p:nvPr/>
        </p:nvGraphicFramePr>
        <p:xfrm>
          <a:off xmlns:a="http://schemas.openxmlformats.org/drawingml/2006/main" x="609600" y="2114550"/>
          <a:ext xmlns:a="http://schemas.openxmlformats.org/drawingml/2006/main" cx="10896600" cy="3733800"/>
        </p:xfrm>
        <a:graphic xmlns:a="http://schemas.openxmlformats.org/drawingml/2006/main">
          <a:graphicData uri="http://schemas.openxmlformats.org/drawingml/2006/table">
            <a:tbl>
              <a:tblPr/>
              <a:tblGrid>
                <a:gridCol w="1647825"/>
                <a:gridCol w="4171950"/>
                <a:gridCol w="5076825"/>
              </a:tblGrid>
              <a:tr h="933450">
                <a:tc>
                  <a:txBody>
                    <a:bodyPr wrap="square" lIns="152400" tIns="123825" rIns="152400" bIns="123825">
                      <a:normAutofit/>
                    </a:bodyPr>
                    <a:lstStyle/>
                    <a:p>
                      <a:r>
                        <a:rPr sz="1875" b="1">
                          <a:solidFill>
                            <a:srgbClr val="F4F1E8"/>
                          </a:solidFill>
                          <a:latin typeface="Segoe UI"/>
                          <a:ea typeface="Segoe UI"/>
                          <a:cs typeface="Segoe UI"/>
                        </a:rPr>
                        <a:t>Luồng</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Hiện có</a:t>
                      </a:r>
                    </a:p>
                  </a:txBody>
                  <a:tcPr marL="91440" marR="91440" marT="45720" marB="45720" anchor="ctr">
                    <a:solidFill>
                      <a:srgbClr val="166447"/>
                    </a:solidFill>
                  </a:tcPr>
                </a:tc>
                <a:tc>
                  <a:txBody>
                    <a:bodyPr wrap="square" lIns="152400" tIns="123825" rIns="152400" bIns="123825">
                      <a:normAutofit/>
                    </a:bodyPr>
                    <a:lstStyle/>
                    <a:p>
                      <a:r>
                        <a:rPr sz="1875" b="1">
                          <a:solidFill>
                            <a:srgbClr val="F4F1E8"/>
                          </a:solidFill>
                          <a:latin typeface="Segoe UI"/>
                          <a:ea typeface="Segoe UI"/>
                          <a:cs typeface="Segoe UI"/>
                        </a:rPr>
                        <a:t>Cần xác nhận</a:t>
                      </a:r>
                    </a:p>
                  </a:txBody>
                  <a:tcPr marL="91440" marR="91440" marT="45720" marB="45720" anchor="ctr">
                    <a:solidFill>
                      <a:srgbClr val="166447"/>
                    </a:solidFill>
                  </a:tcPr>
                </a:tc>
              </a:tr>
              <a:tr h="933450">
                <a:tc>
                  <a:txBody>
                    <a:bodyPr wrap="square" lIns="152400" tIns="123825" rIns="152400" bIns="123825">
                      <a:normAutofit/>
                    </a:bodyPr>
                    <a:lstStyle/>
                    <a:p>
                      <a:r>
                        <a:rPr sz="1800" b="0">
                          <a:solidFill>
                            <a:srgbClr val="F4F1E8"/>
                          </a:solidFill>
                          <a:latin typeface="Segoe UI"/>
                          <a:ea typeface="Segoe UI"/>
                          <a:cs typeface="Segoe UI"/>
                        </a:rPr>
                        <a:t>Cloud</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UI, API, RLS, Google login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Tạo lô / upload / QR trên production</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Solana</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Source và local validator</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Binary Devnet khớp source hiện tại</a:t>
                      </a:r>
                    </a:p>
                  </a:txBody>
                  <a:tcPr marL="91440" marR="91440" marT="45720" marB="45720" anchor="ctr">
                    <a:solidFill>
                      <a:srgbClr val="143629"/>
                    </a:solidFill>
                  </a:tcPr>
                </a:tc>
              </a:tr>
              <a:tr h="933450">
                <a:tc>
                  <a:txBody>
                    <a:bodyPr wrap="square" lIns="152400" tIns="123825" rIns="152400" bIns="123825">
                      <a:normAutofit/>
                    </a:bodyPr>
                    <a:lstStyle/>
                    <a:p>
                      <a:r>
                        <a:rPr sz="1800" b="0">
                          <a:solidFill>
                            <a:srgbClr val="F4F1E8"/>
                          </a:solidFill>
                          <a:latin typeface="Segoe UI"/>
                          <a:ea typeface="Segoe UI"/>
                          <a:cs typeface="Segoe UI"/>
                        </a:rPr>
                        <a:t>AI</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80/202 · 3 nhãn</a:t>
                      </a:r>
                    </a:p>
                  </a:txBody>
                  <a:tcPr marL="91440" marR="91440" marT="45720" marB="45720" anchor="ctr">
                    <a:solidFill>
                      <a:srgbClr val="143629"/>
                    </a:solidFill>
                  </a:tcPr>
                </a:tc>
                <a:tc>
                  <a:txBody>
                    <a:bodyPr wrap="square" lIns="152400" tIns="123825" rIns="152400" bIns="123825">
                      <a:normAutofit/>
                    </a:bodyPr>
                    <a:lstStyle/>
                    <a:p>
                      <a:r>
                        <a:rPr sz="1800" b="0">
                          <a:solidFill>
                            <a:srgbClr val="F4F1E8"/>
                          </a:solidFill>
                          <a:latin typeface="Segoe UI"/>
                          <a:ea typeface="Segoe UI"/>
                          <a:cs typeface="Segoe UI"/>
                        </a:rPr>
                        <a:t>Kiểm thử theo vườn/cây</a:t>
                      </a:r>
                    </a:p>
                  </a:txBody>
                  <a:tcPr marL="91440" marR="91440" marT="45720" marB="45720" anchor="ctr">
                    <a:solidFill>
                      <a:srgbClr val="143629"/>
                    </a:solidFill>
                  </a:tcPr>
                </a:tc>
              </a:tr>
            </a:tbl>
          </a:graphicData>
        </a:graphic>
      </p:graphicFrame>
      <p:sp>
        <p:nvSpPr>
          <p:cNvPr id="5" name="!!mvp-selected-row">
            <a:extLst xmlns:a="http://schemas.openxmlformats.org/drawingml/2006/main">
              <a:ext uri="{FF2B5EF4-FFF2-40B4-BE49-F238E27FC236}">
                <a16:creationId xmlns:a16="http://schemas.microsoft.com/office/drawing/2014/main" id="{65F0D8F3-D11E-49BA-9866-9C57066DE099}"/>
              </a:ext>
            </a:extLst>
          </p:cNvPr>
          <p:cNvSpPr>
            <a:spLocks xmlns:a="http://schemas.openxmlformats.org/drawingml/2006/main" noGrp="1"/>
          </p:cNvSpPr>
          <p:nvPr/>
        </p:nvSpPr>
        <p:spPr>
          <a:xfrm xmlns:a="http://schemas.openxmlformats.org/drawingml/2006/main">
            <a:off x="609600" y="4914900"/>
            <a:ext cx="10896600" cy="933450"/>
          </a:xfrm>
          <a:prstGeom xmlns:a="http://schemas.openxmlformats.org/drawingml/2006/main" prst="rect">
            <a:avLst/>
          </a:prstGeom>
          <a:noFill xmlns:a="http://schemas.openxmlformats.org/drawingml/2006/main"/>
          <a:ln xmlns:a="http://schemas.openxmlformats.org/drawingml/2006/main" w="28575">
            <a:solidFill>
              <a:srgbClr val="C8A45B"/>
            </a:solidFill>
          </a:ln>
        </p:spPr>
      </p:sp>
      <p:sp>
        <p:nvSpPr>
          <p:cNvPr id="6" name="!!mvp-next">
            <a:extLst xmlns:a="http://schemas.openxmlformats.org/drawingml/2006/main">
              <a:ext uri="{FF2B5EF4-FFF2-40B4-BE49-F238E27FC236}">
                <a16:creationId xmlns:a16="http://schemas.microsoft.com/office/drawing/2014/main" id="{696A6AC6-88E7-4B74-B87F-2F6A0A95F4BC}"/>
              </a:ext>
            </a:extLst>
          </p:cNvPr>
          <p:cNvSpPr>
            <a:spLocks xmlns:a="http://schemas.openxmlformats.org/drawingml/2006/main" noGrp="1"/>
          </p:cNvSpPr>
          <p:nvPr/>
        </p:nvSpPr>
        <p:spPr>
          <a:xfrm xmlns:a="http://schemas.openxmlformats.org/drawingml/2006/main">
            <a:off x="609600" y="60864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xmlns:a="http://schemas.openxmlformats.org/drawingml/2006/main">
              <a:ext uri="{FF2B5EF4-FFF2-40B4-BE49-F238E27FC236}">
                <a16:creationId xmlns:a16="http://schemas.microsoft.com/office/drawing/2014/main" id="{34B51362-C0D7-4431-A12E-0D29608049D2}"/>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xmlns:a="http://schemas.openxmlformats.org/drawingml/2006/main">
              <a:ext uri="{FF2B5EF4-FFF2-40B4-BE49-F238E27FC236}">
                <a16:creationId xmlns:a16="http://schemas.microsoft.com/office/drawing/2014/main" id="{2CBA6854-D63B-4536-8066-98673140B7C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AI: Mendeley v2; chưa có pilot</a:t>
            </a:r>
          </a:p>
        </p:txBody>
      </p:sp>
    </p:spTree>
    <p:extLst>
      <p:ext uri="{BB962C8B-B14F-4D97-AF65-F5344CB8AC3E}">
        <p14:creationId xmlns:p14="http://schemas.microsoft.com/office/powerpoint/2010/main" val="639087157"/>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7.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22" name="!!backdrop"/>
          <p:cNvPicPr>
            <a:picLocks xmlns:a="http://schemas.openxmlformats.org/drawingml/2006/main" noChangeAspect="1"/>
          </p:cNvPicPr>
          <p:nvPr/>
        </p:nvPicPr>
        <p:blipFill>
          <a:blip xmlns:r="http://schemas.openxmlformats.org/officeDocument/2006/relationships" xmlns:a="http://schemas.openxmlformats.org/drawingml/2006/main" r:embed="R1fb60c797b3f429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backdrop-tint">
            <a:extLst xmlns:a="http://schemas.openxmlformats.org/drawingml/2006/main">
              <a:ext uri="{FF2B5EF4-FFF2-40B4-BE49-F238E27FC236}">
                <a16:creationId xmlns:a16="http://schemas.microsoft.com/office/drawing/2014/main" id="{C7A8D730-FB06-4E4E-AED6-C59D68D9B00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2C21">
              <a:alpha val="35000"/>
            </a:srgbClr>
          </a:solidFill>
          <a:ln xmlns:a="http://schemas.openxmlformats.org/drawingml/2006/main" w="0">
            <a:noFill/>
          </a:ln>
        </p:spPr>
      </p:sp>
      <p:sp>
        <p:nvSpPr>
          <p:cNvPr id="3" name="!!headline">
            <a:extLst xmlns:a="http://schemas.openxmlformats.org/drawingml/2006/main">
              <a:ext uri="{FF2B5EF4-FFF2-40B4-BE49-F238E27FC236}">
                <a16:creationId xmlns:a16="http://schemas.microsoft.com/office/drawing/2014/main" id="{FDCA456E-BDBE-4F6F-92A4-89FAD96F9C90}"/>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xmlns:a="http://schemas.openxmlformats.org/drawingml/2006/main">
              <a:ext uri="{FF2B5EF4-FFF2-40B4-BE49-F238E27FC236}">
                <a16:creationId xmlns:a16="http://schemas.microsoft.com/office/drawing/2014/main" id="{BB66DD87-D841-4F07-B1A2-3FF723B3DE65}"/>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5" name="!!pilot-start-icon-0">
            <a:extLst xmlns:a="http://schemas.openxmlformats.org/drawingml/2006/main">
              <a:ext uri="{FF2B5EF4-FFF2-40B4-BE49-F238E27FC236}">
                <a16:creationId xmlns:a16="http://schemas.microsoft.com/office/drawing/2014/main" id="{CA565E7F-7304-4776-8400-32C1056D4EDE}"/>
              </a:ext>
            </a:extLst>
          </p:cNvPr>
          <p:cNvSpPr>
            <a:spLocks xmlns:a="http://schemas.openxmlformats.org/drawingml/2006/main" noGrp="1"/>
          </p:cNvSpPr>
          <p:nvPr/>
        </p:nvSpPr>
        <p:spPr>
          <a:xfrm xmlns:a="http://schemas.openxmlformats.org/drawingml/2006/main">
            <a:off x="901065" y="2347913"/>
            <a:ext cx="102870" cy="102870"/>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6" name="!!pilot-start-icon-1">
            <a:extLst xmlns:a="http://schemas.openxmlformats.org/drawingml/2006/main">
              <a:ext uri="{FF2B5EF4-FFF2-40B4-BE49-F238E27FC236}">
                <a16:creationId xmlns:a16="http://schemas.microsoft.com/office/drawing/2014/main" id="{63133A5D-E4B4-4623-9F86-A1734BAD9AE1}"/>
              </a:ext>
            </a:extLst>
          </p:cNvPr>
          <p:cNvSpPr>
            <a:spLocks xmlns:a="http://schemas.openxmlformats.org/drawingml/2006/main" noGrp="1"/>
          </p:cNvSpPr>
          <p:nvPr/>
        </p:nvSpPr>
        <p:spPr>
          <a:xfrm xmlns:a="http://schemas.openxmlformats.org/drawingml/2006/main">
            <a:off x="849630" y="2489359"/>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A3BCAB"/>
            </a:solidFill>
            <a:prstDash val="solid"/>
          </a:ln>
        </p:spPr>
      </p:sp>
      <p:sp>
        <p:nvSpPr>
          <p:cNvPr id="7" name="!!pilot-start-label">
            <a:extLst xmlns:a="http://schemas.openxmlformats.org/drawingml/2006/main">
              <a:ext uri="{FF2B5EF4-FFF2-40B4-BE49-F238E27FC236}">
                <a16:creationId xmlns:a16="http://schemas.microsoft.com/office/drawing/2014/main" id="{B3AADED3-5533-4224-BE8C-996B55865D40}"/>
              </a:ext>
            </a:extLst>
          </p:cNvPr>
          <p:cNvSpPr>
            <a:spLocks xmlns:a="http://schemas.openxmlformats.org/drawingml/2006/main" noGrp="1"/>
          </p:cNvSpPr>
          <p:nvPr/>
        </p:nvSpPr>
        <p:spPr>
          <a:xfrm xmlns:a="http://schemas.openxmlformats.org/drawingml/2006/main">
            <a:off x="1524000" y="213360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xmlns:a="http://schemas.openxmlformats.org/drawingml/2006/main">
              <a:ext uri="{FF2B5EF4-FFF2-40B4-BE49-F238E27FC236}">
                <a16:creationId xmlns:a16="http://schemas.microsoft.com/office/drawing/2014/main" id="{81643FEF-AD59-4DE1-91D9-A504E7D19C1C}"/>
              </a:ext>
            </a:extLst>
          </p:cNvPr>
          <p:cNvSpPr>
            <a:spLocks xmlns:a="http://schemas.openxmlformats.org/drawingml/2006/main" noGrp="1"/>
          </p:cNvSpPr>
          <p:nvPr/>
        </p:nvSpPr>
        <p:spPr>
          <a:xfrm xmlns:a="http://schemas.openxmlformats.org/drawingml/2006/main">
            <a:off x="1524000" y="270510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xmlns:a="http://schemas.openxmlformats.org/drawingml/2006/main">
              <a:ext uri="{FF2B5EF4-FFF2-40B4-BE49-F238E27FC236}">
                <a16:creationId xmlns:a16="http://schemas.microsoft.com/office/drawing/2014/main" id="{E962CE5C-09BF-4686-8250-D57E1D803620}"/>
              </a:ext>
            </a:extLst>
          </p:cNvPr>
          <p:cNvSpPr>
            <a:spLocks xmlns:a="http://schemas.openxmlformats.org/drawingml/2006/main" noGrp="1"/>
          </p:cNvSpPr>
          <p:nvPr/>
        </p:nvSpPr>
        <p:spPr>
          <a:xfrm xmlns:a="http://schemas.openxmlformats.org/drawingml/2006/main">
            <a:off x="666750" y="3429000"/>
            <a:ext cx="571500" cy="571500"/>
          </a:xfrm>
          <a:prstGeom xmlns:a="http://schemas.openxmlformats.org/drawingml/2006/main" prst="ellipse">
            <a:avLst/>
          </a:prstGeom>
          <a:solidFill xmlns:a="http://schemas.openxmlformats.org/drawingml/2006/main">
            <a:srgbClr val="183A2C"/>
          </a:solidFill>
          <a:ln xmlns:a="http://schemas.openxmlformats.org/drawingml/2006/main" w="9525">
            <a:solidFill>
              <a:srgbClr val="A3BCAB"/>
            </a:solidFill>
          </a:ln>
        </p:spPr>
      </p:sp>
      <p:sp>
        <p:nvSpPr>
          <p:cNvPr id="10" name="!!pilot-measure-icon-0">
            <a:extLst xmlns:a="http://schemas.openxmlformats.org/drawingml/2006/main">
              <a:ext uri="{FF2B5EF4-FFF2-40B4-BE49-F238E27FC236}">
                <a16:creationId xmlns:a16="http://schemas.microsoft.com/office/drawing/2014/main" id="{10F0826C-7FB0-4041-A2C1-C05FC98BBD55}"/>
              </a:ext>
            </a:extLst>
          </p:cNvPr>
          <p:cNvSpPr>
            <a:spLocks xmlns:a="http://schemas.openxmlformats.org/drawingml/2006/main" noGrp="1"/>
          </p:cNvSpPr>
          <p:nvPr/>
        </p:nvSpPr>
        <p:spPr>
          <a:xfrm xmlns:a="http://schemas.openxmlformats.org/drawingml/2006/main">
            <a:off x="823913" y="3586163"/>
            <a:ext cx="257175" cy="257175"/>
          </a:xfrm>
          <a:prstGeom xmlns:a="http://schemas.openxmlformats.org/drawingml/2006/main" prst="ellipse">
            <a:avLst/>
          </a:prstGeom>
          <a:noFill xmlns:a="http://schemas.openxmlformats.org/drawingml/2006/main"/>
          <a:ln xmlns:a="http://schemas.openxmlformats.org/drawingml/2006/main" w="19050">
            <a:solidFill>
              <a:srgbClr val="A3BCAB"/>
            </a:solidFill>
            <a:prstDash val="solid"/>
          </a:ln>
        </p:spPr>
      </p:sp>
      <p:sp>
        <p:nvSpPr>
          <p:cNvPr id="11" name="!!pilot-measure-icon-1">
            <a:extLst xmlns:a="http://schemas.openxmlformats.org/drawingml/2006/main">
              <a:ext uri="{FF2B5EF4-FFF2-40B4-BE49-F238E27FC236}">
                <a16:creationId xmlns:a16="http://schemas.microsoft.com/office/drawing/2014/main" id="{ED966982-A8E2-413E-A343-B7534B96A1DC}"/>
              </a:ext>
            </a:extLst>
          </p:cNvPr>
          <p:cNvSpPr>
            <a:spLocks xmlns:a="http://schemas.openxmlformats.org/drawingml/2006/main" noGrp="1"/>
          </p:cNvSpPr>
          <p:nvPr/>
        </p:nvSpPr>
        <p:spPr>
          <a:xfrm xmlns:a="http://schemas.openxmlformats.org/drawingml/2006/main">
            <a:off x="798195" y="3560445"/>
            <a:ext cx="308610" cy="308610"/>
          </a:xfrm>
          <a:custGeom xmlns:a="http://schemas.openxmlformats.org/drawingml/2006/main">
            <a:pathLst>
              <a:path w="228600" h="228600">
                <a:moveTo>
                  <a:pt x="114300" y="47625"/>
                </a:moveTo>
                <a:lnTo>
                  <a:pt x="114300" y="114300"/>
                </a:lnTo>
                <a:lnTo>
                  <a:pt x="161925" y="142875"/>
                </a:lnTo>
              </a:path>
            </a:pathLst>
          </a:custGeom>
          <a:noFill xmlns:a="http://schemas.openxmlformats.org/drawingml/2006/main"/>
          <a:ln xmlns:a="http://schemas.openxmlformats.org/drawingml/2006/main" w="19050">
            <a:solidFill>
              <a:srgbClr val="A3BCAB"/>
            </a:solidFill>
            <a:prstDash val="solid"/>
          </a:ln>
        </p:spPr>
      </p:sp>
      <p:sp>
        <p:nvSpPr>
          <p:cNvPr id="12" name="!!pilot-measure-label">
            <a:extLst xmlns:a="http://schemas.openxmlformats.org/drawingml/2006/main">
              <a:ext uri="{FF2B5EF4-FFF2-40B4-BE49-F238E27FC236}">
                <a16:creationId xmlns:a16="http://schemas.microsoft.com/office/drawing/2014/main" id="{BBC75C94-F322-43F2-9D63-DABFEADD2585}"/>
              </a:ext>
            </a:extLst>
          </p:cNvPr>
          <p:cNvSpPr>
            <a:spLocks xmlns:a="http://schemas.openxmlformats.org/drawingml/2006/main" noGrp="1"/>
          </p:cNvSpPr>
          <p:nvPr/>
        </p:nvSpPr>
        <p:spPr>
          <a:xfrm xmlns:a="http://schemas.openxmlformats.org/drawingml/2006/main">
            <a:off x="1524000" y="3371850"/>
            <a:ext cx="45624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xmlns:a="http://schemas.openxmlformats.org/drawingml/2006/main">
              <a:ext uri="{FF2B5EF4-FFF2-40B4-BE49-F238E27FC236}">
                <a16:creationId xmlns:a16="http://schemas.microsoft.com/office/drawing/2014/main" id="{CE29CEE1-9A7F-42C9-819B-1CD680FA8220}"/>
              </a:ext>
            </a:extLst>
          </p:cNvPr>
          <p:cNvSpPr>
            <a:spLocks xmlns:a="http://schemas.openxmlformats.org/drawingml/2006/main" noGrp="1"/>
          </p:cNvSpPr>
          <p:nvPr/>
        </p:nvSpPr>
        <p:spPr>
          <a:xfrm xmlns:a="http://schemas.openxmlformats.org/drawingml/2006/main">
            <a:off x="1524000" y="3943350"/>
            <a:ext cx="4562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xmlns:a="http://schemas.openxmlformats.org/drawingml/2006/main">
              <a:ext uri="{FF2B5EF4-FFF2-40B4-BE49-F238E27FC236}">
                <a16:creationId xmlns:a16="http://schemas.microsoft.com/office/drawing/2014/main" id="{08B75FF3-7F29-4084-A8DD-6392F80B2895}"/>
              </a:ext>
            </a:extLst>
          </p:cNvPr>
          <p:cNvSpPr>
            <a:spLocks xmlns:a="http://schemas.openxmlformats.org/drawingml/2006/main" noGrp="1"/>
          </p:cNvSpPr>
          <p:nvPr/>
        </p:nvSpPr>
        <p:spPr>
          <a:xfrm xmlns:a="http://schemas.openxmlformats.org/drawingml/2006/main">
            <a:off x="600075" y="49530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5" name="!!payer-symbol-icon-0">
            <a:extLst xmlns:a="http://schemas.openxmlformats.org/drawingml/2006/main">
              <a:ext uri="{FF2B5EF4-FFF2-40B4-BE49-F238E27FC236}">
                <a16:creationId xmlns:a16="http://schemas.microsoft.com/office/drawing/2014/main" id="{BE23DA3D-C2C1-4E3A-BDF6-FBF1479AE567}"/>
              </a:ext>
            </a:extLst>
          </p:cNvPr>
          <p:cNvSpPr>
            <a:spLocks xmlns:a="http://schemas.openxmlformats.org/drawingml/2006/main" noGrp="1"/>
          </p:cNvSpPr>
          <p:nvPr/>
        </p:nvSpPr>
        <p:spPr>
          <a:xfrm xmlns:a="http://schemas.openxmlformats.org/drawingml/2006/main">
            <a:off x="799147" y="5200936"/>
            <a:ext cx="325755" cy="260604"/>
          </a:xfrm>
          <a:prstGeom xmlns:a="http://schemas.openxmlformats.org/drawingml/2006/main" prst="roundRect">
            <a:avLst>
              <a:gd name="adj" fmla="val 29240"/>
            </a:avLst>
          </a:prstGeom>
          <a:noFill xmlns:a="http://schemas.openxmlformats.org/drawingml/2006/main"/>
          <a:ln xmlns:a="http://schemas.openxmlformats.org/drawingml/2006/main" w="19050">
            <a:solidFill>
              <a:srgbClr val="FFFFFF"/>
            </a:solidFill>
            <a:prstDash val="solid"/>
          </a:ln>
        </p:spPr>
      </p:sp>
      <p:sp>
        <p:nvSpPr>
          <p:cNvPr id="16" name="!!payer-symbol-icon-1">
            <a:extLst xmlns:a="http://schemas.openxmlformats.org/drawingml/2006/main">
              <a:ext uri="{FF2B5EF4-FFF2-40B4-BE49-F238E27FC236}">
                <a16:creationId xmlns:a16="http://schemas.microsoft.com/office/drawing/2014/main" id="{B1B0001B-07EF-4366-A9E0-F851E51DD4D1}"/>
              </a:ext>
            </a:extLst>
          </p:cNvPr>
          <p:cNvSpPr>
            <a:spLocks xmlns:a="http://schemas.openxmlformats.org/drawingml/2006/main" noGrp="1"/>
          </p:cNvSpPr>
          <p:nvPr/>
        </p:nvSpPr>
        <p:spPr>
          <a:xfrm xmlns:a="http://schemas.openxmlformats.org/drawingml/2006/main">
            <a:off x="1010888" y="5298662"/>
            <a:ext cx="114014" cy="97727"/>
          </a:xfrm>
          <a:prstGeom xmlns:a="http://schemas.openxmlformats.org/drawingml/2006/main" prst="rect">
            <a:avLst/>
          </a:prstGeom>
          <a:noFill xmlns:a="http://schemas.openxmlformats.org/drawingml/2006/main"/>
          <a:ln xmlns:a="http://schemas.openxmlformats.org/drawingml/2006/main" w="19050">
            <a:solidFill>
              <a:srgbClr val="FFFFFF"/>
            </a:solidFill>
            <a:prstDash val="solid"/>
          </a:ln>
        </p:spPr>
      </p:sp>
      <p:sp>
        <p:nvSpPr>
          <p:cNvPr id="17" name="!!payer-symbol-icon-2">
            <a:extLst xmlns:a="http://schemas.openxmlformats.org/drawingml/2006/main">
              <a:ext uri="{FF2B5EF4-FFF2-40B4-BE49-F238E27FC236}">
                <a16:creationId xmlns:a16="http://schemas.microsoft.com/office/drawing/2014/main" id="{5228A420-DFB9-48F4-9108-62D5012EF895}"/>
              </a:ext>
            </a:extLst>
          </p:cNvPr>
          <p:cNvSpPr>
            <a:spLocks xmlns:a="http://schemas.openxmlformats.org/drawingml/2006/main" noGrp="1"/>
          </p:cNvSpPr>
          <p:nvPr/>
        </p:nvSpPr>
        <p:spPr>
          <a:xfrm xmlns:a="http://schemas.openxmlformats.org/drawingml/2006/main">
            <a:off x="1043464" y="5331238"/>
            <a:ext cx="32576" cy="32576"/>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payer">
            <a:extLst xmlns:a="http://schemas.openxmlformats.org/drawingml/2006/main">
              <a:ext uri="{FF2B5EF4-FFF2-40B4-BE49-F238E27FC236}">
                <a16:creationId xmlns:a16="http://schemas.microsoft.com/office/drawing/2014/main" id="{93A40949-8097-434D-AB6D-9C653EF7C8D7}"/>
              </a:ext>
            </a:extLst>
          </p:cNvPr>
          <p:cNvSpPr>
            <a:spLocks xmlns:a="http://schemas.openxmlformats.org/drawingml/2006/main" noGrp="1"/>
          </p:cNvSpPr>
          <p:nvPr/>
        </p:nvSpPr>
        <p:spPr>
          <a:xfrm xmlns:a="http://schemas.openxmlformats.org/drawingml/2006/main">
            <a:off x="1524000" y="4972050"/>
            <a:ext cx="438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xmlns:a="http://schemas.openxmlformats.org/drawingml/2006/main">
              <a:ext uri="{FF2B5EF4-FFF2-40B4-BE49-F238E27FC236}">
                <a16:creationId xmlns:a16="http://schemas.microsoft.com/office/drawing/2014/main" id="{8DA82F7A-6A59-4DA9-B2C1-E3D31C0FD748}"/>
              </a:ext>
            </a:extLst>
          </p:cNvPr>
          <p:cNvSpPr>
            <a:spLocks xmlns:a="http://schemas.openxmlformats.org/drawingml/2006/main" noGrp="1"/>
          </p:cNvSpPr>
          <p:nvPr/>
        </p:nvSpPr>
        <p:spPr>
          <a:xfrm xmlns:a="http://schemas.openxmlformats.org/drawingml/2006/main">
            <a:off x="1524000" y="5572125"/>
            <a:ext cx="4362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xmlns:a="http://schemas.openxmlformats.org/drawingml/2006/main">
              <a:ext uri="{FF2B5EF4-FFF2-40B4-BE49-F238E27FC236}">
                <a16:creationId xmlns:a16="http://schemas.microsoft.com/office/drawing/2014/main" id="{F648EFDF-5D5E-4B1D-9615-20F6508B6A5A}"/>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xmlns:a="http://schemas.openxmlformats.org/drawingml/2006/main">
              <a:ext uri="{FF2B5EF4-FFF2-40B4-BE49-F238E27FC236}">
                <a16:creationId xmlns:a16="http://schemas.microsoft.com/office/drawing/2014/main" id="{C34CFB29-F6C1-4700-B35E-303EA94D0A4A}"/>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8.xml><?xml version="1.0" encoding="utf-8"?>
<p:sld xmlns:p="http://schemas.openxmlformats.org/presentationml/2006/main">
  <p:cSld>
    <p:bg>
      <p:bgPr>
        <a:solidFill xmlns:a="http://schemas.openxmlformats.org/drawingml/2006/main">
          <a:srgbClr val="F4F1E8"/>
        </a:solidFill>
      </p:bgPr>
    </p:bg>
    <p:spTree>
      <p:nvGrpSpPr>
        <p:cNvPr id="1" name=""/>
        <p:cNvGrpSpPr/>
        <p:nvPr/>
      </p:nvGrpSpPr>
      <p:grpSpPr>
        <a:xfrm xmlns:a="http://schemas.openxmlformats.org/drawingml/2006/main"/>
      </p:grpSpPr>
      <p:pic>
        <p:nvPicPr>
          <p:cNvPr id="23" name="!!backdrop"/>
          <p:cNvPicPr>
            <a:picLocks xmlns:a="http://schemas.openxmlformats.org/drawingml/2006/main" noChangeAspect="1"/>
          </p:cNvPicPr>
          <p:nvPr/>
        </p:nvPicPr>
        <p:blipFill>
          <a:blip xmlns:r="http://schemas.openxmlformats.org/officeDocument/2006/relationships" xmlns:a="http://schemas.openxmlformats.org/drawingml/2006/main" r:embed="Re2eae32bf9744e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headline">
            <a:extLst xmlns:a="http://schemas.openxmlformats.org/drawingml/2006/main">
              <a:ext uri="{FF2B5EF4-FFF2-40B4-BE49-F238E27FC236}">
                <a16:creationId xmlns:a16="http://schemas.microsoft.com/office/drawing/2014/main" id="{C3FBDA18-A64B-481D-8FA6-8C2CC03E7D7D}"/>
              </a:ext>
            </a:extLst>
          </p:cNvPr>
          <p:cNvSpPr>
            <a:spLocks xmlns:a="http://schemas.openxmlformats.org/drawingml/2006/main" noGrp="1"/>
          </p:cNvSpPr>
          <p:nvPr/>
        </p:nvSpPr>
        <p:spPr>
          <a:xfrm xmlns:a="http://schemas.openxmlformats.org/drawingml/2006/main">
            <a:off x="609600" y="533400"/>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xmlns:a="http://schemas.openxmlformats.org/drawingml/2006/main">
              <a:ext uri="{FF2B5EF4-FFF2-40B4-BE49-F238E27FC236}">
                <a16:creationId xmlns:a16="http://schemas.microsoft.com/office/drawing/2014/main" id="{B7B440DD-9C0A-4C61-9A93-D006B114A608}"/>
              </a:ext>
            </a:extLst>
          </p:cNvPr>
          <p:cNvSpPr>
            <a:spLocks xmlns:a="http://schemas.openxmlformats.org/drawingml/2006/main" noGrp="1"/>
          </p:cNvSpPr>
          <p:nvPr/>
        </p:nvSpPr>
        <p:spPr>
          <a:xfrm xmlns:a="http://schemas.openxmlformats.org/drawingml/2006/main">
            <a:off x="666750" y="2190750"/>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4" name="!!next-0-icon-0">
            <a:extLst xmlns:a="http://schemas.openxmlformats.org/drawingml/2006/main">
              <a:ext uri="{FF2B5EF4-FFF2-40B4-BE49-F238E27FC236}">
                <a16:creationId xmlns:a16="http://schemas.microsoft.com/office/drawing/2014/main" id="{313FDD19-18EA-4015-B1D4-8DE3235CF89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9050" y="76200"/>
                </a:moveTo>
                <a:lnTo>
                  <a:pt x="19050" y="19050"/>
                </a:lnTo>
                <a:lnTo>
                  <a:pt x="76200" y="19050"/>
                </a:lnTo>
              </a:path>
            </a:pathLst>
          </a:custGeom>
          <a:noFill xmlns:a="http://schemas.openxmlformats.org/drawingml/2006/main"/>
          <a:ln xmlns:a="http://schemas.openxmlformats.org/drawingml/2006/main" w="19050">
            <a:solidFill>
              <a:srgbClr val="166447"/>
            </a:solidFill>
            <a:prstDash val="solid"/>
          </a:ln>
        </p:spPr>
      </p:sp>
      <p:sp>
        <p:nvSpPr>
          <p:cNvPr id="5" name="!!next-0-icon-1">
            <a:extLst xmlns:a="http://schemas.openxmlformats.org/drawingml/2006/main">
              <a:ext uri="{FF2B5EF4-FFF2-40B4-BE49-F238E27FC236}">
                <a16:creationId xmlns:a16="http://schemas.microsoft.com/office/drawing/2014/main" id="{6F59683D-760F-48E1-A2C5-3C32BC420738}"/>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152400" y="19050"/>
                </a:moveTo>
                <a:lnTo>
                  <a:pt x="209550" y="19050"/>
                </a:lnTo>
                <a:lnTo>
                  <a:pt x="209550" y="76200"/>
                </a:lnTo>
              </a:path>
            </a:pathLst>
          </a:custGeom>
          <a:noFill xmlns:a="http://schemas.openxmlformats.org/drawingml/2006/main"/>
          <a:ln xmlns:a="http://schemas.openxmlformats.org/drawingml/2006/main" w="19050">
            <a:solidFill>
              <a:srgbClr val="166447"/>
            </a:solidFill>
            <a:prstDash val="solid"/>
          </a:ln>
        </p:spPr>
      </p:sp>
      <p:sp>
        <p:nvSpPr>
          <p:cNvPr id="6" name="!!next-0-icon-2">
            <a:extLst xmlns:a="http://schemas.openxmlformats.org/drawingml/2006/main">
              <a:ext uri="{FF2B5EF4-FFF2-40B4-BE49-F238E27FC236}">
                <a16:creationId xmlns:a16="http://schemas.microsoft.com/office/drawing/2014/main" id="{4ED5CDE6-3F96-4A1D-BC7E-1B17F83F6C67}"/>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209550" y="152400"/>
                </a:moveTo>
                <a:lnTo>
                  <a:pt x="209550" y="209550"/>
                </a:lnTo>
                <a:lnTo>
                  <a:pt x="152400" y="209550"/>
                </a:lnTo>
              </a:path>
            </a:pathLst>
          </a:custGeom>
          <a:noFill xmlns:a="http://schemas.openxmlformats.org/drawingml/2006/main"/>
          <a:ln xmlns:a="http://schemas.openxmlformats.org/drawingml/2006/main" w="19050">
            <a:solidFill>
              <a:srgbClr val="166447"/>
            </a:solidFill>
            <a:prstDash val="solid"/>
          </a:ln>
        </p:spPr>
      </p:sp>
      <p:sp>
        <p:nvSpPr>
          <p:cNvPr id="7" name="!!next-0-icon-3">
            <a:extLst xmlns:a="http://schemas.openxmlformats.org/drawingml/2006/main">
              <a:ext uri="{FF2B5EF4-FFF2-40B4-BE49-F238E27FC236}">
                <a16:creationId xmlns:a16="http://schemas.microsoft.com/office/drawing/2014/main" id="{EB163C6C-6CF7-482A-A702-A799832F38E9}"/>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76200" y="209550"/>
                </a:moveTo>
                <a:lnTo>
                  <a:pt x="19050" y="209550"/>
                </a:lnTo>
                <a:lnTo>
                  <a:pt x="19050" y="152400"/>
                </a:lnTo>
              </a:path>
            </a:pathLst>
          </a:custGeom>
          <a:noFill xmlns:a="http://schemas.openxmlformats.org/drawingml/2006/main"/>
          <a:ln xmlns:a="http://schemas.openxmlformats.org/drawingml/2006/main" w="19050">
            <a:solidFill>
              <a:srgbClr val="166447"/>
            </a:solidFill>
            <a:prstDash val="solid"/>
          </a:ln>
        </p:spPr>
      </p:sp>
      <p:sp>
        <p:nvSpPr>
          <p:cNvPr id="8" name="!!next-0-icon-4">
            <a:extLst xmlns:a="http://schemas.openxmlformats.org/drawingml/2006/main">
              <a:ext uri="{FF2B5EF4-FFF2-40B4-BE49-F238E27FC236}">
                <a16:creationId xmlns:a16="http://schemas.microsoft.com/office/drawing/2014/main" id="{6224E839-9666-417D-A880-1A134F503D4F}"/>
              </a:ext>
            </a:extLst>
          </p:cNvPr>
          <p:cNvSpPr>
            <a:spLocks xmlns:a="http://schemas.openxmlformats.org/drawingml/2006/main" noGrp="1"/>
          </p:cNvSpPr>
          <p:nvPr/>
        </p:nvSpPr>
        <p:spPr>
          <a:xfrm xmlns:a="http://schemas.openxmlformats.org/drawingml/2006/main">
            <a:off x="798195" y="2322195"/>
            <a:ext cx="308610" cy="308610"/>
          </a:xfrm>
          <a:custGeom xmlns:a="http://schemas.openxmlformats.org/drawingml/2006/main">
            <a:pathLst>
              <a:path w="228600" h="228600">
                <a:moveTo>
                  <a:pt x="57150" y="114300"/>
                </a:moveTo>
                <a:lnTo>
                  <a:pt x="171450" y="114300"/>
                </a:lnTo>
              </a:path>
            </a:pathLst>
          </a:custGeom>
          <a:noFill xmlns:a="http://schemas.openxmlformats.org/drawingml/2006/main"/>
          <a:ln xmlns:a="http://schemas.openxmlformats.org/drawingml/2006/main" w="19050">
            <a:solidFill>
              <a:srgbClr val="166447"/>
            </a:solidFill>
            <a:prstDash val="solid"/>
          </a:ln>
        </p:spPr>
      </p:sp>
      <p:sp>
        <p:nvSpPr>
          <p:cNvPr id="9" name="!!next-0-label">
            <a:extLst xmlns:a="http://schemas.openxmlformats.org/drawingml/2006/main">
              <a:ext uri="{FF2B5EF4-FFF2-40B4-BE49-F238E27FC236}">
                <a16:creationId xmlns:a16="http://schemas.microsoft.com/office/drawing/2014/main" id="{B32EB303-49C9-4B08-B3D8-18F8CF0AEFC6}"/>
              </a:ext>
            </a:extLst>
          </p:cNvPr>
          <p:cNvSpPr>
            <a:spLocks xmlns:a="http://schemas.openxmlformats.org/drawingml/2006/main" noGrp="1"/>
          </p:cNvSpPr>
          <p:nvPr/>
        </p:nvSpPr>
        <p:spPr>
          <a:xfrm xmlns:a="http://schemas.openxmlformats.org/drawingml/2006/main">
            <a:off x="1524000" y="213360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xmlns:a="http://schemas.openxmlformats.org/drawingml/2006/main">
              <a:ext uri="{FF2B5EF4-FFF2-40B4-BE49-F238E27FC236}">
                <a16:creationId xmlns:a16="http://schemas.microsoft.com/office/drawing/2014/main" id="{5F4A07F4-13D8-4A49-ACD0-42051AD4B445}"/>
              </a:ext>
            </a:extLst>
          </p:cNvPr>
          <p:cNvSpPr>
            <a:spLocks xmlns:a="http://schemas.openxmlformats.org/drawingml/2006/main" noGrp="1"/>
          </p:cNvSpPr>
          <p:nvPr/>
        </p:nvSpPr>
        <p:spPr>
          <a:xfrm xmlns:a="http://schemas.openxmlformats.org/drawingml/2006/main">
            <a:off x="1524000" y="270510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xmlns:a="http://schemas.openxmlformats.org/drawingml/2006/main">
              <a:ext uri="{FF2B5EF4-FFF2-40B4-BE49-F238E27FC236}">
                <a16:creationId xmlns:a16="http://schemas.microsoft.com/office/drawing/2014/main" id="{2428C988-E13E-41E2-98FD-9DE77E335AD8}"/>
              </a:ext>
            </a:extLst>
          </p:cNvPr>
          <p:cNvSpPr>
            <a:spLocks xmlns:a="http://schemas.openxmlformats.org/drawingml/2006/main" noGrp="1"/>
          </p:cNvSpPr>
          <p:nvPr/>
        </p:nvSpPr>
        <p:spPr>
          <a:xfrm xmlns:a="http://schemas.openxmlformats.org/drawingml/2006/main">
            <a:off x="666750" y="3400425"/>
            <a:ext cx="571500" cy="571500"/>
          </a:xfrm>
          <a:prstGeom xmlns:a="http://schemas.openxmlformats.org/drawingml/2006/main" prst="ellipse">
            <a:avLst/>
          </a:prstGeom>
          <a:solidFill xmlns:a="http://schemas.openxmlformats.org/drawingml/2006/main">
            <a:srgbClr val="E5EBDD"/>
          </a:solidFill>
          <a:ln xmlns:a="http://schemas.openxmlformats.org/drawingml/2006/main" w="9525">
            <a:solidFill>
              <a:srgbClr val="166447"/>
            </a:solidFill>
          </a:ln>
        </p:spPr>
      </p:sp>
      <p:sp>
        <p:nvSpPr>
          <p:cNvPr id="12" name="!!next-1-icon-0">
            <a:extLst xmlns:a="http://schemas.openxmlformats.org/drawingml/2006/main">
              <a:ext uri="{FF2B5EF4-FFF2-40B4-BE49-F238E27FC236}">
                <a16:creationId xmlns:a16="http://schemas.microsoft.com/office/drawing/2014/main" id="{233641A4-3BB3-49F9-8375-2E8391C2ED23}"/>
              </a:ext>
            </a:extLst>
          </p:cNvPr>
          <p:cNvSpPr>
            <a:spLocks xmlns:a="http://schemas.openxmlformats.org/drawingml/2006/main" noGrp="1"/>
          </p:cNvSpPr>
          <p:nvPr/>
        </p:nvSpPr>
        <p:spPr>
          <a:xfrm xmlns:a="http://schemas.openxmlformats.org/drawingml/2006/main">
            <a:off x="901065" y="3557588"/>
            <a:ext cx="102870" cy="102870"/>
          </a:xfrm>
          <a:prstGeom xmlns:a="http://schemas.openxmlformats.org/drawingml/2006/main" prst="ellipse">
            <a:avLst/>
          </a:prstGeom>
          <a:noFill xmlns:a="http://schemas.openxmlformats.org/drawingml/2006/main"/>
          <a:ln xmlns:a="http://schemas.openxmlformats.org/drawingml/2006/main" w="19050">
            <a:solidFill>
              <a:srgbClr val="166447"/>
            </a:solidFill>
            <a:prstDash val="solid"/>
          </a:ln>
        </p:spPr>
      </p:sp>
      <p:sp>
        <p:nvSpPr>
          <p:cNvPr id="13" name="!!next-1-icon-1">
            <a:extLst xmlns:a="http://schemas.openxmlformats.org/drawingml/2006/main">
              <a:ext uri="{FF2B5EF4-FFF2-40B4-BE49-F238E27FC236}">
                <a16:creationId xmlns:a16="http://schemas.microsoft.com/office/drawing/2014/main" id="{7C5C8BA8-0488-4010-8C83-851E21ADE2C6}"/>
              </a:ext>
            </a:extLst>
          </p:cNvPr>
          <p:cNvSpPr>
            <a:spLocks xmlns:a="http://schemas.openxmlformats.org/drawingml/2006/main" noGrp="1"/>
          </p:cNvSpPr>
          <p:nvPr/>
        </p:nvSpPr>
        <p:spPr>
          <a:xfrm xmlns:a="http://schemas.openxmlformats.org/drawingml/2006/main">
            <a:off x="849630" y="3699034"/>
            <a:ext cx="205740" cy="115729"/>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66447"/>
            </a:solidFill>
            <a:prstDash val="solid"/>
          </a:ln>
        </p:spPr>
      </p:sp>
      <p:sp>
        <p:nvSpPr>
          <p:cNvPr id="14" name="!!next-1-label">
            <a:extLst xmlns:a="http://schemas.openxmlformats.org/drawingml/2006/main">
              <a:ext uri="{FF2B5EF4-FFF2-40B4-BE49-F238E27FC236}">
                <a16:creationId xmlns:a16="http://schemas.microsoft.com/office/drawing/2014/main" id="{CF603A27-3F60-4C21-9DF5-551EBB5080B3}"/>
              </a:ext>
            </a:extLst>
          </p:cNvPr>
          <p:cNvSpPr>
            <a:spLocks xmlns:a="http://schemas.openxmlformats.org/drawingml/2006/main" noGrp="1"/>
          </p:cNvSpPr>
          <p:nvPr/>
        </p:nvSpPr>
        <p:spPr>
          <a:xfrm xmlns:a="http://schemas.openxmlformats.org/drawingml/2006/main">
            <a:off x="1524000" y="3343275"/>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xmlns:a="http://schemas.openxmlformats.org/drawingml/2006/main">
              <a:ext uri="{FF2B5EF4-FFF2-40B4-BE49-F238E27FC236}">
                <a16:creationId xmlns:a16="http://schemas.microsoft.com/office/drawing/2014/main" id="{9A5B6066-D7A5-41BB-A3A4-9EC3DF7D9859}"/>
              </a:ext>
            </a:extLst>
          </p:cNvPr>
          <p:cNvSpPr>
            <a:spLocks xmlns:a="http://schemas.openxmlformats.org/drawingml/2006/main" noGrp="1"/>
          </p:cNvSpPr>
          <p:nvPr/>
        </p:nvSpPr>
        <p:spPr>
          <a:xfrm xmlns:a="http://schemas.openxmlformats.org/drawingml/2006/main">
            <a:off x="1524000" y="3914775"/>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xmlns:a="http://schemas.openxmlformats.org/drawingml/2006/main">
              <a:ext uri="{FF2B5EF4-FFF2-40B4-BE49-F238E27FC236}">
                <a16:creationId xmlns:a16="http://schemas.microsoft.com/office/drawing/2014/main" id="{39D0C219-94ED-4699-8C36-70BA77F1DA6E}"/>
              </a:ext>
            </a:extLst>
          </p:cNvPr>
          <p:cNvSpPr>
            <a:spLocks xmlns:a="http://schemas.openxmlformats.org/drawingml/2006/main" noGrp="1"/>
          </p:cNvSpPr>
          <p:nvPr/>
        </p:nvSpPr>
        <p:spPr>
          <a:xfrm xmlns:a="http://schemas.openxmlformats.org/drawingml/2006/main">
            <a:off x="590550" y="4533900"/>
            <a:ext cx="723900" cy="723900"/>
          </a:xfrm>
          <a:prstGeom xmlns:a="http://schemas.openxmlformats.org/drawingml/2006/main" prst="ellipse">
            <a:avLst/>
          </a:prstGeom>
          <a:solidFill xmlns:a="http://schemas.openxmlformats.org/drawingml/2006/main">
            <a:srgbClr val="166447"/>
          </a:solidFill>
          <a:ln xmlns:a="http://schemas.openxmlformats.org/drawingml/2006/main" w="28575">
            <a:solidFill>
              <a:srgbClr val="C8A45B"/>
            </a:solidFill>
          </a:ln>
        </p:spPr>
      </p:sp>
      <p:sp>
        <p:nvSpPr>
          <p:cNvPr id="17" name="!!next-2-icon-0">
            <a:extLst xmlns:a="http://schemas.openxmlformats.org/drawingml/2006/main">
              <a:ext uri="{FF2B5EF4-FFF2-40B4-BE49-F238E27FC236}">
                <a16:creationId xmlns:a16="http://schemas.microsoft.com/office/drawing/2014/main" id="{F084A78C-86C5-41C3-82DA-82AA1F58A458}"/>
              </a:ext>
            </a:extLst>
          </p:cNvPr>
          <p:cNvSpPr>
            <a:spLocks xmlns:a="http://schemas.openxmlformats.org/drawingml/2006/main" noGrp="1"/>
          </p:cNvSpPr>
          <p:nvPr/>
        </p:nvSpPr>
        <p:spPr>
          <a:xfrm xmlns:a="http://schemas.openxmlformats.org/drawingml/2006/main">
            <a:off x="789622" y="4732973"/>
            <a:ext cx="228029" cy="228029"/>
          </a:xfrm>
          <a:prstGeom xmlns:a="http://schemas.openxmlformats.org/drawingml/2006/main" prst="ellipse">
            <a:avLst/>
          </a:prstGeom>
          <a:noFill xmlns:a="http://schemas.openxmlformats.org/drawingml/2006/main"/>
          <a:ln xmlns:a="http://schemas.openxmlformats.org/drawingml/2006/main" w="19050">
            <a:solidFill>
              <a:srgbClr val="FFFFFF"/>
            </a:solidFill>
            <a:prstDash val="solid"/>
          </a:ln>
        </p:spPr>
      </p:sp>
      <p:sp>
        <p:nvSpPr>
          <p:cNvPr id="18" name="!!next-2-icon-1">
            <a:extLst xmlns:a="http://schemas.openxmlformats.org/drawingml/2006/main">
              <a:ext uri="{FF2B5EF4-FFF2-40B4-BE49-F238E27FC236}">
                <a16:creationId xmlns:a16="http://schemas.microsoft.com/office/drawing/2014/main" id="{2565713A-44D3-4142-A6D8-16B1E9E4FA61}"/>
              </a:ext>
            </a:extLst>
          </p:cNvPr>
          <p:cNvSpPr>
            <a:spLocks xmlns:a="http://schemas.openxmlformats.org/drawingml/2006/main" noGrp="1"/>
          </p:cNvSpPr>
          <p:nvPr/>
        </p:nvSpPr>
        <p:spPr>
          <a:xfrm xmlns:a="http://schemas.openxmlformats.org/drawingml/2006/main">
            <a:off x="757047" y="4700397"/>
            <a:ext cx="390906" cy="390906"/>
          </a:xfrm>
          <a:custGeom xmlns:a="http://schemas.openxmlformats.org/drawingml/2006/main">
            <a:pathLst>
              <a:path w="228600" h="228600">
                <a:moveTo>
                  <a:pt x="133350" y="133350"/>
                </a:moveTo>
                <a:lnTo>
                  <a:pt x="209550" y="209550"/>
                </a:lnTo>
              </a:path>
            </a:pathLst>
          </a:custGeom>
          <a:noFill xmlns:a="http://schemas.openxmlformats.org/drawingml/2006/main"/>
          <a:ln xmlns:a="http://schemas.openxmlformats.org/drawingml/2006/main" w="19050">
            <a:solidFill>
              <a:srgbClr val="FFFFFF"/>
            </a:solidFill>
            <a:prstDash val="solid"/>
          </a:ln>
        </p:spPr>
      </p:sp>
      <p:sp>
        <p:nvSpPr>
          <p:cNvPr id="19" name="!!next-2-label">
            <a:extLst xmlns:a="http://schemas.openxmlformats.org/drawingml/2006/main">
              <a:ext uri="{FF2B5EF4-FFF2-40B4-BE49-F238E27FC236}">
                <a16:creationId xmlns:a16="http://schemas.microsoft.com/office/drawing/2014/main" id="{C21E1175-CBCA-43B8-83CC-5DFD21B19596}"/>
              </a:ext>
            </a:extLst>
          </p:cNvPr>
          <p:cNvSpPr>
            <a:spLocks xmlns:a="http://schemas.openxmlformats.org/drawingml/2006/main" noGrp="1"/>
          </p:cNvSpPr>
          <p:nvPr/>
        </p:nvSpPr>
        <p:spPr>
          <a:xfrm xmlns:a="http://schemas.openxmlformats.org/drawingml/2006/main">
            <a:off x="1524000" y="4552950"/>
            <a:ext cx="4800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xmlns:a="http://schemas.openxmlformats.org/drawingml/2006/main">
              <a:ext uri="{FF2B5EF4-FFF2-40B4-BE49-F238E27FC236}">
                <a16:creationId xmlns:a16="http://schemas.microsoft.com/office/drawing/2014/main" id="{EAA96D47-0BB7-454B-8F14-F5FF13C01961}"/>
              </a:ext>
            </a:extLst>
          </p:cNvPr>
          <p:cNvSpPr>
            <a:spLocks xmlns:a="http://schemas.openxmlformats.org/drawingml/2006/main" noGrp="1"/>
          </p:cNvSpPr>
          <p:nvPr/>
        </p:nvSpPr>
        <p:spPr>
          <a:xfrm xmlns:a="http://schemas.openxmlformats.org/drawingml/2006/main">
            <a:off x="1524000" y="5124450"/>
            <a:ext cx="4800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xmlns:a="http://schemas.openxmlformats.org/drawingml/2006/main">
              <a:ext uri="{FF2B5EF4-FFF2-40B4-BE49-F238E27FC236}">
                <a16:creationId xmlns:a16="http://schemas.microsoft.com/office/drawing/2014/main" id="{B9440454-B664-47AC-B531-40EC0CDDBFD4}"/>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xmlns:a="http://schemas.openxmlformats.org/drawingml/2006/main">
              <a:ext uri="{FF2B5EF4-FFF2-40B4-BE49-F238E27FC236}">
                <a16:creationId xmlns:a16="http://schemas.microsoft.com/office/drawing/2014/main" id="{C0381A45-4D6C-4DE8-A086-C446E53B234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slides/slide19.xml><?xml version="1.0" encoding="utf-8"?>
<p:sld xmlns:p="http://schemas.openxmlformats.org/presentationml/2006/main">
  <p:cSld>
    <p:bg>
      <p:bgPr>
        <a:solidFill xmlns:a="http://schemas.openxmlformats.org/drawingml/2006/main">
          <a:srgbClr val="102C21"/>
        </a:solidFill>
      </p:bgPr>
    </p:bg>
    <p:spTree>
      <p:nvGrpSpPr>
        <p:cNvPr id="1" name=""/>
        <p:cNvGrpSpPr/>
        <p:nvPr/>
      </p:nvGrpSpPr>
      <p:grpSpPr>
        <a:xfrm xmlns:a="http://schemas.openxmlformats.org/drawingml/2006/main"/>
      </p:grpSpPr>
      <p:pic>
        <p:nvPicPr>
          <p:cNvPr id="9" name="!!backdrop"/>
          <p:cNvPicPr>
            <a:picLocks xmlns:a="http://schemas.openxmlformats.org/drawingml/2006/main" noChangeAspect="1"/>
          </p:cNvPicPr>
          <p:nvPr/>
        </p:nvPicPr>
        <p:blipFill>
          <a:blip xmlns:r="http://schemas.openxmlformats.org/officeDocument/2006/relationships" xmlns:a="http://schemas.openxmlformats.org/drawingml/2006/main" r:embed="Rfd62107fc4d24a5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losing-brand">
            <a:extLst xmlns:a="http://schemas.openxmlformats.org/drawingml/2006/main">
              <a:ext uri="{FF2B5EF4-FFF2-40B4-BE49-F238E27FC236}">
                <a16:creationId xmlns:a16="http://schemas.microsoft.com/office/drawing/2014/main" id="{40C3DCCC-F84F-43F5-A1EA-55DDDB27BE6C}"/>
              </a:ext>
            </a:extLst>
          </p:cNvPr>
          <p:cNvSpPr>
            <a:spLocks xmlns:a="http://schemas.openxmlformats.org/drawingml/2006/main" noGrp="1"/>
          </p:cNvSpPr>
          <p:nvPr/>
        </p:nvSpPr>
        <p:spPr>
          <a:xfrm xmlns:a="http://schemas.openxmlformats.org/drawingml/2006/main">
            <a:off x="609600" y="1838325"/>
            <a:ext cx="6858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xmlns:a="http://schemas.openxmlformats.org/drawingml/2006/main">
              <a:ext uri="{FF2B5EF4-FFF2-40B4-BE49-F238E27FC236}">
                <a16:creationId xmlns:a16="http://schemas.microsoft.com/office/drawing/2014/main" id="{39A50B97-0822-4558-9957-9F0B95328E4C}"/>
              </a:ext>
            </a:extLst>
          </p:cNvPr>
          <p:cNvSpPr>
            <a:spLocks xmlns:a="http://schemas.openxmlformats.org/drawingml/2006/main" noGrp="1"/>
          </p:cNvSpPr>
          <p:nvPr/>
        </p:nvSpPr>
        <p:spPr>
          <a:xfrm xmlns:a="http://schemas.openxmlformats.org/drawingml/2006/main">
            <a:off x="609600" y="310515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xmlns:a="http://schemas.openxmlformats.org/drawingml/2006/main" noChangeAspect="1"/>
          </p:cNvPicPr>
          <p:nvPr/>
        </p:nvPicPr>
        <p:blipFill>
          <a:blip xmlns:r="http://schemas.openxmlformats.org/officeDocument/2006/relationships" xmlns:a="http://schemas.openxmlformats.org/drawingml/2006/main" r:embed="R3ad24ff9762f465e"/>
          <a:stretch xmlns:a="http://schemas.openxmlformats.org/drawingml/2006/main"/>
        </p:blipFill>
        <p:spPr>
          <a:xfrm xmlns:a="http://schemas.openxmlformats.org/drawingml/2006/main">
            <a:off x="9039225" y="2981325"/>
            <a:ext cx="2371725" cy="2371725"/>
          </a:xfrm>
          <a:prstGeom xmlns:a="http://schemas.openxmlformats.org/drawingml/2006/main" prst="rect">
            <a:avLst/>
          </a:prstGeom>
        </p:spPr>
      </p:pic>
      <p:sp>
        <p:nvSpPr>
          <p:cNvPr id="5" name="!!website">
            <a:extLst xmlns:a="http://schemas.openxmlformats.org/drawingml/2006/main">
              <a:ext uri="{FF2B5EF4-FFF2-40B4-BE49-F238E27FC236}">
                <a16:creationId xmlns:a16="http://schemas.microsoft.com/office/drawing/2014/main" id="{1C56BB14-FC3F-4BF0-A25A-1A7658FE8117}"/>
              </a:ext>
            </a:extLst>
          </p:cNvPr>
          <p:cNvSpPr>
            <a:spLocks xmlns:a="http://schemas.openxmlformats.org/drawingml/2006/main" noGrp="1"/>
          </p:cNvSpPr>
          <p:nvPr/>
        </p:nvSpPr>
        <p:spPr>
          <a:xfrm xmlns:a="http://schemas.openxmlformats.org/drawingml/2006/main">
            <a:off x="609600" y="4714875"/>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xmlns:r="http://schemas.openxmlformats.org/officeDocument/2006/relationships" r:id="R507fcded5dbc4481"/>
              </a:rPr>
              <a:t>durian-web3.vercel.app</a:t>
            </a:r>
          </a:p>
        </p:txBody>
      </p:sp>
      <p:sp>
        <p:nvSpPr>
          <p:cNvPr id="6" name="!!repository">
            <a:extLst xmlns:a="http://schemas.openxmlformats.org/drawingml/2006/main">
              <a:ext uri="{FF2B5EF4-FFF2-40B4-BE49-F238E27FC236}">
                <a16:creationId xmlns:a16="http://schemas.microsoft.com/office/drawing/2014/main" id="{94874AB4-129E-4533-85FC-D6B5A99FB967}"/>
              </a:ext>
            </a:extLst>
          </p:cNvPr>
          <p:cNvSpPr>
            <a:spLocks xmlns:a="http://schemas.openxmlformats.org/drawingml/2006/main" noGrp="1"/>
          </p:cNvSpPr>
          <p:nvPr/>
        </p:nvSpPr>
        <p:spPr>
          <a:xfrm xmlns:a="http://schemas.openxmlformats.org/drawingml/2006/main">
            <a:off x="609600" y="5295900"/>
            <a:ext cx="716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950" b="0">
                <a:solidFill>
                  <a:srgbClr val="F4F1E8"/>
                </a:solidFill>
                <a:latin typeface="Segoe UI"/>
                <a:ea typeface="Segoe UI"/>
                <a:cs typeface="Segoe UI"/>
              </a:defRPr>
            </a:pPr>
            <a:r>
              <a:rPr sz="1950" b="0">
                <a:solidFill>
                  <a:srgbClr val="F4F1E8"/>
                </a:solidFill>
                <a:latin typeface="Segoe UI"/>
                <a:ea typeface="Segoe UI"/>
                <a:cs typeface="Segoe UI"/>
                <a:hlinkClick xmlns:r="http://schemas.openxmlformats.org/officeDocument/2006/relationships" r:id="R98a31706a1d14fcf"/>
              </a:rPr>
              <a:t>GitHub: vinhelysia / DurainCheckerDemo</a:t>
            </a:r>
          </a:p>
        </p:txBody>
      </p:sp>
      <p:sp>
        <p:nvSpPr>
          <p:cNvPr id="7" name="!!page">
            <a:extLst xmlns:a="http://schemas.openxmlformats.org/drawingml/2006/main">
              <a:ext uri="{FF2B5EF4-FFF2-40B4-BE49-F238E27FC236}">
                <a16:creationId xmlns:a16="http://schemas.microsoft.com/office/drawing/2014/main" id="{217EA964-7D4B-41EA-B22C-44949ADC8321}"/>
              </a:ext>
            </a:extLst>
          </p:cNvPr>
          <p:cNvSpPr>
            <a:spLocks xmlns:a="http://schemas.openxmlformats.org/drawingml/2006/main" noGrp="1"/>
          </p:cNvSpPr>
          <p:nvPr/>
        </p:nvSpPr>
        <p:spPr>
          <a:xfrm xmlns:a="http://schemas.openxmlformats.org/drawingml/2006/main">
            <a:off x="10706100" y="6381750"/>
            <a:ext cx="876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xmlns:a="http://schemas.openxmlformats.org/drawingml/2006/main">
              <a:ext uri="{FF2B5EF4-FFF2-40B4-BE49-F238E27FC236}">
                <a16:creationId xmlns:a16="http://schemas.microsoft.com/office/drawing/2014/main" id="{CF35A46F-7764-4770-BEFD-C234E0719A2C}"/>
              </a:ext>
            </a:extLst>
          </p:cNvPr>
          <p:cNvSpPr>
            <a:spLocks xmlns:a="http://schemas.openxmlformats.org/drawingml/2006/main" noGrp="1"/>
          </p:cNvSpPr>
          <p:nvPr/>
        </p:nvSpPr>
        <p:spPr>
          <a:xfrm xmlns:a="http://schemas.openxmlformats.org/drawingml/2006/main">
            <a:off x="609600" y="6381750"/>
            <a:ext cx="952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mc:AlternateContent xmlns:mc="http://schemas.openxmlformats.org/markup-compatibility/2006" xmlns:p159="http://schemas.microsoft.com/office/powerpoint/2015/09/main" xmlns:p14="http://schemas.microsoft.com/office/powerpoint/2010/main">
    <mc:Choice Requires="p159">
      <p:transition advClick="1" spd="fast" p14:dur="600">
        <p159:morph option="byObject"/>
      </p:transition>
    </mc:Choice>
    <mc:Fallback>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2026-09-28T16:42:58.6320000Z</dcterms:created>
  <dcterms:modified xsi:type="dcterms:W3CDTF">2026-09-28T16:42:58.6320000Z</dcterms:modified>
</coreProperties>
</file>