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mp4" ContentType="video/mp4"/>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1fcc0eddba9f45d9"/><Relationship Type="http://schemas.openxmlformats.org/officeDocument/2006/relationships/extended-properties" Target="/docProps/app.xml" Id="R30cf8f1dc65f4d88"/><Relationship Type="http://schemas.openxmlformats.org/officeDocument/2006/relationships/officeDocument" Target="/ppt/presentation.xml" Id="R80986521a0ef4853"/></Relationships>
</file>

<file path=ppt/presentation.xml><?xml version="1.0" encoding="utf-8"?>
<p:presentation xmlns:p="http://schemas.openxmlformats.org/presentationml/2006/main">
  <p:sldMasterIdLst>
    <p:sldMasterId xmlns:r="http://schemas.openxmlformats.org/officeDocument/2006/relationships" id="2147483648" r:id="Rece99f695e12492b"/>
  </p:sldMasterIdLst>
  <p:notesMasterIdLst>
    <p:notesMasterId xmlns:r="http://schemas.openxmlformats.org/officeDocument/2006/relationships" r:id="Rcc66c67ae79c4496"/>
  </p:notesMasterIdLst>
  <p:sldIdLst>
    <p:sldId xmlns:r="http://schemas.openxmlformats.org/officeDocument/2006/relationships" id="256" r:id="Rf1b52de938e44e20"/>
    <p:sldId xmlns:r="http://schemas.openxmlformats.org/officeDocument/2006/relationships" id="257" r:id="Rece2d78f213f46ba"/>
    <p:sldId xmlns:r="http://schemas.openxmlformats.org/officeDocument/2006/relationships" id="258" r:id="R1e82bfa1b70845fe"/>
    <p:sldId xmlns:r="http://schemas.openxmlformats.org/officeDocument/2006/relationships" id="259" r:id="R4118486a4b164a9e"/>
    <p:sldId xmlns:r="http://schemas.openxmlformats.org/officeDocument/2006/relationships" id="260" r:id="R3f0a93a7ad554ee1"/>
    <p:sldId xmlns:r="http://schemas.openxmlformats.org/officeDocument/2006/relationships" id="261" r:id="R83a4a1852a3642f6"/>
    <p:sldId xmlns:r="http://schemas.openxmlformats.org/officeDocument/2006/relationships" id="262" r:id="R5cced51f7d6b4325"/>
    <p:sldId xmlns:r="http://schemas.openxmlformats.org/officeDocument/2006/relationships" id="263" r:id="R52d5fde3867347a4"/>
    <p:sldId xmlns:r="http://schemas.openxmlformats.org/officeDocument/2006/relationships" id="264" r:id="Rfe5d21ed88784a73"/>
    <p:sldId xmlns:r="http://schemas.openxmlformats.org/officeDocument/2006/relationships" id="265" r:id="Rec2a6dd2cbbe439c"/>
    <p:sldId xmlns:r="http://schemas.openxmlformats.org/officeDocument/2006/relationships" id="266" r:id="Rb702c5b7324849f8"/>
    <p:sldId xmlns:r="http://schemas.openxmlformats.org/officeDocument/2006/relationships" id="267" r:id="R1cd38f48caa84fb1"/>
    <p:sldId xmlns:r="http://schemas.openxmlformats.org/officeDocument/2006/relationships" id="268" r:id="Rd11f232f91634521"/>
    <p:sldId xmlns:r="http://schemas.openxmlformats.org/officeDocument/2006/relationships" id="269" r:id="R3e2f7170ecdf483e"/>
    <p:sldId xmlns:r="http://schemas.openxmlformats.org/officeDocument/2006/relationships" id="270" r:id="R0e81cc8468f14a74"/>
    <p:sldId xmlns:r="http://schemas.openxmlformats.org/officeDocument/2006/relationships" id="271" r:id="R38a0bc5e78a54230"/>
    <p:sldId xmlns:r="http://schemas.openxmlformats.org/officeDocument/2006/relationships" id="272" r:id="R35442344c51440ba"/>
    <p:sldId xmlns:r="http://schemas.openxmlformats.org/officeDocument/2006/relationships" id="273" r:id="Rfe7e5e97c1af48e9"/>
    <p:sldId xmlns:r="http://schemas.openxmlformats.org/officeDocument/2006/relationships" id="274" r:id="R5db28268a2504294"/>
    <p:sldId xmlns:ns0="http://schemas.openxmlformats.org/officeDocument/2006/relationships" id="275" ns0:id="rIdAIAppendix20"/>
  </p:sldIdLst>
  <p:sldSz cx="12192000" cy="6858000"/>
  <p:notesSz cx="6858000" cy="9144000"/>
  <p:custShowLst>
    <p:custShow name="19 y chinh" id="1">
      <p:sldLst>
        <p:sld xmlns:ns1="http://schemas.openxmlformats.org/officeDocument/2006/relationships" ns1:id="Rf1b52de938e44e20"/>
        <p:sld xmlns:ns2="http://schemas.openxmlformats.org/officeDocument/2006/relationships" ns2:id="Rece2d78f213f46ba"/>
        <p:sld xmlns:ns3="http://schemas.openxmlformats.org/officeDocument/2006/relationships" ns3:id="R1e82bfa1b70845fe"/>
        <p:sld xmlns:ns4="http://schemas.openxmlformats.org/officeDocument/2006/relationships" ns4:id="R4118486a4b164a9e"/>
        <p:sld xmlns:ns5="http://schemas.openxmlformats.org/officeDocument/2006/relationships" ns5:id="R3f0a93a7ad554ee1"/>
        <p:sld xmlns:ns6="http://schemas.openxmlformats.org/officeDocument/2006/relationships" ns6:id="R83a4a1852a3642f6"/>
        <p:sld xmlns:ns7="http://schemas.openxmlformats.org/officeDocument/2006/relationships" ns7:id="R5cced51f7d6b4325"/>
        <p:sld xmlns:ns8="http://schemas.openxmlformats.org/officeDocument/2006/relationships" ns8:id="R52d5fde3867347a4"/>
        <p:sld xmlns:ns9="http://schemas.openxmlformats.org/officeDocument/2006/relationships" ns9:id="Rfe5d21ed88784a73"/>
        <p:sld xmlns:ns10="http://schemas.openxmlformats.org/officeDocument/2006/relationships" ns10:id="Rec2a6dd2cbbe439c"/>
        <p:sld xmlns:ns11="http://schemas.openxmlformats.org/officeDocument/2006/relationships" ns11:id="Rb702c5b7324849f8"/>
        <p:sld xmlns:ns12="http://schemas.openxmlformats.org/officeDocument/2006/relationships" ns12:id="R1cd38f48caa84fb1"/>
        <p:sld xmlns:ns13="http://schemas.openxmlformats.org/officeDocument/2006/relationships" ns13:id="Rd11f232f91634521"/>
        <p:sld xmlns:ns14="http://schemas.openxmlformats.org/officeDocument/2006/relationships" ns14:id="R3e2f7170ecdf483e"/>
        <p:sld xmlns:ns15="http://schemas.openxmlformats.org/officeDocument/2006/relationships" ns15:id="R0e81cc8468f14a74"/>
        <p:sld xmlns:ns16="http://schemas.openxmlformats.org/officeDocument/2006/relationships" ns16:id="R38a0bc5e78a54230"/>
        <p:sld xmlns:ns17="http://schemas.openxmlformats.org/officeDocument/2006/relationships" ns17:id="R35442344c51440ba"/>
        <p:sld xmlns:ns18="http://schemas.openxmlformats.org/officeDocument/2006/relationships" ns18:id="Rfe7e5e97c1af48e9"/>
        <p:sld xmlns:ns19="http://schemas.openxmlformats.org/officeDocument/2006/relationships" ns19:id="R5db28268a2504294"/>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094ed9b9cb9420a"/><Relationship Type="http://schemas.openxmlformats.org/officeDocument/2006/relationships/slideMaster" Target="/ppt/slideMasters/slideMaster1.xml" Id="Rece99f695e12492b"/><Relationship Type="http://schemas.openxmlformats.org/officeDocument/2006/relationships/notesMaster" Target="/ppt/notesMasters/notesMaster1.xml" Id="Rcc66c67ae79c4496"/><Relationship Type="http://schemas.openxmlformats.org/officeDocument/2006/relationships/presProps" Target="/ppt/presProps.xml" Id="Re0f09200fa5b49dd"/><Relationship Type="http://schemas.openxmlformats.org/officeDocument/2006/relationships/tableStyles" Target="/ppt/tableStyles.xml" Id="R2458a31ce26e4404"/><Relationship Type="http://schemas.openxmlformats.org/officeDocument/2006/relationships/slide" Target="/ppt/slides/slide1.xml" Id="Rf1b52de938e44e20"/><Relationship Type="http://schemas.openxmlformats.org/officeDocument/2006/relationships/slide" Target="/ppt/slides/slide2.xml" Id="Rece2d78f213f46ba"/><Relationship Type="http://schemas.openxmlformats.org/officeDocument/2006/relationships/slide" Target="/ppt/slides/slide3.xml" Id="R1e82bfa1b70845fe"/><Relationship Type="http://schemas.openxmlformats.org/officeDocument/2006/relationships/slide" Target="/ppt/slides/slide4.xml" Id="R4118486a4b164a9e"/><Relationship Type="http://schemas.openxmlformats.org/officeDocument/2006/relationships/slide" Target="/ppt/slides/slide5.xml" Id="R3f0a93a7ad554ee1"/><Relationship Type="http://schemas.openxmlformats.org/officeDocument/2006/relationships/slide" Target="/ppt/slides/slide6.xml" Id="R83a4a1852a3642f6"/><Relationship Type="http://schemas.openxmlformats.org/officeDocument/2006/relationships/slide" Target="/ppt/slides/slide7.xml" Id="R5cced51f7d6b4325"/><Relationship Type="http://schemas.openxmlformats.org/officeDocument/2006/relationships/slide" Target="/ppt/slides/slide8.xml" Id="R52d5fde3867347a4"/><Relationship Type="http://schemas.openxmlformats.org/officeDocument/2006/relationships/slide" Target="/ppt/slides/slide9.xml" Id="Rfe5d21ed88784a73"/><Relationship Type="http://schemas.openxmlformats.org/officeDocument/2006/relationships/slide" Target="/ppt/slides/slide10.xml" Id="Rec2a6dd2cbbe439c"/><Relationship Type="http://schemas.openxmlformats.org/officeDocument/2006/relationships/slide" Target="/ppt/slides/slide11.xml" Id="Rb702c5b7324849f8"/><Relationship Type="http://schemas.openxmlformats.org/officeDocument/2006/relationships/slide" Target="/ppt/slides/slide12.xml" Id="R1cd38f48caa84fb1"/><Relationship Type="http://schemas.openxmlformats.org/officeDocument/2006/relationships/slide" Target="/ppt/slides/slide13.xml" Id="Rd11f232f91634521"/><Relationship Type="http://schemas.openxmlformats.org/officeDocument/2006/relationships/slide" Target="/ppt/slides/slide14.xml" Id="R3e2f7170ecdf483e"/><Relationship Type="http://schemas.openxmlformats.org/officeDocument/2006/relationships/slide" Target="/ppt/slides/slide15.xml" Id="R0e81cc8468f14a74"/><Relationship Type="http://schemas.openxmlformats.org/officeDocument/2006/relationships/slide" Target="/ppt/slides/slide16.xml" Id="R38a0bc5e78a54230"/><Relationship Type="http://schemas.openxmlformats.org/officeDocument/2006/relationships/slide" Target="/ppt/slides/slide17.xml" Id="R35442344c51440ba"/><Relationship Type="http://schemas.openxmlformats.org/officeDocument/2006/relationships/slide" Target="/ppt/slides/slide18.xml" Id="Rfe7e5e97c1af48e9"/><Relationship Type="http://schemas.openxmlformats.org/officeDocument/2006/relationships/slide" Target="/ppt/slides/slide19.xml" Id="R5db28268a2504294"/><Relationship Id="rIdAIAppendix20" Type="http://schemas.openxmlformats.org/officeDocument/2006/relationships/slide" Target="/ppt/slides/slide2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3707c20fae5408e"/></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a4b2c5dfb114c0f"/><Relationship Type="http://schemas.openxmlformats.org/officeDocument/2006/relationships/notesMaster" Target="/ppt/notesMasters/notesMaster1.xml" Id="R7e2dc775e04e44f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15a476588754fca"/><Relationship Type="http://schemas.openxmlformats.org/officeDocument/2006/relationships/notesMaster" Target="/ppt/notesMasters/notesMaster1.xml" Id="Rc1c63e065d2f418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5aa8aa733cf04350"/><Relationship Type="http://schemas.openxmlformats.org/officeDocument/2006/relationships/notesMaster" Target="/ppt/notesMasters/notesMaster1.xml" Id="R591cf215b114424a"/></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2e8d41af8364bdb"/><Relationship Type="http://schemas.openxmlformats.org/officeDocument/2006/relationships/notesMaster" Target="/ppt/notesMasters/notesMaster1.xml" Id="R9749d4c534cf4509"/></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90a4ddc651a24d0f"/><Relationship Type="http://schemas.openxmlformats.org/officeDocument/2006/relationships/notesMaster" Target="/ppt/notesMasters/notesMaster1.xml" Id="R50abcf46d5744f48"/></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387f025d48484289"/><Relationship Type="http://schemas.openxmlformats.org/officeDocument/2006/relationships/notesMaster" Target="/ppt/notesMasters/notesMaster1.xml" Id="Ra0cf8dd2c56f41e6"/></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2d493afa64ff434b"/><Relationship Type="http://schemas.openxmlformats.org/officeDocument/2006/relationships/notesMaster" Target="/ppt/notesMasters/notesMaster1.xml" Id="Rc03bc0a440fd4917"/></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bb1a2b2df954465"/><Relationship Type="http://schemas.openxmlformats.org/officeDocument/2006/relationships/notesMaster" Target="/ppt/notesMasters/notesMaster1.xml" Id="Ra52c40fb1ee14fc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4827438ac5d46d5"/><Relationship Type="http://schemas.openxmlformats.org/officeDocument/2006/relationships/notesMaster" Target="/ppt/notesMasters/notesMaster1.xml" Id="R650e5e35aeb24d6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403492ca870417e"/><Relationship Type="http://schemas.openxmlformats.org/officeDocument/2006/relationships/notesMaster" Target="/ppt/notesMasters/notesMaster1.xml" Id="Rdc5e6bd15cd045c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32bf777020b4624"/><Relationship Type="http://schemas.openxmlformats.org/officeDocument/2006/relationships/notesMaster" Target="/ppt/notesMasters/notesMaster1.xml" Id="Rc468bd4e7d42466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148560cbd184a15"/><Relationship Type="http://schemas.openxmlformats.org/officeDocument/2006/relationships/notesMaster" Target="/ppt/notesMasters/notesMaster1.xml" Id="Rc5ce4f674d43416a"/></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bc5e451fa3cb40f6"/><Relationship Type="http://schemas.openxmlformats.org/officeDocument/2006/relationships/notesMaster" Target="/ppt/notesMasters/notesMaster1.xml" Id="Rcb27cc4b4ac64bb4"/></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9d584f9f1f664fbe"/><Relationship Type="http://schemas.openxmlformats.org/officeDocument/2006/relationships/notesMaster" Target="/ppt/notesMasters/notesMaster1.xml" Id="R39f37d3f5b554324"/></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591e0b25c6d4824"/><Relationship Type="http://schemas.openxmlformats.org/officeDocument/2006/relationships/notesMaster" Target="/ppt/notesMasters/notesMaster1.xml" Id="R5c05fb6c63f74b5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8089f97661f64091"/><Relationship Type="http://schemas.openxmlformats.org/officeDocument/2006/relationships/notesMaster" Target="/ppt/notesMasters/notesMaster1.xml" Id="R63d4d53531d9455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6740f6a097a482e"/><Relationship Type="http://schemas.openxmlformats.org/officeDocument/2006/relationships/notesMaster" Target="/ppt/notesMasters/notesMaster1.xml" Id="R6f36dd39a7d44380"/></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879fb8e1a6c4a04"/><Relationship Type="http://schemas.openxmlformats.org/officeDocument/2006/relationships/notesMaster" Target="/ppt/notesMasters/notesMaster1.xml" Id="R8ab906a8750442f2"/></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4fee880f093b4820"/><Relationship Type="http://schemas.openxmlformats.org/officeDocument/2006/relationships/notesMaster" Target="/ppt/notesMasters/notesMaster1.xml" Id="Rc67050b480ef41e1"/></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8089f97661f64091"/><Relationship Type="http://schemas.openxmlformats.org/officeDocument/2006/relationships/notesMaster" Target="/ppt/notesMasters/notesMaster1.xml" Id="R63d4d53531d9455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ns0:p xmlns:ns0="http://schemas.openxmlformats.org/drawingml/2006/main">
            <ns0:r>
              <ns0:t>Brand credits: các logo công nghệ thuộc chủ sở hữu tương ứng. Hướng dẫn brand: https://vercel.com/geist/brands ; https://supabase.com/brand-assets ; https://solana.com/branding . Rust logo artwork: Rust Foundation, CC BY https://creativecommons.org/licenses/by/4.0/ .</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7ab41daca87483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eba9d3ad6f714cdb"/><Relationship Type="http://schemas.openxmlformats.org/officeDocument/2006/relationships/slideLayout" Target="/ppt/slideLayouts/slideLayout1.xml" Id="R86b3f61852664e7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b3f61852664e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885445d354d4535"/><Relationship Type="http://schemas.openxmlformats.org/officeDocument/2006/relationships/image" Target="/ppt/media/image.png" Id="Rccbd35ae987c4209"/><Relationship Type="http://schemas.openxmlformats.org/officeDocument/2006/relationships/image" Target="/ppt/media/image2.png" Id="Ref944ebcb4ee4246"/><Relationship Type="http://schemas.openxmlformats.org/officeDocument/2006/relationships/notesSlide" Target="/ppt/notesSlides/notesSlide1.xml" Id="Ra12400c51ec0411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1ae07cd1aa64625"/><Relationship Type="http://schemas.openxmlformats.org/officeDocument/2006/relationships/image" Target="/ppt/media/image3.png" Id="Rc902704ff26f4167"/><Relationship Type="http://schemas.openxmlformats.org/officeDocument/2006/relationships/notesSlide" Target="/ppt/notesSlides/notesSlide2.xml" Id="R3338948e1798420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76630e72a474ac9"/><Relationship Type="http://schemas.openxmlformats.org/officeDocument/2006/relationships/image" Target="/ppt/media/image4.png" Id="R120a87e8372843c7"/><Relationship Type="http://schemas.openxmlformats.org/officeDocument/2006/relationships/notesSlide" Target="/ppt/notesSlides/notesSlide3.xml" Id="Rcac484720bad495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d32904b037b44bc"/><Relationship Type="http://schemas.openxmlformats.org/officeDocument/2006/relationships/image" Target="/ppt/media/image5.png" Id="Re1daacbea43c4010"/><Relationship Type="http://schemas.openxmlformats.org/officeDocument/2006/relationships/notesSlide" Target="/ppt/notesSlides/notesSlide4.xml" Id="Rd3049ca662904de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09c87da176744e6"/><Relationship Type="http://schemas.openxmlformats.org/officeDocument/2006/relationships/image" Target="../media/image3.png" Id="Rded4afec3b9d4beb"/><Relationship Type="http://schemas.openxmlformats.org/officeDocument/2006/relationships/image" Target="/ppt/media/image7.png" Id="Rfcfafd7cbbdc4c63"/><Relationship Type="http://schemas.openxmlformats.org/officeDocument/2006/relationships/notesSlide" Target="/ppt/notesSlides/notesSlide5.xml" Id="R8fcd75ebeff7433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78a110a1d3346b2"/><Relationship Type="http://schemas.openxmlformats.org/officeDocument/2006/relationships/image" Target="../media/image3.png" Id="Ra660be63b46e4ce5"/><Relationship Type="http://schemas.openxmlformats.org/officeDocument/2006/relationships/notesSlide" Target="/ppt/notesSlides/notesSlide6.xml" Id="Rd8e019079f084df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1734f3f10f94bbc"/><Relationship Type="http://schemas.openxmlformats.org/officeDocument/2006/relationships/image" Target="../media/image5.png" Id="Rdd5e8c9d20684524"/><Relationship Type="http://schemas.openxmlformats.org/officeDocument/2006/relationships/notesSlide" Target="/ppt/notesSlides/notesSlide7.xml" Id="R96dc2ccede07469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aecd6495d27e4c5b"/><Relationship Type="http://schemas.openxmlformats.org/officeDocument/2006/relationships/image" Target="../media/image5.png" Id="R425a049249bf4a8f"/><Relationship Type="http://schemas.openxmlformats.org/officeDocument/2006/relationships/image" Target="/ppt/media/image11.png" Id="Rd4567655c96c4f8b"/><Relationship Type="http://schemas.openxmlformats.org/officeDocument/2006/relationships/image" Target="/ppt/media/image12.png" Id="R060fc1388c584c0c"/><Relationship Type="http://schemas.openxmlformats.org/officeDocument/2006/relationships/notesSlide" Target="/ppt/notesSlides/notesSlide8.xml" Id="R76563ebfa64142e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cadcf60d27984fe1"/><Relationship Type="http://schemas.openxmlformats.org/officeDocument/2006/relationships/image" Target="../media/image5.png" Id="R0fceed8865554af1"/><Relationship Type="http://schemas.openxmlformats.org/officeDocument/2006/relationships/notesSlide" Target="/ppt/notesSlides/notesSlide9.xml" Id="R0fa6a9b470004565"/></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eed4fc525bf4a67"/><Relationship Type="http://schemas.openxmlformats.org/officeDocument/2006/relationships/image" Target="../media/image5.png" Id="Rdd0224d0a66d42b1"/><Relationship Type="http://schemas.openxmlformats.org/officeDocument/2006/relationships/image" Target="/ppt/media/image15.png" Id="R65d90f062ea444bd"/><Relationship Type="http://schemas.openxmlformats.org/officeDocument/2006/relationships/hyperlink" Target="https://durian-web3.vercel.app/submission/DurianTrust_HTX_Demo_90s.mp4" TargetMode="External" Id="Rf729ac327b2b4031"/><Relationship Type="http://schemas.openxmlformats.org/officeDocument/2006/relationships/notesSlide" Target="/ppt/notesSlides/notesSlide10.xml" Id="Ra7df2cbc1bc6480c"/><Relationship Id="rIdDemoVideo" Type="http://schemas.openxmlformats.org/officeDocument/2006/relationships/video" Target="../media/durian-demo.mp4"/><Relationship Id="rIdDemoMedia" Type="http://schemas.microsoft.com/office/2007/relationships/media" Target="../media/durian-demo.mp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dfcb92fee6546d9"/><Relationship Type="http://schemas.openxmlformats.org/officeDocument/2006/relationships/image" Target="../media/image5.png" Id="Rbb005d2fa23d408c"/><Relationship Type="http://schemas.openxmlformats.org/officeDocument/2006/relationships/notesSlide" Target="/ppt/notesSlides/notesSlide11.xml" Id="Rfd6d625c9a7d483e"/><Relationship Id="rIdTechLogo83" Type="http://schemas.openxmlformats.org/officeDocument/2006/relationships/image" Target="/ppt/media/tech-logo-react.png"/><Relationship Id="rIdTechLogo84" Type="http://schemas.openxmlformats.org/officeDocument/2006/relationships/image" Target="/ppt/media/tech-logo-vite.png"/><Relationship Id="rIdTechLogo85" Type="http://schemas.openxmlformats.org/officeDocument/2006/relationships/image" Target="/ppt/media/tech-logo-vercel.png"/><Relationship Id="rIdTechLogo86" Type="http://schemas.openxmlformats.org/officeDocument/2006/relationships/image" Target="/ppt/media/tech-logo-fastapi.png"/><Relationship Id="rIdTechLogo87" Type="http://schemas.openxmlformats.org/officeDocument/2006/relationships/image" Target="/ppt/media/tech-logo-python.png"/><Relationship Id="rIdTechLogo88" Type="http://schemas.openxmlformats.org/officeDocument/2006/relationships/image" Target="/ppt/media/tech-logo-render.png"/><Relationship Id="rIdTechLogo89" Type="http://schemas.openxmlformats.org/officeDocument/2006/relationships/image" Target="/ppt/media/tech-logo-supabase.png"/><Relationship Id="rIdTechLogo90" Type="http://schemas.openxmlformats.org/officeDocument/2006/relationships/image" Target="/ppt/media/tech-logo-postgresql.png"/><Relationship Id="rIdTechLogo91" Type="http://schemas.openxmlformats.org/officeDocument/2006/relationships/image" Target="/ppt/media/tech-logo-supabase.png"/></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86d46b8d07674d55"/><Relationship Type="http://schemas.openxmlformats.org/officeDocument/2006/relationships/image" Target="/ppt/media/image17.png" Id="Ra0a2b320fd194e62"/><Relationship Type="http://schemas.openxmlformats.org/officeDocument/2006/relationships/notesSlide" Target="/ppt/notesSlides/notesSlide12.xml" Id="R74dd6456e6324345"/><Relationship Id="rIdTechLogo48" Type="http://schemas.openxmlformats.org/officeDocument/2006/relationships/image" Target="/ppt/media/tech-logo-rust.png"/><Relationship Id="rIdTechLogo50" Type="http://schemas.openxmlformats.org/officeDocument/2006/relationships/image" Target="/ppt/media/tech-logo-anchor.png"/><Relationship Id="rIdTechLogo52" Type="http://schemas.openxmlformats.org/officeDocument/2006/relationships/image" Target="/ppt/media/tech-logo-solana.png"/></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de35e8f3d21f43a2"/><Relationship Type="http://schemas.openxmlformats.org/officeDocument/2006/relationships/image" Target="../media/image5.png" Id="R8729bdd3f864485d"/><Relationship Type="http://schemas.openxmlformats.org/officeDocument/2006/relationships/notesSlide" Target="/ppt/notesSlides/notesSlide13.xml" Id="Rf42849e5a95042a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03230bf5f8d248b6"/><Relationship Type="http://schemas.openxmlformats.org/officeDocument/2006/relationships/image" Target="/ppt/media/image19.png" Id="R9bed401e49534a48"/><Relationship Type="http://schemas.openxmlformats.org/officeDocument/2006/relationships/image" Target="/ppt/media/image20.png" Id="R1891b92b958a47f2"/><Relationship Type="http://schemas.openxmlformats.org/officeDocument/2006/relationships/notesSlide" Target="/ppt/notesSlides/notesSlide14.xml" Id="Re5bbd41a46d74601"/><Relationship Id="rIdTechLogo35" Type="http://schemas.openxmlformats.org/officeDocument/2006/relationships/image" Target="/ppt/media/tech-logo-onnxruntime.png"/><Relationship Id="rIdTechLogo36" Type="http://schemas.openxmlformats.org/officeDocument/2006/relationships/image" Target="/ppt/media/tech-logo-fastapi-teal.png"/></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343713f83a24327"/><Relationship Type="http://schemas.openxmlformats.org/officeDocument/2006/relationships/image" Target="../media/image19.png" Id="Rdf4b09c605054bf4"/><Relationship Type="http://schemas.openxmlformats.org/officeDocument/2006/relationships/notesSlide" Target="/ppt/notesSlides/notesSlide15.xml" Id="Rb8464952756c42b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16.xml" Id="Ra68ed0602248479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81650926ece489b"/><Relationship Type="http://schemas.openxmlformats.org/officeDocument/2006/relationships/image" Target="../media/image4.png" Id="R1fb60c797b3f4293"/><Relationship Type="http://schemas.openxmlformats.org/officeDocument/2006/relationships/notesSlide" Target="/ppt/notesSlides/notesSlide17.xml" Id="Rfe3b074506e941d9"/></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062ee6c425db41b8"/><Relationship Type="http://schemas.openxmlformats.org/officeDocument/2006/relationships/image" Target="../media/image3.png" Id="Re2eae32bf9744ee2"/><Relationship Type="http://schemas.openxmlformats.org/officeDocument/2006/relationships/notesSlide" Target="/ppt/notesSlides/notesSlide18.xml" Id="Re8c83962a3ce49b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60b513b6627141ae"/><Relationship Type="http://schemas.openxmlformats.org/officeDocument/2006/relationships/image" Target="../media/image.png" Id="Rfd62107fc4d24a53"/><Relationship Type="http://schemas.openxmlformats.org/officeDocument/2006/relationships/image" Target="../media/image11.png" Id="R3ad24ff9762f465e"/><Relationship Type="http://schemas.openxmlformats.org/officeDocument/2006/relationships/hyperlink" Target="https://durian-web3.vercel.app/#/records/example" TargetMode="External" Id="R507fcded5dbc4481"/><Relationship Type="http://schemas.openxmlformats.org/officeDocument/2006/relationships/hyperlink" Target="https://github.com/vinhelysia/DurainCheckerDemo" TargetMode="External" Id="R98a31706a1d14fcf"/><Relationship Type="http://schemas.openxmlformats.org/officeDocument/2006/relationships/notesSlide" Target="/ppt/notesSlides/notesSlide19.xml" Id="R6fb25180fa864aa5"/></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20.xml" Id="Ra68ed06022484793"/></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ccbd35ae987c42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2A77A16-825F-4FE0-A4D0-A4306B5D6E0A}"/>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B0A20E54-8F13-4E8D-A4F4-6BD38148938D}"/>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C45F701D-1C11-4B00-ACA3-F186F8084065}"/>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ef944ebcb4ee4246"/>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F3D6199A-2ADD-4F7A-A1B0-E2E52032130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FE4368B-771D-49CE-B2F5-777481FC7F8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691290"/>
      </p:ext>
    </p:extLst>
  </p:cSld>
</p:sld>
</file>

<file path=ppt/slides/slide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902704ff26f41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5479B50E-3565-467A-BCA9-C9243634D51A}"/>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BB47E37-E9EA-43BD-8891-028D2D606757}"/>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95D4136F-3D83-4D9E-846B-E93779B28646}"/>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2F069339-62FE-4E14-A086-E4F870003FA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42B796DC-9EF8-4D78-8AD5-DF9F072C5431}"/>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60875367-0F09-4DC3-B792-71BF59B926D1}"/>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C8280F5-BBC2-4F8A-B946-A5FA520317D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5D180CC4-B13E-4D36-8AFC-85CB12C927B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AC6DF858-0E8A-4EAF-B0B2-38B4A7E9443E}"/>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CD94D742-11D9-44FC-88F4-BA3E2B1CE3F5}"/>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E673D880-131F-45D7-B5EC-C9E0A44CF8EE}"/>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6C44A08E-F126-44B1-AE1B-2E429D8411D9}"/>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BB4F16B-FAB5-41F9-8C2D-209BE3C5BE99}"/>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927BD5FF-9654-435A-B53F-5C3A8E8A0507}"/>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C6363D71-5A7C-43F1-A30E-5FD5A90CC305}"/>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1F9CA28A-6829-4853-B295-3A5302701854}"/>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5377DA09-5827-4D76-BFE0-BB8A33EAE4FB}"/>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76272F1-F6E8-4C2D-805A-5EF0AB53E775}"/>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2D22C641-26E2-4246-8F07-EFFAD378A55D}"/>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61CCBEA7-CB47-479E-93E6-1DCB45A58066}"/>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3DF30464-C758-4134-8135-B7FAF7D60943}"/>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DADD512B-EE87-40CF-92E7-9EA688F2A10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985451AB-3936-40B0-9CD7-1E0A1C7845A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2398238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20a87e8372843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9DDB6CC-CD48-4345-A125-8CA2D7133F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E53A772-59C5-4CED-8D0C-B4E897657F8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419E23E9-E0A2-4737-9057-7F0707E583A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B556E0F7-A108-466A-BC59-BC29AB99BA0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907B697E-3939-4D68-A2C7-4CD58D880A0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EE1871FE-9945-49D3-8996-741B985BD86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12B4B475-FF98-43BF-B4C7-85CCDAA3C121}"/>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D196CC18-9D41-4FAF-ACAA-7CC035393B4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DD1E6927-3B71-4260-B2C4-8EB1F3F3A88B}"/>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37BD1316-D853-43B1-B08C-4E7056BE4874}"/>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94884D32-6A00-4CD8-8C77-E04CEE850A7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42C053E5-A612-491B-8389-361D987ABE07}"/>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2AAE6CF4-BFF3-42F6-A136-31B5E4043253}"/>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09EAE64E-530F-4F62-81C0-E43C39BC44C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434D5CA1-0ECF-4FF7-B456-3C59F5E36FF0}"/>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801C0FC-0CCE-4241-8A27-1C7BA24F92EF}"/>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F0498C18-7B45-42FD-BE04-77FD65DD7634}"/>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2B13C006-F5C3-49CF-A097-0A0D637C8C90}"/>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8011ABCF-553B-44E6-82D5-9137A6A505C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7A9EC8C4-E7D2-4119-B6E9-F0017962324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20503389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e1daacbea43c40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B7A0E81-7419-4EA3-9D7F-F98766E1D8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15922F8-1023-48BF-BC0B-E2B08826BF7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89406869-6855-430B-959C-491D1BD37384}"/>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5B00ED3F-DB0D-44E7-A049-13D7D55F73F0}"/>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190C63F6-532C-4C6F-A0BE-48ABF412177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3D562147-1EA3-425C-8329-9160DDC22858}"/>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10B0AEB9-9162-4873-8A2F-9B5F12E6574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54254E10-F2C4-4BE3-A2B0-2954C6D2FBC2}"/>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4968CC20-FCE8-4F46-8F0C-A4F62D49FFC0}"/>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7CB05A56-F233-49DB-AD3F-29FC114DB9C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622BDDA8-9A23-420C-B99C-E8C41E92E4A0}"/>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C87CB70C-7573-49C6-92D1-7F65F7DBE93D}"/>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CEBC7B9-6419-4DB4-97B8-D2F55B07E6EF}"/>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4AAFF4DA-D10F-4357-A267-D7591E1E7250}"/>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80EC7D9C-27AC-4FB7-B5F3-B46903ACD7C8}"/>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C67C84E1-5AF4-4B6C-86F2-F1ACEC3D7A64}"/>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18A7F6C5-73BA-49BC-AF19-27DDAFFF0FCB}"/>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6316A285-305B-4352-A481-09E4B560D0E4}"/>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11E5284B-F0F1-4E97-B17F-7E661C508B63}"/>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F3291014-4C85-4A34-9A34-0E275B8D9800}"/>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ABACAEAA-F057-44C2-AE50-26FF165FFD8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680F69C5-D6DA-4023-BCEE-6181945D1DF7}"/>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A199C694-67C4-423F-905E-E5402D7CA20E}"/>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D7C8FC48-D2EA-42FA-BFDA-8696FEB6B3D0}"/>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0F38173F-B4CC-4970-918C-91DAB9E92A8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62807517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ded4afec3b9d4be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F8752A9F-B044-4BCE-ABBD-3EACDB1B0B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fcfafd7cbbdc4c63"/>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D710E56E-E0F5-4D3E-B1A7-4E10893660CE}"/>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C9EF8C15-8BB3-4E30-BE7A-56E0D279DCD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8707C964-A6C9-4EA9-9F75-CD230D168C45}"/>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240BA6A6-64D9-497A-A164-6C72CEABC53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E362D558-DB8B-4F00-8120-07D32181A61E}"/>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3481E4D0-2AEB-4CB3-9BBD-BB1CFD82BA2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89B7E6A9-7691-4FDE-AC1E-89F6F1496B9B}"/>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3D428A24-1AA9-4832-BCA1-00B3ACDEED5B}"/>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6CB7A44F-B785-4B76-A862-B51E1EFED46C}"/>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FAE4E59-D1FE-4740-A6BC-6440AF702DE6}"/>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9CD256B4-599A-4E69-ACE7-C651F59D999D}"/>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423E4421-2150-4AE7-9034-695F1620E8E1}"/>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7B0D108-1497-480C-9532-BE267D377BF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75E0AD48-B4E0-474E-80E1-29E3556333BE}"/>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0BB7E097-5D09-4B7F-84EE-72592BC08CCD}"/>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5B79981-AFE5-4945-9865-6F53FEB1B4A9}"/>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485EFC86-9088-42AD-8A66-185D3724045A}"/>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C067D7AD-8720-4FE4-A94D-75F8075EFCC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E61F8F2A-DF9A-481B-91C2-1A6E08194BC1}"/>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84B530AF-1388-475D-99A5-252D1673C833}"/>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727CBF6D-FE27-4D5F-99E6-DE1050DE00F6}"/>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5C926408-BAD8-42C8-B695-1162C45A7AC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FA1BDA0A-55FF-4D66-ADE8-8514FF467E85}"/>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28/09/2026</a:t>
            </a:r>
          </a:p>
        </p:txBody>
      </p:sp>
      <p:sp>
        <p:nvSpPr>
          <p:cNvPr id="27" name="!!page">
            <a:extLst xmlns:a="http://schemas.openxmlformats.org/drawingml/2006/main">
              <a:ext uri="{FF2B5EF4-FFF2-40B4-BE49-F238E27FC236}">
                <a16:creationId xmlns:a16="http://schemas.microsoft.com/office/drawing/2014/main" id="{7EA3CFA1-7032-4BBD-A18C-0BC2272E525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C33938C8-DBE6-4325-8920-58CEDE18728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82858248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660be63b46e4c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890CE52-ABA0-4C45-A0E3-BE270A2193F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AB7FB611-D410-426E-A663-DED5EF85589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03D22095-B3DF-4A99-B788-B9EDC85C9E8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68B55E2-7F81-4891-BA55-E0EB0ED869EE}"/>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136B542D-EDD3-4985-8609-7BD9DA7CD2DD}"/>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6C1AED66-D234-4F0B-A3A4-9CA17C5E70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8DDD0D1B-A8E4-416E-B5D8-0DB86D123F1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F36BC03A-E344-4F17-875C-CE7DB21CDA4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3E0633DF-75BB-427C-9B76-C17E21A6FED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78CDF297-2F2B-4545-BFF3-2A31D959F79A}"/>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05F00643-65C7-4D5F-BA45-79C13D7B3A92}"/>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E9B187B0-AB6C-4789-940B-1A11D734CE9D}"/>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07246162-BAAE-44CA-A2AF-AE7C984524D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B0DB0859-CF78-4B21-857F-43AA04AB6564}"/>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EA52E993-179B-4904-BC95-E647CA1674E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63AED97D-4C6E-45D8-B3D2-8B3C02036E2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A58C80-53CE-4ABE-8180-8364306887FB}"/>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2A65FE3D-BBA8-48BF-975C-066A84BA5202}"/>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A21BEF75-D898-429A-92F3-F6067F195F8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2B1D07BD-405D-424C-8DC8-9948E47DC71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1087897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dd5e8c9d2068452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735F70B5-9168-4665-A312-906D3A2754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540088A-69D0-427E-80FC-B2AC2FDC24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A9BB37E-32DC-4C48-BC1C-F80CF062663C}"/>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DB924180-96F7-4C1D-A2AC-649226ABB56B}"/>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3CDCABBF-1E94-40AF-B7B5-F30B42880559}"/>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F4E7322B-6E2A-4A77-9B66-8007A40A57B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CEA9B0A-039E-40CD-90F5-7543040B7325}"/>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76252023-DC9C-4B29-AF2A-BD1E792EC1EC}"/>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CD006BED-D12E-47C8-BEB5-594EDC8C779F}"/>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629DBC02-14FC-4BB3-A541-79AAE8CEFEF0}"/>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C555038B-99AD-4B08-8E4F-721F01710CEE}"/>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647738CB-02C3-4154-8B42-96D1F33F0BEE}"/>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6AECE61D-B159-4063-86BF-CAA34C6FB1D7}"/>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98A9B9DE-6ED1-4C1A-85A6-BAD51504B87A}"/>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8B1DB373-9BA2-4A8A-9DF8-16C920B87140}"/>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0B05B990-CF50-4850-8E37-E703B1C92A70}"/>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B125B225-F60F-4B73-81F5-6C96702713E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6AB1353-79D8-4D5C-9C32-73454001018B}"/>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5C6669D6-34A6-4A1B-B0EE-BE1F8D4AB271}"/>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D5883958-A468-4CFB-9E21-87B0D7A9731F}"/>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08ECE30C-C58D-4B26-862C-4AB9C959BF0F}"/>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7BC0179D-3903-4633-89A3-F1FF85C97BD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7" name="!!date-1">
            <a:extLst xmlns:a="http://schemas.openxmlformats.org/drawingml/2006/main">
              <a:ext uri="{FF2B5EF4-FFF2-40B4-BE49-F238E27FC236}">
                <a16:creationId xmlns:a16="http://schemas.microsoft.com/office/drawing/2014/main" id="{E77A83FE-133D-4389-BFDE-5285C2EBF12F}"/>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8" name="!!date-2">
            <a:extLst xmlns:a="http://schemas.openxmlformats.org/drawingml/2006/main">
              <a:ext uri="{FF2B5EF4-FFF2-40B4-BE49-F238E27FC236}">
                <a16:creationId xmlns:a16="http://schemas.microsoft.com/office/drawing/2014/main" id="{23D62574-54E2-470D-B55E-3CC1B2E1397C}"/>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9" name="!!date-3">
            <a:extLst xmlns:a="http://schemas.openxmlformats.org/drawingml/2006/main">
              <a:ext uri="{FF2B5EF4-FFF2-40B4-BE49-F238E27FC236}">
                <a16:creationId xmlns:a16="http://schemas.microsoft.com/office/drawing/2014/main" id="{3501BC63-284C-41FC-89F8-0C1E419BEF54}"/>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B06DE568-9BF8-4BC4-B259-A3C9CAA6350D}"/>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370473F4-3396-4955-B581-D9D25DF2E0E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A2642773-ADC5-4402-B46C-7A9D33DB81E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274372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425a049249bf4a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78F9CC0-1555-4CA6-8660-3066BD4F41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84A750AF-FDD3-4D18-875D-366A6B01F0C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d4567655c96c4f8b"/>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49A0A075-E9F0-4594-9B9A-72E28A198DCA}"/>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D3A556C7-3613-422B-B325-6CB62FC5FBE1}"/>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060fc1388c584c0c"/>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86D68194-AAC9-41AF-B0C6-D6B753D0BEAF}"/>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8BF0B226-DDC2-41D5-8656-57CCABC133C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2A9431F1-C19F-45F3-8535-563C346BC3F7}"/>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F4CE7FFE-B084-4D5A-A3FC-0802A4E26F78}"/>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A0F2303-64DF-4EE5-9B66-5E516C4BB9D5}"/>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BFDEF318-3C19-4462-9D3F-7333F2747ED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5CA1F0E2-B940-4C20-B217-0DC25FEF214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8AD9D6C5-22D8-4EFB-997D-31E26634AF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3414231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0fceed8865554af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40EA0F5-0BF0-43D1-A8F4-A2BEB792CB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C850875-D1BC-42C2-9E20-9503F38EF34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DE45F474-DC39-4FE1-B773-1C01AD1BB222}"/>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46016564-647F-42A1-91E7-A439A82539AB}"/>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D83ACDF9-A939-43C0-A367-6C0BE2B7EFE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843411B7-EEBE-40DF-AF69-97EE0429808B}"/>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2D15462C-CBEF-4D2C-A2A8-CEDFFD9F1342}"/>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A8EF1D32-4E12-42E6-8431-532E85EC50C6}"/>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9F46815C-7688-46CE-9D88-B03528EDB83B}"/>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6F50D4C3-4FE0-460D-B6BD-28DA7CD162D1}"/>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AD6B03EC-18A0-447D-8E86-74357C79053D}"/>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5517A183-4A08-4171-B894-A09A17A09502}"/>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3DEE09C0-AF59-4527-80F6-912D022B9D44}"/>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E87FA661-A453-4043-B6F1-E8A62654E75E}"/>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70989A7E-D14C-40F7-ACC4-49ED821D9BB4}"/>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F2D22F0B-550D-435E-B382-B5C53E3A2B7F}"/>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2A035EE4-DE11-4CD8-984E-9B9B973B079B}"/>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2EED2C0-03C6-4C18-ABA3-C59C2A34438C}"/>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52C6DE86-665E-4C75-B005-CA61236C8890}"/>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630250F8-FFCA-48D6-B702-1BF2E019C567}"/>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CACAE7B-2D91-4271-9A5A-4ACEC9BF0448}"/>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652B18FB-26A5-4FA3-A61E-DFE9FE0AA261}"/>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C993439B-8234-47BF-B5FA-E7A03D373522}"/>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23941F42-2C74-48D3-B0E5-E659AB3DCAF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5201EB07-CFB0-4D0D-B956-C6E240970E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14570165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dd0224d0a66d42b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D1E101-AFCF-4EB8-96B2-D7A0093543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7E2F95B-C215-4651-8B8B-F85AF08420A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DDF43D7A-531E-4EB7-97CD-33768BFE12F9}"/>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65d90f062ea444bd"/>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5C7847AB-DCEE-4D3A-984D-72F6DCCD651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55100075-D17E-4E8D-8E1D-6134E8FED93A}"/>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EF200508-451E-47F8-A00A-5B2189D769B7}"/>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6B0F0E1F-0EAE-4771-8B45-C6A6FA264703}"/>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f729ac327b2b4031"/>
              </a:rPr>
              <a:t>Mở video dự phòng</a:t>
            </a:r>
          </a:p>
        </p:txBody>
      </p:sp>
      <p:sp>
        <p:nvSpPr>
          <p:cNvPr id="10" name="!!page">
            <a:extLst xmlns:a="http://schemas.openxmlformats.org/drawingml/2006/main">
              <a:ext uri="{FF2B5EF4-FFF2-40B4-BE49-F238E27FC236}">
                <a16:creationId xmlns:a16="http://schemas.microsoft.com/office/drawing/2014/main" id="{21F6ADCD-6199-4EDD-9159-FC4627518BF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6B75C7A-2EC9-4620-88D7-8A0483D78D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Giao diện local ngày 28/09/2026. Auth/API mô phỏng, dữ liệu minh họa</a:t>
            </a:r>
          </a:p>
        </p:txBody>
      </p:sp>
    </p:spTree>
    <p:extLst>
      <p:ext uri="{BB962C8B-B14F-4D97-AF65-F5344CB8AC3E}">
        <p14:creationId xmlns:p14="http://schemas.microsoft.com/office/powerpoint/2010/main" val="1010992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bb005d2fa23d40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F3449AB3-3C2D-4149-9398-22ABAEE4B1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53C1FA-F76C-4957-973B-316C42C3CF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1A37858C-B7D0-4550-ABE7-5F93CF490A10}"/>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2A67740-A6D6-45EA-9403-3F77B9197B80}"/>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85E30CBF-FE3D-4486-909D-DF3901472BA1}"/>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7D998551-720B-4CCA-9324-D690F8D2BC46}"/>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0CE60F2-6217-4232-9647-BB4DAC4436F3}"/>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454B41A3-876E-4DAD-9D43-42EC2972C273}"/>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08ADE5BB-AAE5-4892-A650-6CA36839EC88}"/>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db">
            <a:extLst xmlns:a="http://schemas.openxmlformats.org/drawingml/2006/main">
              <a:ext uri="{FF2B5EF4-FFF2-40B4-BE49-F238E27FC236}">
                <a16:creationId xmlns:a16="http://schemas.microsoft.com/office/drawing/2014/main" id="{370AA5B0-FE51-4026-8AC2-6AE3777E3323}"/>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2F3DD9C5-AF46-416A-8757-D61075C53B9B}"/>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E206F9A1-073A-41D2-887B-F0838774BEB5}"/>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9C4EB535-EC69-4C37-B3C3-3C89A519C675}"/>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40" name="!!storage-symbol-selection">
            <a:extLst xmlns:a="http://schemas.openxmlformats.org/drawingml/2006/main">
              <a:ext uri="{FF2B5EF4-FFF2-40B4-BE49-F238E27FC236}">
                <a16:creationId xmlns:a16="http://schemas.microsoft.com/office/drawing/2014/main" id="{7EC7D728-6F28-4C04-B5DA-407A8F1FFD78}"/>
              </a:ext>
            </a:extLst>
          </p:cNvPr>
          <p:cNvSpPr>
            <a:spLocks xmlns:a="http://schemas.openxmlformats.org/drawingml/2006/main" noGrp="1"/>
          </p:cNvSpPr>
          <p:nvPr/>
        </p:nvSpPr>
        <p:spPr>
          <a:xfrm xmlns:a="http://schemas.openxmlformats.org/drawingml/2006/main">
            <a:off x="6115050" y="33813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1" name="!!storage-symbol-icon-0">
            <a:extLst xmlns:a="http://schemas.openxmlformats.org/drawingml/2006/main">
              <a:ext uri="{FF2B5EF4-FFF2-40B4-BE49-F238E27FC236}">
                <a16:creationId xmlns:a16="http://schemas.microsoft.com/office/drawing/2014/main" id="{3B75642A-A82E-4073-B779-8DE071C2B40E}"/>
              </a:ext>
            </a:extLst>
          </p:cNvPr>
          <p:cNvSpPr>
            <a:spLocks xmlns:a="http://schemas.openxmlformats.org/drawingml/2006/main" noGrp="1"/>
          </p:cNvSpPr>
          <p:nvPr/>
        </p:nvSpPr>
        <p:spPr>
          <a:xfrm xmlns:a="http://schemas.openxmlformats.org/drawingml/2006/main">
            <a:off x="6285929" y="3552254"/>
            <a:ext cx="401193" cy="401193"/>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42" name="!!db-rel">
            <a:extLst xmlns:a="http://schemas.openxmlformats.org/drawingml/2006/main">
              <a:ext uri="{FF2B5EF4-FFF2-40B4-BE49-F238E27FC236}">
                <a16:creationId xmlns:a16="http://schemas.microsoft.com/office/drawing/2014/main" id="{0B9C6568-5CC5-48C6-B940-116FE6471AA3}"/>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276CCDAF-08E2-417B-B6B9-427805E05750}"/>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16D296FA-3DE1-4259-BAF9-0EEDB3D28BB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E9167380-4C20-4749-BA6C-E4DAAEC3A94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83"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3"/>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84"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4"/>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85"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5"/>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86"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6"/>
          <ns0:srcRect xmlns:ns0="http://schemas.openxmlformats.org/drawingml/2006/main" l="8333" t="8333" r="8333" b="8654"/>
          <a:stretch xmlns:a="http://schemas.openxmlformats.org/drawingml/2006/main">
            <a:fillRect/>
          </a:stretch>
        </p:blipFill>
        <p:spPr>
          <a:xfrm xmlns:a="http://schemas.openxmlformats.org/drawingml/2006/main">
            <a:off x="4257675" y="1629654"/>
            <a:ext cx="457200" cy="455442"/>
          </a:xfrm>
          <a:prstGeom xmlns:a="http://schemas.openxmlformats.org/drawingml/2006/main" prst="rect">
            <a:avLst/>
          </a:prstGeom>
        </p:spPr>
      </p:pic>
      <p:pic>
        <p:nvPicPr>
          <p:cNvPr id="87"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7"/>
          <ns0:srcRect xmlns:ns0="http://schemas.openxmlformats.org/drawingml/2006/main" l="0" t="0" r="67934" b="67998"/>
          <a:stretch xmlns:a="http://schemas.openxmlformats.org/drawingml/2006/main">
            <a:fillRect/>
          </a:stretch>
        </p:blipFill>
        <p:spPr>
          <a:xfrm xmlns:a="http://schemas.openxmlformats.org/drawingml/2006/main">
            <a:off x="5005345" y="1609725"/>
            <a:ext cx="409660" cy="495300"/>
          </a:xfrm>
          <a:prstGeom xmlns:a="http://schemas.openxmlformats.org/drawingml/2006/main" prst="rect">
            <a:avLst/>
          </a:prstGeom>
        </p:spPr>
      </p:pic>
      <p:pic>
        <p:nvPicPr>
          <p:cNvPr id="88"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8"/>
          <ns0:srcRect xmlns:ns0="http://schemas.openxmlformats.org/drawingml/2006/main" l="25743" t="24242" r="24302" b="25833"/>
          <a:stretch xmlns:a="http://schemas.openxmlformats.org/drawingml/2006/main">
            <a:fillRect/>
          </a:stretch>
        </p:blipFill>
        <p:spPr>
          <a:xfrm xmlns:a="http://schemas.openxmlformats.org/drawingml/2006/main">
            <a:off x="5705475" y="1628912"/>
            <a:ext cx="457200" cy="456925"/>
          </a:xfrm>
          <a:prstGeom xmlns:a="http://schemas.openxmlformats.org/drawingml/2006/main" prst="rect">
            <a:avLst/>
          </a:prstGeom>
        </p:spPr>
      </p:pic>
      <p:pic>
        <p:nvPicPr>
          <p:cNvPr id="89" name="!!tech-logo-supabase" descr="supabas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9"/>
          <ns0:srcRect xmlns:ns0="http://schemas.openxmlformats.org/drawingml/2006/main" l="0" t="212" r="0" b="637"/>
          <a:stretch xmlns:a="http://schemas.openxmlformats.org/drawingml/2006/main">
            <a:fillRect/>
          </a:stretch>
        </p:blipFill>
        <p:spPr>
          <a:xfrm xmlns:a="http://schemas.openxmlformats.org/drawingml/2006/main">
            <a:off x="9021136" y="1537692"/>
            <a:ext cx="586843" cy="603647"/>
          </a:xfrm>
          <a:prstGeom xmlns:a="http://schemas.openxmlformats.org/drawingml/2006/main" prst="rect">
            <a:avLst/>
          </a:prstGeom>
        </p:spPr>
      </p:pic>
      <p:pic>
        <p:nvPicPr>
          <p:cNvPr id="90" name="!!tech-logo-postgresql" descr="postgresq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0"/>
          <ns0:srcRect xmlns:ns0="http://schemas.openxmlformats.org/drawingml/2006/main" l="107" t="0" r="0" b="0"/>
          <a:stretch xmlns:a="http://schemas.openxmlformats.org/drawingml/2006/main">
            <a:fillRect/>
          </a:stretch>
        </p:blipFill>
        <p:spPr>
          <a:xfrm xmlns:a="http://schemas.openxmlformats.org/drawingml/2006/main">
            <a:off x="9975762" y="1468041"/>
            <a:ext cx="697486" cy="719733"/>
          </a:xfrm>
          <a:prstGeom xmlns:a="http://schemas.openxmlformats.org/drawingml/2006/main" prst="rect">
            <a:avLst/>
          </a:prstGeom>
        </p:spPr>
      </p:pic>
      <p:pic>
        <p:nvPicPr>
          <p:cNvPr id="91" name="!!tech-logo-supabase-auth" descr="supabas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1"/>
          <ns0:srcRect xmlns:ns0="http://schemas.openxmlformats.org/drawingml/2006/main" l="0" t="212" r="0" b="637"/>
          <a:stretch xmlns:a="http://schemas.openxmlformats.org/drawingml/2006/main">
            <a:fillRect/>
          </a:stretch>
        </p:blipFill>
        <p:spPr>
          <a:xfrm xmlns:a="http://schemas.openxmlformats.org/drawingml/2006/main">
            <a:off x="1844689" y="3495675"/>
            <a:ext cx="444473" cy="457200"/>
          </a:xfrm>
          <a:prstGeom xmlns:a="http://schemas.openxmlformats.org/drawingml/2006/main" prst="rect">
            <a:avLst/>
          </a:prstGeom>
        </p:spPr>
      </p:pic>
    </p:spTree>
    <p:extLst>
      <p:ext uri="{BB962C8B-B14F-4D97-AF65-F5344CB8AC3E}">
        <p14:creationId xmlns:p14="http://schemas.microsoft.com/office/powerpoint/2010/main" val="8477864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a0a2b320fd194e6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54621B2-4894-4F87-8A65-4701A2A74B1F}"/>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006F0FA2-56F9-43A1-ADCF-F7963F710867}"/>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4D47B876-F4ED-4AA3-AE56-1039B422A770}"/>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46777233-96D4-44E2-B924-4581551F527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B5979E6-9DBB-4B2F-A5E3-DF1228BBE1B3}"/>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56B6A162-448F-400C-95C1-0FDB08CC0475}"/>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3E867154-B1F2-4584-9DA5-BF17872CC1C7}"/>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B4215335-A601-4301-B915-34605D2CA208}"/>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78261A1C-C772-4C4C-BFAB-E9440EA7116F}"/>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AF85FA0C-C87E-4A9D-81B8-C0BD0C60BF5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CC83A4E3-066F-46F6-AD60-DCA42988CE1E}"/>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F393BCD2-C40B-46A3-B99F-7265222616A5}"/>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1B93A061-C630-46C5-AD5A-791A14144454}"/>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BB079700-BCE0-48A5-9C65-B4D79722D56C}"/>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F748C772-C275-4FA5-BBD5-44B8A5A6899D}"/>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4AD3AF33-FEF7-4DB0-96A7-5EB815F9C509}"/>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774A27F5-84C4-447B-80A1-E4279CCCF50E}"/>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12F8FF10-2972-4A69-9C53-BC2E1767D3E8}"/>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134A8239-6CF5-4C07-B2B2-33C145D92028}"/>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44DE6038-108E-461E-89F2-709B6BE4642A}"/>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47F99256-C6CB-489B-9756-A39B2ADF5D6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587A06B3-5A8F-4095-B069-D2E0910C9C6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8"/>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9"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0"/>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1"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2"/>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3"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064383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8729bdd3f86448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1DB35CF-1531-49E0-AE31-ADF187898E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D2713E3-DCCB-4B46-91B7-B10FDBB8BF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3486F067-4EA9-47B9-A309-1E729C20B21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C76CE9E5-A5F8-4A5B-A37A-3721FE5BAEA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9C417B0A-FAF2-4B73-B331-69984C2EF56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1270AE5C-E170-4228-96F7-73E319E9F73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559706E2-D0C3-4C67-8ED7-96E3DCAC39CA}"/>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470BAEFE-221C-4DC0-923A-84EAE2BC5770}"/>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5315FEF6-96C9-4AA2-AEF6-5954E05E31F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FDF44D24-BD67-4583-834C-F23993DACAA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BCDBCF33-52B1-48BB-B53A-9C4570D219D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0A4C14F2-170B-4F56-859E-FC4E1B86F741}"/>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2D8361A0-2399-4435-A338-CBC6A8A190EC}"/>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C50EB467-72E9-40CC-AA48-26F72B4BA418}"/>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B7798323-9C5B-450E-88AA-60534FC8C138}"/>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2FA73D58-6DEA-4DB4-A17C-7E508985A3F2}"/>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802B0583-17E6-4FB1-A88E-EB18B39DDE9A}"/>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7FA03B00-7FCB-474A-896B-31E36412DAA6}"/>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42322DAE-CAC8-416D-9C5D-824D37F6387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D2C910F0-3B69-494D-A67E-05503833057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9907531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9bed401e49534a4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7FA9518-BF3F-437B-A6E7-5AE5E2E1135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1891b92b958a47f2"/>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627D00F8-E261-4033-BDF6-9135197D9B52}"/>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D9C1DA34-3783-49BD-A4AD-C0FCE06F74F1}"/>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7ABAD889-7375-425D-B909-7E0C5C864CF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5129D993-F0EB-4E45-99B0-58A7D1224AC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36"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3814130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df4b09c605054bf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8C333B1-B2E8-47CE-8202-A9A63864902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687C282B-ADB5-421C-88EE-F296E807D95F}"/>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DD079F0C-3650-415E-98BE-4E3B103458BB}"/>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C3220D69-C9C2-413F-B763-FB7330D1BDA7}"/>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90771EED-E7F0-4339-B8C4-7ACC4C2B251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58EE848D-47F8-489E-8F93-DEB3C0A5835C}"/>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1423C817-29A2-4179-AC39-916BEF86826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775E0BBA-3E03-4394-B620-5B999CDCD94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EBE0A23-C6E4-40A6-B7C6-B08CDEE317A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17ADD63E-908F-441A-AF50-86EA59E2BDF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1EEC89C5-FD83-4BE1-8358-05A7344D233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0A2D151E-8B76-4BDF-9E9D-6634493234E9}"/>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7D1D60E9-BC99-4059-A68A-BCA83CE3DD1B}"/>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5A638616-357F-46C4-9C51-2B4206462FC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E53A5EEA-1543-42AC-B77E-A53A28F7B2D9}"/>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CB65B5E-6069-420A-BEBA-A29F124E028A}"/>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C2882E14-D77D-40C8-B5AF-C0DDB2337B3C}"/>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8B273C73-AC5C-4246-9638-507713C241E6}"/>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01DEBA63-676E-4D04-9ACC-DC3F8CA4875B}"/>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B77BF9E6-429B-40E8-B0D3-43B46A520A18}"/>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F935CFCC-753F-44EA-BD4F-48DEDCF9C40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D6DA4087-78FA-4BAE-8BF5-BD55A51086F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9891295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6390871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fb60c797b3f429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7A8D730-FB06-4E4E-AED6-C59D68D9B0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DCA456E-BDBE-4F6F-92A4-89FAD96F9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BB66DD87-D841-4F07-B1A2-3FF723B3DE6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A565E7F-7304-4776-8400-32C1056D4EDE}"/>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63133A5D-E4B4-4623-9F86-A1734BAD9AE1}"/>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3AADED3-5533-4224-BE8C-996B55865D40}"/>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81643FEF-AD59-4DE1-91D9-A504E7D19C1C}"/>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E962CE5C-09BF-4686-8250-D57E1D803620}"/>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10F0826C-7FB0-4041-A2C1-C05FC98BBD55}"/>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ED966982-A8E2-413E-A343-B7534B96A1DC}"/>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BBC75C94-F322-43F2-9D63-DABFEADD2585}"/>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CE29CEE1-9A7F-42C9-819B-1CD680FA8220}"/>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08B75FF3-7F29-4084-A8DD-6392F80B2895}"/>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BE23DA3D-C2C1-4E3A-BDF6-FBF1479AE567}"/>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B1B0001B-07EF-4366-A9E0-F851E51DD4D1}"/>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5228A420-DFB9-48F4-9108-62D5012EF895}"/>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93A40949-8097-434D-AB6D-9C653EF7C8D7}"/>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8DA82F7A-6A59-4DA9-B2C1-E3D31C0FD748}"/>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F648EFDF-5D5E-4B1D-9615-20F6508B6A5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C34CFB29-F6C1-4700-B35E-303EA94D0A4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2666129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e2eae32bf9744e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3FBDA18-A64B-481D-8FA6-8C2CC03E7D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B7B440DD-9C0A-4C61-9A93-D006B114A608}"/>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313FDD19-18EA-4015-B1D4-8DE3235CF89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6F59683D-760F-48E1-A2C5-3C32BC42073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4ED5CDE6-3F96-4A1D-BC7E-1B17F83F6C6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EB163C6C-6CF7-482A-A702-A799832F38E9}"/>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6224E839-9666-417D-A880-1A134F503D4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32EB303-49C9-4B08-B3D8-18F8CF0AEFC6}"/>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5F4A07F4-13D8-4A49-ACD0-42051AD4B445}"/>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2428C988-E13E-41E2-98FD-9DE77E335AD8}"/>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233641A4-3BB3-49F9-8375-2E8391C2ED23}"/>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7C5C8BA8-0488-4010-8C83-851E21ADE2C6}"/>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CF603A27-3F60-4C21-9DF5-551EBB5080B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9A5B6066-D7A5-41BB-A3A4-9EC3DF7D9859}"/>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39D0C219-94ED-4699-8C36-70BA77F1DA6E}"/>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F084A78C-86C5-41C3-82DA-82AA1F58A45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2565713A-44D3-4142-A6D8-16B1E9E4FA61}"/>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C21E1175-CBCA-43B8-83CC-5DFD21B19596}"/>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EAA96D47-0BB7-454B-8F14-F5FF13C0196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B9440454-B664-47AC-B531-40EC0CDDBF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C0381A45-4D6C-4DE8-A086-C446E53B234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60097585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fd62107fc4d24a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40C3DCCC-F84F-43F5-A1EA-55DDDB27BE6C}"/>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39A50B97-0822-4558-9957-9F0B95328E4C}"/>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3ad24ff9762f465e"/>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1C56BB14-FC3F-4BF0-A25A-1A7658FE8117}"/>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507fcded5dbc4481"/>
              </a:rPr>
              <a:t>durian-web3.vercel.app</a:t>
            </a:r>
          </a:p>
        </p:txBody>
      </p:sp>
      <p:sp>
        <p:nvSpPr>
          <p:cNvPr id="6" name="!!repository">
            <a:extLst xmlns:a="http://schemas.openxmlformats.org/drawingml/2006/main">
              <a:ext uri="{FF2B5EF4-FFF2-40B4-BE49-F238E27FC236}">
                <a16:creationId xmlns:a16="http://schemas.microsoft.com/office/drawing/2014/main" id="{94874AB4-129E-4533-85FC-D6B5A99FB967}"/>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98a31706a1d14fcf"/>
              </a:rPr>
              <a:t>GitHub: vinhelysia / DurainCheckerDemo</a:t>
            </a:r>
          </a:p>
        </p:txBody>
      </p:sp>
      <p:sp>
        <p:nvSpPr>
          <p:cNvPr id="7" name="!!page">
            <a:extLst xmlns:a="http://schemas.openxmlformats.org/drawingml/2006/main">
              <a:ext uri="{FF2B5EF4-FFF2-40B4-BE49-F238E27FC236}">
                <a16:creationId xmlns:a16="http://schemas.microsoft.com/office/drawing/2014/main" id="{217EA964-7D4B-41EA-B22C-44949ADC832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CF35A46F-7764-4770-BEFD-C234E0719A2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96150293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
        <p:nvSpPr>
          <p:cNvPr id="13" name="!!tech-logo-credit">
            <a:extLst xmlns:a="http://schemas.openxmlformats.org/drawingml/2006/main">
              <a:ext uri="{FF2B5EF4-FFF2-40B4-BE49-F238E27FC236}">
                <a16:creationId xmlns:a16="http://schemas.microsoft.com/office/drawing/2014/main" id="{E452FC0D-8722-42B9-BC12-3B96B9170088}"/>
              </a:ext>
            </a:extLst>
          </p:cNvPr>
          <p:cNvSpPr>
            <a:spLocks xmlns:a="http://schemas.openxmlformats.org/drawingml/2006/main" noGrp="1"/>
          </p:cNvSpPr>
          <p:nvPr/>
        </p:nvSpPr>
        <p:spPr>
          <a:xfrm xmlns:a="http://schemas.openxmlformats.org/drawingml/2006/main">
            <a:off x="609600" y="143827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Logo công nghệ thuộc các chủ sở hữu tương ứng; dùng để mô tả stack của DurianTrust.</a:t>
            </a:r>
          </a:p>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Vercel, thiết kế Vercel, Next.js và các nhãn hiệu, thiết kế, logo liên quan là nhãn hiệu của Vercel, Inc. hoặc công ty liên kết tại Mỹ và các quốc gia khác.</a:t>
            </a:r>
          </a:p>
        </p:txBody>
      </p:sp>
    </p:spTree>
    <p:extLst>
      <p:ext uri="{BB962C8B-B14F-4D97-AF65-F5344CB8AC3E}">
        <p14:creationId xmlns:p14="http://schemas.microsoft.com/office/powerpoint/2010/main" val="6390871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2026-09-28T16:42:58.6320000Z</dcterms:created>
  <dcterms:modified xsi:type="dcterms:W3CDTF">2026-09-28T16:42:58.6320000Z</dcterms:modified>
</coreProperties>
</file>