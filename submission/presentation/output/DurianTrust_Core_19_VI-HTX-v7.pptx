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 xmlns:ns0="http://schemas.openxmlformats.org/officeDocument/2006/relationships" id="275" ns0:id="rIdAIAppendix20"/>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 Id="rIdAIAppendix20" Type="http://schemas.openxmlformats.org/officeDocument/2006/relationships/slide" Target="/ppt/slides/slide2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8089f97661f64091"/><Relationship Type="http://schemas.openxmlformats.org/officeDocument/2006/relationships/notesMaster" Target="/ppt/notesMasters/notesMaster1.xml" Id="R63d4d53531d9455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20.xml" Id="Ra68ed06022484793"/></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1"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1"/>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6390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