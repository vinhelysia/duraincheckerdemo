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mp4" ContentType="video/mp4"/>
  <Override PartName="/ppt/slides/slide20.xml" ContentType="application/vnd.openxmlformats-officedocument.presentationml.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1fcc0eddba9f45d9"/><Relationship Type="http://schemas.openxmlformats.org/officeDocument/2006/relationships/extended-properties" Target="/docProps/app.xml" Id="R30cf8f1dc65f4d88"/><Relationship Type="http://schemas.openxmlformats.org/officeDocument/2006/relationships/officeDocument" Target="/ppt/presentation.xml" Id="R80986521a0ef4853"/></Relationships>
</file>

<file path=ppt/presentation.xml><?xml version="1.0" encoding="utf-8"?>
<p:presentation xmlns:p="http://schemas.openxmlformats.org/presentationml/2006/main">
  <p:sldMasterIdLst>
    <p:sldMasterId xmlns:r="http://schemas.openxmlformats.org/officeDocument/2006/relationships" id="2147483648" r:id="Rece99f695e12492b"/>
  </p:sldMasterIdLst>
  <p:notesMasterIdLst>
    <p:notesMasterId xmlns:r="http://schemas.openxmlformats.org/officeDocument/2006/relationships" r:id="Rcc66c67ae79c4496"/>
  </p:notesMasterIdLst>
  <p:sldIdLst>
    <p:sldId xmlns:r="http://schemas.openxmlformats.org/officeDocument/2006/relationships" id="256" r:id="Rf1b52de938e44e20"/>
    <p:sldId xmlns:r="http://schemas.openxmlformats.org/officeDocument/2006/relationships" id="257" r:id="Rece2d78f213f46ba"/>
    <p:sldId xmlns:r="http://schemas.openxmlformats.org/officeDocument/2006/relationships" id="258" r:id="R1e82bfa1b70845fe"/>
    <p:sldId xmlns:r="http://schemas.openxmlformats.org/officeDocument/2006/relationships" id="259" r:id="R4118486a4b164a9e"/>
    <p:sldId xmlns:r="http://schemas.openxmlformats.org/officeDocument/2006/relationships" id="260" r:id="R3f0a93a7ad554ee1"/>
    <p:sldId xmlns:r="http://schemas.openxmlformats.org/officeDocument/2006/relationships" id="261" r:id="R83a4a1852a3642f6"/>
    <p:sldId xmlns:r="http://schemas.openxmlformats.org/officeDocument/2006/relationships" id="262" r:id="R5cced51f7d6b4325"/>
    <p:sldId xmlns:r="http://schemas.openxmlformats.org/officeDocument/2006/relationships" id="263" r:id="R52d5fde3867347a4"/>
    <p:sldId xmlns:r="http://schemas.openxmlformats.org/officeDocument/2006/relationships" id="264" r:id="Rfe5d21ed88784a73"/>
    <p:sldId xmlns:r="http://schemas.openxmlformats.org/officeDocument/2006/relationships" id="265" r:id="Rec2a6dd2cbbe439c"/>
    <p:sldId xmlns:r="http://schemas.openxmlformats.org/officeDocument/2006/relationships" id="266" r:id="Rb702c5b7324849f8"/>
    <p:sldId xmlns:r="http://schemas.openxmlformats.org/officeDocument/2006/relationships" id="267" r:id="R1cd38f48caa84fb1"/>
    <p:sldId xmlns:r="http://schemas.openxmlformats.org/officeDocument/2006/relationships" id="268" r:id="Rd11f232f91634521"/>
    <p:sldId xmlns:r="http://schemas.openxmlformats.org/officeDocument/2006/relationships" id="269" r:id="R3e2f7170ecdf483e"/>
    <p:sldId xmlns:r="http://schemas.openxmlformats.org/officeDocument/2006/relationships" id="270" r:id="R0e81cc8468f14a74"/>
    <p:sldId xmlns:r="http://schemas.openxmlformats.org/officeDocument/2006/relationships" id="271" r:id="R38a0bc5e78a54230"/>
    <p:sldId xmlns:r="http://schemas.openxmlformats.org/officeDocument/2006/relationships" id="272" r:id="R35442344c51440ba"/>
    <p:sldId xmlns:r="http://schemas.openxmlformats.org/officeDocument/2006/relationships" id="273" r:id="Rfe7e5e97c1af48e9"/>
    <p:sldId xmlns:r="http://schemas.openxmlformats.org/officeDocument/2006/relationships" id="274" r:id="R5db28268a2504294"/>
    <p:sldId xmlns:ns0="http://schemas.openxmlformats.org/officeDocument/2006/relationships" id="275" ns0:id="rIdAIAppendix20"/>
  </p:sldIdLst>
  <p:sldSz cx="12192000" cy="6858000"/>
  <p:notesSz cx="6858000" cy="9144000"/>
  <p:custShowLst>
    <p:custShow name="19 y chinh" id="1">
      <p:sldLst>
        <p:sld xmlns:ns1="http://schemas.openxmlformats.org/officeDocument/2006/relationships" ns1:id="Rf1b52de938e44e20"/>
        <p:sld xmlns:ns2="http://schemas.openxmlformats.org/officeDocument/2006/relationships" ns2:id="Rece2d78f213f46ba"/>
        <p:sld xmlns:ns3="http://schemas.openxmlformats.org/officeDocument/2006/relationships" ns3:id="R1e82bfa1b70845fe"/>
        <p:sld xmlns:ns4="http://schemas.openxmlformats.org/officeDocument/2006/relationships" ns4:id="R4118486a4b164a9e"/>
        <p:sld xmlns:ns5="http://schemas.openxmlformats.org/officeDocument/2006/relationships" ns5:id="R3f0a93a7ad554ee1"/>
        <p:sld xmlns:ns6="http://schemas.openxmlformats.org/officeDocument/2006/relationships" ns6:id="R83a4a1852a3642f6"/>
        <p:sld xmlns:ns7="http://schemas.openxmlformats.org/officeDocument/2006/relationships" ns7:id="R5cced51f7d6b4325"/>
        <p:sld xmlns:ns8="http://schemas.openxmlformats.org/officeDocument/2006/relationships" ns8:id="R52d5fde3867347a4"/>
        <p:sld xmlns:ns9="http://schemas.openxmlformats.org/officeDocument/2006/relationships" ns9:id="Rfe5d21ed88784a73"/>
        <p:sld xmlns:ns10="http://schemas.openxmlformats.org/officeDocument/2006/relationships" ns10:id="Rec2a6dd2cbbe439c"/>
        <p:sld xmlns:ns11="http://schemas.openxmlformats.org/officeDocument/2006/relationships" ns11:id="Rb702c5b7324849f8"/>
        <p:sld xmlns:ns12="http://schemas.openxmlformats.org/officeDocument/2006/relationships" ns12:id="R1cd38f48caa84fb1"/>
        <p:sld xmlns:ns13="http://schemas.openxmlformats.org/officeDocument/2006/relationships" ns13:id="Rd11f232f91634521"/>
        <p:sld xmlns:ns14="http://schemas.openxmlformats.org/officeDocument/2006/relationships" ns14:id="R3e2f7170ecdf483e"/>
        <p:sld xmlns:ns15="http://schemas.openxmlformats.org/officeDocument/2006/relationships" ns15:id="R0e81cc8468f14a74"/>
        <p:sld xmlns:ns16="http://schemas.openxmlformats.org/officeDocument/2006/relationships" ns16:id="R38a0bc5e78a54230"/>
        <p:sld xmlns:ns17="http://schemas.openxmlformats.org/officeDocument/2006/relationships" ns17:id="R35442344c51440ba"/>
        <p:sld xmlns:ns18="http://schemas.openxmlformats.org/officeDocument/2006/relationships" ns18:id="Rfe7e5e97c1af48e9"/>
        <p:sld xmlns:ns19="http://schemas.openxmlformats.org/officeDocument/2006/relationships" ns19:id="R5db28268a2504294"/>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b094ed9b9cb9420a"/><Relationship Type="http://schemas.openxmlformats.org/officeDocument/2006/relationships/slideMaster" Target="/ppt/slideMasters/slideMaster1.xml" Id="Rece99f695e12492b"/><Relationship Type="http://schemas.openxmlformats.org/officeDocument/2006/relationships/notesMaster" Target="/ppt/notesMasters/notesMaster1.xml" Id="Rcc66c67ae79c4496"/><Relationship Type="http://schemas.openxmlformats.org/officeDocument/2006/relationships/presProps" Target="/ppt/presProps.xml" Id="Re0f09200fa5b49dd"/><Relationship Type="http://schemas.openxmlformats.org/officeDocument/2006/relationships/tableStyles" Target="/ppt/tableStyles.xml" Id="R2458a31ce26e4404"/><Relationship Type="http://schemas.openxmlformats.org/officeDocument/2006/relationships/slide" Target="/ppt/slides/slide1.xml" Id="Rf1b52de938e44e20"/><Relationship Type="http://schemas.openxmlformats.org/officeDocument/2006/relationships/slide" Target="/ppt/slides/slide2.xml" Id="Rece2d78f213f46ba"/><Relationship Type="http://schemas.openxmlformats.org/officeDocument/2006/relationships/slide" Target="/ppt/slides/slide3.xml" Id="R1e82bfa1b70845fe"/><Relationship Type="http://schemas.openxmlformats.org/officeDocument/2006/relationships/slide" Target="/ppt/slides/slide4.xml" Id="R4118486a4b164a9e"/><Relationship Type="http://schemas.openxmlformats.org/officeDocument/2006/relationships/slide" Target="/ppt/slides/slide5.xml" Id="R3f0a93a7ad554ee1"/><Relationship Type="http://schemas.openxmlformats.org/officeDocument/2006/relationships/slide" Target="/ppt/slides/slide6.xml" Id="R83a4a1852a3642f6"/><Relationship Type="http://schemas.openxmlformats.org/officeDocument/2006/relationships/slide" Target="/ppt/slides/slide7.xml" Id="R5cced51f7d6b4325"/><Relationship Type="http://schemas.openxmlformats.org/officeDocument/2006/relationships/slide" Target="/ppt/slides/slide8.xml" Id="R52d5fde3867347a4"/><Relationship Type="http://schemas.openxmlformats.org/officeDocument/2006/relationships/slide" Target="/ppt/slides/slide9.xml" Id="Rfe5d21ed88784a73"/><Relationship Type="http://schemas.openxmlformats.org/officeDocument/2006/relationships/slide" Target="/ppt/slides/slide10.xml" Id="Rec2a6dd2cbbe439c"/><Relationship Type="http://schemas.openxmlformats.org/officeDocument/2006/relationships/slide" Target="/ppt/slides/slide11.xml" Id="Rb702c5b7324849f8"/><Relationship Type="http://schemas.openxmlformats.org/officeDocument/2006/relationships/slide" Target="/ppt/slides/slide12.xml" Id="R1cd38f48caa84fb1"/><Relationship Type="http://schemas.openxmlformats.org/officeDocument/2006/relationships/slide" Target="/ppt/slides/slide13.xml" Id="Rd11f232f91634521"/><Relationship Type="http://schemas.openxmlformats.org/officeDocument/2006/relationships/slide" Target="/ppt/slides/slide14.xml" Id="R3e2f7170ecdf483e"/><Relationship Type="http://schemas.openxmlformats.org/officeDocument/2006/relationships/slide" Target="/ppt/slides/slide15.xml" Id="R0e81cc8468f14a74"/><Relationship Type="http://schemas.openxmlformats.org/officeDocument/2006/relationships/slide" Target="/ppt/slides/slide16.xml" Id="R38a0bc5e78a54230"/><Relationship Type="http://schemas.openxmlformats.org/officeDocument/2006/relationships/slide" Target="/ppt/slides/slide17.xml" Id="R35442344c51440ba"/><Relationship Type="http://schemas.openxmlformats.org/officeDocument/2006/relationships/slide" Target="/ppt/slides/slide18.xml" Id="Rfe7e5e97c1af48e9"/><Relationship Type="http://schemas.openxmlformats.org/officeDocument/2006/relationships/slide" Target="/ppt/slides/slide19.xml" Id="R5db28268a2504294"/><Relationship Id="rIdAIAppendix20" Type="http://schemas.openxmlformats.org/officeDocument/2006/relationships/slide" Target="/ppt/slides/slide20.xml"/></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f3707c20fae5408e"/></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8a4b2c5dfb114c0f"/><Relationship Type="http://schemas.openxmlformats.org/officeDocument/2006/relationships/notesMaster" Target="/ppt/notesMasters/notesMaster1.xml" Id="R7e2dc775e04e44f9"/></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c15a476588754fca"/><Relationship Type="http://schemas.openxmlformats.org/officeDocument/2006/relationships/notesMaster" Target="/ppt/notesMasters/notesMaster1.xml" Id="Rc1c63e065d2f418e"/></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5aa8aa733cf04350"/><Relationship Type="http://schemas.openxmlformats.org/officeDocument/2006/relationships/notesMaster" Target="/ppt/notesMasters/notesMaster1.xml" Id="R591cf215b114424a"/></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02e8d41af8364bdb"/><Relationship Type="http://schemas.openxmlformats.org/officeDocument/2006/relationships/notesMaster" Target="/ppt/notesMasters/notesMaster1.xml" Id="R9749d4c534cf4509"/></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90a4ddc651a24d0f"/><Relationship Type="http://schemas.openxmlformats.org/officeDocument/2006/relationships/notesMaster" Target="/ppt/notesMasters/notesMaster1.xml" Id="R50abcf46d5744f48"/></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387f025d48484289"/><Relationship Type="http://schemas.openxmlformats.org/officeDocument/2006/relationships/notesMaster" Target="/ppt/notesMasters/notesMaster1.xml" Id="Ra0cf8dd2c56f41e6"/></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2d493afa64ff434b"/><Relationship Type="http://schemas.openxmlformats.org/officeDocument/2006/relationships/notesMaster" Target="/ppt/notesMasters/notesMaster1.xml" Id="Rc03bc0a440fd4917"/></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1bb1a2b2df954465"/><Relationship Type="http://schemas.openxmlformats.org/officeDocument/2006/relationships/notesMaster" Target="/ppt/notesMasters/notesMaster1.xml" Id="Ra52c40fb1ee14fce"/></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e4827438ac5d46d5"/><Relationship Type="http://schemas.openxmlformats.org/officeDocument/2006/relationships/notesMaster" Target="/ppt/notesMasters/notesMaster1.xml" Id="R650e5e35aeb24d6b"/></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5403492ca870417e"/><Relationship Type="http://schemas.openxmlformats.org/officeDocument/2006/relationships/notesMaster" Target="/ppt/notesMasters/notesMaster1.xml" Id="Rdc5e6bd15cd045c8"/></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d32bf777020b4624"/><Relationship Type="http://schemas.openxmlformats.org/officeDocument/2006/relationships/notesMaster" Target="/ppt/notesMasters/notesMaster1.xml" Id="Rc468bd4e7d424663"/></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b148560cbd184a15"/><Relationship Type="http://schemas.openxmlformats.org/officeDocument/2006/relationships/notesMaster" Target="/ppt/notesMasters/notesMaster1.xml" Id="Rc5ce4f674d43416a"/></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bc5e451fa3cb40f6"/><Relationship Type="http://schemas.openxmlformats.org/officeDocument/2006/relationships/notesMaster" Target="/ppt/notesMasters/notesMaster1.xml" Id="Rcb27cc4b4ac64bb4"/></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9d584f9f1f664fbe"/><Relationship Type="http://schemas.openxmlformats.org/officeDocument/2006/relationships/notesMaster" Target="/ppt/notesMasters/notesMaster1.xml" Id="R39f37d3f5b554324"/></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6591e0b25c6d4824"/><Relationship Type="http://schemas.openxmlformats.org/officeDocument/2006/relationships/notesMaster" Target="/ppt/notesMasters/notesMaster1.xml" Id="R5c05fb6c63f74b57"/></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8089f97661f64091"/><Relationship Type="http://schemas.openxmlformats.org/officeDocument/2006/relationships/notesMaster" Target="/ppt/notesMasters/notesMaster1.xml" Id="R63d4d53531d94556"/></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c6740f6a097a482e"/><Relationship Type="http://schemas.openxmlformats.org/officeDocument/2006/relationships/notesMaster" Target="/ppt/notesMasters/notesMaster1.xml" Id="R6f36dd39a7d44380"/></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c879fb8e1a6c4a04"/><Relationship Type="http://schemas.openxmlformats.org/officeDocument/2006/relationships/notesMaster" Target="/ppt/notesMasters/notesMaster1.xml" Id="R8ab906a8750442f2"/></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4fee880f093b4820"/><Relationship Type="http://schemas.openxmlformats.org/officeDocument/2006/relationships/notesMaster" Target="/ppt/notesMasters/notesMaster1.xml" Id="Rc67050b480ef41e1"/></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8089f97661f64091"/><Relationship Type="http://schemas.openxmlformats.org/officeDocument/2006/relationships/notesMaster" Target="/ppt/notesMasters/notesMaster1.xml" Id="R63d4d53531d94556"/></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DurianTrust giúp nông hộ và hợp tác xã tập hợp thông tin của một lô sầu riêng thành hồ sơ có thể chia sẻ cho bên mua. Chúng tôi bắt đầu từ công việc cụ thể: lưu thông tin lô, đính kèm ảnh và tài liệu, rồi mở hồ sơ bằng QR. Phần Solana nghiên cứu bàn giao có chữ ký. Phần AI hỗ trợ thử nghiệm phân loại ảnh lá. Hai phần này có giới hạn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22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28/09/2026.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dùng đầu tiên được đề xuất là nông hộ hoặc hợp tác xã chuẩn bị hồ sơ trước khi giao hàng. Họ tạo lô và chủ động chọn thông tin để chia sẻ. Bên mua mở QR để xem cùng hồ sơ mà không cần ví. Một đơn vị kiểm nghiệm có thể phát hành tài liệu, nhưng hệ thống hiện mới lưu tài liệu do chủ hồ sơ cung cấp. Chúng tôi chưa có xác nhận đối tác hay pilot thực địa.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Tình huống minh họa dùng HTX chuẩn bị lô MAU-2026-01 tại Lâm Đồng, giống Ri6, khối lượng 850 kg và ngày thu hoạch 28/09/2026.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lô có thể đính kèm ảnh JPG, PNG hoặc phiếu PDF, cùng nguồn và ngày tài liệu. Hệ thống kiểm tra loại tệp và dung lượng tối đa 5 MB. Việc đính kèm chưa xác minh người phát hành hoặc tính thật của phiếu.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Bấm vào video 90 giây đã nhúng. HTX minh họa tạo lô MAU-2026-01, đính kèm ảnh và tài liệu mô tả lô, rồi thêm mốc đóng gói. Chủ hồ sơ kiểm tra nội dung trước khi công khai QR. Bên mua mở hồ sơ chỉ đọc và tìm tài liệu đúng lô. Cuối video, HTX chuyển lại riêng tư để chặn lượt đọc mới. Video dùng ảnh giao diện app local cùng con trỏ và highlight minh họa. Auth và API được mô phỏng, không chứng minh hoàn tất flow trên production. PDF là tài liệu demo, không phải phiếu kiểm nghiệm. Nếu PowerPoint không phát, dùng link video dự phòng hoặc file MP4 đi kèm.</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https://durian-web3.vercel.app/submission/DurianTrust_HTX_Demo_90s.mp4</a:t>
            </a:r>
          </a:p>
          <a:p xmlns:a="http://schemas.openxmlformats.org/drawingml/2006/main">
            <a:r>
              <a:t>Ảnh giao diện do submission/review/capture-cloud-workflow.mjs ghi từ app local. Video dựng bởi submission/review/render-cloud-demo.py. Ảnh sầu riêng: Sodanie Chea, CC BY 2.0, https://commons.wikimedia.org/wiki/File:Durian_(8425934020).jpg. Native video theo tài liệu Microsoft: https://learn.microsoft.com/en-us/office/open-xml/presentation/how-to-add-a-video-to-a-slide-in-a-presentation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90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ns0:p xmlns:ns0="http://schemas.openxmlformats.org/drawingml/2006/main">
            <ns0:r>
              <ns0: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ns0:t>
            </ns0:r>
          </ns0:p>
          <ns0:p xmlns:ns0="http://schemas.openxmlformats.org/drawingml/2006/main">
            <ns0:r>
              <ns0:t>Google logo: https://developers.google.com/identity/branding-guidelines . Logo G gốc dùng cùng nền trắng để nhận diện Google OAuth. Supabase vẫn quản lý session/JWT phía sau Google login; nhãn đăng nhập trên sơ đồ được rút gọn, cấu hình xác thực không thay đổi.</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ns0:p xmlns:ns0="http://schemas.openxmlformats.org/drawingml/2006/main">
            <ns0:r>
              <ns0: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Python dùng Pillow/NumPy và ONNX Runtime để xử lý ảnh lá và đưa ra gợi ý trong năm nhóm đã định nghĩa. Giao diện hiển thị điểm của model và yêu cầu người có chuyên môn kiểm tra trước khi xử lý bệnh. Điểm model trên một ảnh chưa phải accuracy. Chúng tôi giữ model cũ; bản fine-tune chưa đáp ứng tiêu chí thay thế. Các phép đo, dataset và giới hạn nằm ở phụ lục để đối chiếu khi hỏi đáp. Ảnh lá không đo Cadimi hoặc Vàng O, và chưa có đánh giá độc lập theo vườn/cây để khẳng định hiệu quả ngoài thực tế.</a:t>
            </a:r>
          </a:p>
          <a:p xmlns:a="http://schemas.openxmlformats.org/drawingml/2006/main">
            <a:r>
              <a:t/>
            </a:r>
          </a:p>
          <a:p xmlns:a="http://schemas.openxmlformats.org/drawingml/2006/main">
            <a:r>
              <a:t>Nguồn: https://data.mendeley.com/datasets/pxzvksbwnj/2 (CC BY 4.0); https://github.com/vinhelysia/DurainCheckerDemo/blob/main/submission/review/ai-training/MENDELEY_EXTERNAL_EVAL.md.</a:t>
            </a:r>
          </a:p>
          <a:p xmlns:a="http://schemas.openxmlformats.org/drawingml/2006/main">
            <a:r>
              <a:t>api/predict_leaf.py, backend/app.py, backend/requirements.txt và ml/durian_leaf_disease_classifier_colab.ipynb. Chưa xác minh quan hệ giữa toàn bộ quy trình notebook và artifact model đã deploy; không suy ra accuracy hay nguồn dữ liệu từ framework.</a:t>
            </a:r>
          </a:p>
          <a:p xmlns:a="http://schemas.openxmlformats.org/drawingml/2006/main">
            <a:r>
              <a:t>Hình nền là minh họa tạo bằng AI, không phải ảnh thực địa. Ảnh API ngày 26/09/2026 không đo accuracy. </a:t>
            </a:r>
          </a:p>
          <a:p xmlns:a="http://schemas.openxmlformats.org/drawingml/2006/main">
            <a:r>
              <a:t/>
            </a:r>
          </a:p>
          <a:p xmlns:a="http://schemas.openxmlformats.org/drawingml/2006/main">
            <a:r>
              <a:t>Thời lượng ý chính: 35 giây.</a:t>
            </a:r>
          </a:p>
          <ns0:p xmlns:ns0="http://schemas.openxmlformats.org/drawingml/2006/main">
            <ns0:r>
              <ns0:t>Logo ONNX Runtime: https://github.com/microsoft/onnxruntime/blob/main/docs/images/ONNX_Runtime_logo.png ; FastAPI: https://fastapi.tiangolo.com/img/logo-margin/logo-teal.png . Giữ artwork/tỷ lệ gốc, chỉ crop phần canvas trong suốt.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thử nghiệm tabular dùng scikit-learn để huấn luyện, skl2onnx để xuất model và ONNX Runtime để inference. Script so sánh Random Forest với Logistic Regression. Dữ liệu là synthetic; không có cơ sở nói mô hình dự đoán đúng Cadimi thực tế. Bộ đối chiếu số đo với ngưỡng trong demo là quy tắc xác định, không phải AI. Ngưỡng minh họa chưa được xác minh pháp lý cho thị trường đích.</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ml/train.py, ml/train_disease.py, ml/requirements.txt, api/predict.py và api/predict_disease.py. Không dùng kết quả trên synthetic data như đánh giá thực địa.</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MVP có website và API đã deploy. Người dùng đã xác nhận đăng nhập Google vào được màn quản lý. Local tests cho cloud client và backend pass, nhưng chưa hoàn tất lượt kiểm thử tạo lô, upload, công khai và thu hồi trên production. Các thử nghiệm Solana có source và local validator. AI ảnh lá giữ model cũ với yêu cầu kiểm tra thủ công; kết quả đánh giá chi tiết nằm ở phụ lục. Hiệu năng ngoài vườn và hash model đang chạy trên Render chưa được xác minh. Mốc tiếp theo là kiểm chứng flow thật và xin một pilot nhỏ.</a:t>
            </a:r>
          </a:p>
          <a:p xmlns:a="http://schemas.openxmlformats.org/drawingml/2006/main">
            <a:r>
              <a:t/>
            </a:r>
          </a:p>
          <a:p xmlns:a="http://schemas.openxmlformats.org/drawingml/2006/main">
            <a:r>
              <a:t>Nguồn: https://github.com/vinhelysia/DurainCheckerDemo; https://github.com/vinhelysia/DurainCheckerDemo/blob/main/submission/review/ai-training/MENDELEY_EXTERNAL_EVAL.md. Hình nền minh họa tạo bằng AI, không phải ảnh thực địa.</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Mời ban giám khảo mở hồ sơ mẫu bằng QR và xem repository công khai. DurianTrust tập trung vào một công việc có thể dùng thử: chuẩn bị và chia sẻ hồ sơ của một lô. Giá trị cần chứng minh bằng pilot là người dùng tìm được tài liệu đúng lô nhanh hơn và biết hồ sơ đang thiếu gì. Phần Solana nghiên cứu bàn giao có hai chữ ký, còn AI là thử nghiệm hỗ trợ. Chúng tôi mong nhận phản hồi về pilot và khả năng xác minh nguồn tài liệu.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cũ trên DurianLDD: test 889 ảnh, năm nhãn, accuracy 85,38%. Training provenance của model cũ chưa rõ; có thể model đã thấy ảnh nguồn này, nên đây chưa phải independent test được chứng minh. Trên cùng 202 ảnh thuộc ba nhãn đối chiếu Mendeley Data v2, model cũ đúng 80/202 (39,6%), Phomopsis 0/59; candidate Colab đúng 72/202 (35,6%). Đây không phải hai phép đo trên cùng dataset/taxonomy. Mapping nhãn và dHash không chứng minh độc lập theo vườn/cây. Chưa xác nhận hash model đang chạy trên Render. Candidate không được promote. Model vẫn chỉ dùng như gợi ý cần chuyên gia kiểm tra. Phụ lục nằm ngoài bài nói 10 phút; mở khi hỏi đáp.</a:t>
            </a:r>
          </a:p>
          <a:p xmlns:a="http://schemas.openxmlformats.org/drawingml/2006/main">
            <a:r>
              <a:t/>
            </a:r>
          </a:p>
          <a:p xmlns:a="http://schemas.openxmlformats.org/drawingml/2006/main">
            <a:r>
              <a:t>Nguồn: https://github.com/vinhelysia/DurainCheckerDemo/blob/main/submission/review/ai-training/MODEL_CARD.md ; https://github.com/vinhelysia/DurainCheckerDemo/blob/main/submission/review/ai-training/MENDELEY_EXTERNAL_EVAL.md ; https://data.mendeley.com/datasets/pxzvksbwnj/2 (CC BY 4.0).</a:t>
            </a:r>
          </a:p>
          <a:p xmlns:a="http://schemas.openxmlformats.org/drawingml/2006/main">
            <a:r>
              <a:t/>
            </a:r>
          </a:p>
          <a:p xmlns:a="http://schemas.openxmlformats.org/drawingml/2006/main">
            <a:r>
              <a:t>Hỏi đáp; ngoài thời lượng 10 phút.</a:t>
            </a:r>
          </a:p>
          <ns0:p xmlns:ns0="http://schemas.openxmlformats.org/drawingml/2006/main">
            <ns0:r>
              <ns0:t>Brand credits: các logo công nghệ thuộc chủ sở hữu tương ứng. Hướng dẫn brand: https://vercel.com/geist/brands ; https://supabase.com/brand-assets ; https://solana.com/branding . Rust logo artwork: Rust Foundation, CC BY https://creativecommons.org/licenses/by/4.0/ .</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b7ab41daca87483a"/></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eba9d3ad6f714cdb"/><Relationship Type="http://schemas.openxmlformats.org/officeDocument/2006/relationships/slideLayout" Target="/ppt/slideLayouts/slideLayout1.xml" Id="R86b3f61852664e7d"/></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b3f61852664e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9885445d354d4535"/><Relationship Type="http://schemas.openxmlformats.org/officeDocument/2006/relationships/image" Target="/ppt/media/image.png" Id="Rccbd35ae987c4209"/><Relationship Type="http://schemas.openxmlformats.org/officeDocument/2006/relationships/image" Target="/ppt/media/image2.png" Id="Ref944ebcb4ee4246"/><Relationship Type="http://schemas.openxmlformats.org/officeDocument/2006/relationships/notesSlide" Target="/ppt/notesSlides/notesSlide1.xml" Id="Ra12400c51ec0411f"/></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a1ae07cd1aa64625"/><Relationship Type="http://schemas.openxmlformats.org/officeDocument/2006/relationships/image" Target="/ppt/media/image3.png" Id="Rc902704ff26f4167"/><Relationship Type="http://schemas.openxmlformats.org/officeDocument/2006/relationships/notesSlide" Target="/ppt/notesSlides/notesSlide2.xml" Id="R3338948e17984203"/></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876630e72a474ac9"/><Relationship Type="http://schemas.openxmlformats.org/officeDocument/2006/relationships/image" Target="/ppt/media/image4.png" Id="R120a87e8372843c7"/><Relationship Type="http://schemas.openxmlformats.org/officeDocument/2006/relationships/notesSlide" Target="/ppt/notesSlides/notesSlide3.xml" Id="Rcac484720bad4954"/></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3d32904b037b44bc"/><Relationship Type="http://schemas.openxmlformats.org/officeDocument/2006/relationships/image" Target="/ppt/media/image5.png" Id="Re1daacbea43c4010"/><Relationship Type="http://schemas.openxmlformats.org/officeDocument/2006/relationships/notesSlide" Target="/ppt/notesSlides/notesSlide4.xml" Id="Rd3049ca662904dec"/></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409c87da176744e6"/><Relationship Type="http://schemas.openxmlformats.org/officeDocument/2006/relationships/image" Target="../media/image3.png" Id="Rded4afec3b9d4beb"/><Relationship Type="http://schemas.openxmlformats.org/officeDocument/2006/relationships/image" Target="/ppt/media/image7.png" Id="Rfcfafd7cbbdc4c63"/><Relationship Type="http://schemas.openxmlformats.org/officeDocument/2006/relationships/notesSlide" Target="/ppt/notesSlides/notesSlide5.xml" Id="R8fcd75ebeff74339"/></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c78a110a1d3346b2"/><Relationship Type="http://schemas.openxmlformats.org/officeDocument/2006/relationships/image" Target="../media/image3.png" Id="Ra660be63b46e4ce5"/><Relationship Type="http://schemas.openxmlformats.org/officeDocument/2006/relationships/notesSlide" Target="/ppt/notesSlides/notesSlide6.xml" Id="Rd8e019079f084df8"/></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61734f3f10f94bbc"/><Relationship Type="http://schemas.openxmlformats.org/officeDocument/2006/relationships/image" Target="../media/image5.png" Id="Rdd5e8c9d20684524"/><Relationship Type="http://schemas.openxmlformats.org/officeDocument/2006/relationships/notesSlide" Target="/ppt/notesSlides/notesSlide7.xml" Id="R96dc2ccede074699"/></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aecd6495d27e4c5b"/><Relationship Type="http://schemas.openxmlformats.org/officeDocument/2006/relationships/image" Target="../media/image5.png" Id="R425a049249bf4a8f"/><Relationship Type="http://schemas.openxmlformats.org/officeDocument/2006/relationships/image" Target="/ppt/media/image11.png" Id="Rd4567655c96c4f8b"/><Relationship Type="http://schemas.openxmlformats.org/officeDocument/2006/relationships/image" Target="/ppt/media/image12.png" Id="R060fc1388c584c0c"/><Relationship Type="http://schemas.openxmlformats.org/officeDocument/2006/relationships/notesSlide" Target="/ppt/notesSlides/notesSlide8.xml" Id="R76563ebfa64142ea"/></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cadcf60d27984fe1"/><Relationship Type="http://schemas.openxmlformats.org/officeDocument/2006/relationships/image" Target="../media/image5.png" Id="R0fceed8865554af1"/><Relationship Type="http://schemas.openxmlformats.org/officeDocument/2006/relationships/notesSlide" Target="/ppt/notesSlides/notesSlide9.xml" Id="R0fa6a9b470004565"/></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1eed4fc525bf4a67"/><Relationship Type="http://schemas.openxmlformats.org/officeDocument/2006/relationships/image" Target="../media/image5.png" Id="Rdd0224d0a66d42b1"/><Relationship Type="http://schemas.openxmlformats.org/officeDocument/2006/relationships/image" Target="/ppt/media/image15.png" Id="R65d90f062ea444bd"/><Relationship Type="http://schemas.openxmlformats.org/officeDocument/2006/relationships/hyperlink" Target="https://durian-web3.vercel.app/submission/DurianTrust_HTX_Demo_90s.mp4" TargetMode="External" Id="Rf729ac327b2b4031"/><Relationship Type="http://schemas.openxmlformats.org/officeDocument/2006/relationships/notesSlide" Target="/ppt/notesSlides/notesSlide10.xml" Id="Ra7df2cbc1bc6480c"/><Relationship Id="rIdDemoVideo" Type="http://schemas.openxmlformats.org/officeDocument/2006/relationships/video" Target="../media/durian-demo.mp4"/><Relationship Id="rIdDemoMedia" Type="http://schemas.microsoft.com/office/2007/relationships/media" Target="../media/durian-demo.mp4"/></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bdfcb92fee6546d9"/><Relationship Type="http://schemas.openxmlformats.org/officeDocument/2006/relationships/image" Target="../media/image5.png" Id="Rbb005d2fa23d408c"/><Relationship Type="http://schemas.openxmlformats.org/officeDocument/2006/relationships/notesSlide" Target="/ppt/notesSlides/notesSlide11.xml" Id="Rfd6d625c9a7d483e"/><Relationship Id="rIdTechLogo83" Type="http://schemas.openxmlformats.org/officeDocument/2006/relationships/image" Target="/ppt/media/tech-logo-react.png"/><Relationship Id="rIdTechLogo84" Type="http://schemas.openxmlformats.org/officeDocument/2006/relationships/image" Target="/ppt/media/tech-logo-vite.png"/><Relationship Id="rIdTechLogo85" Type="http://schemas.openxmlformats.org/officeDocument/2006/relationships/image" Target="/ppt/media/tech-logo-vercel.png"/><Relationship Id="rIdTechLogo86" Type="http://schemas.openxmlformats.org/officeDocument/2006/relationships/image" Target="/ppt/media/tech-logo-fastapi.png"/><Relationship Id="rIdTechLogo87" Type="http://schemas.openxmlformats.org/officeDocument/2006/relationships/image" Target="/ppt/media/tech-logo-python.png"/><Relationship Id="rIdTechLogo88" Type="http://schemas.openxmlformats.org/officeDocument/2006/relationships/image" Target="/ppt/media/tech-logo-render.png"/><Relationship Id="rIdTechLogo89" Type="http://schemas.openxmlformats.org/officeDocument/2006/relationships/image" Target="/ppt/media/tech-logo-supabase.png"/><Relationship Id="rIdTechLogo90" Type="http://schemas.openxmlformats.org/officeDocument/2006/relationships/image" Target="/ppt/media/tech-logo-postgresql.png"/><Relationship Id="rIdTechLogo91" Type="http://schemas.openxmlformats.org/officeDocument/2006/relationships/image" Target="/ppt/media/tech-logo-supabase.png"/><Relationship Id="rIdSupabaseWordmark92" Type="http://schemas.openxmlformats.org/officeDocument/2006/relationships/image" Target="/ppt/media/supabase-wordmark-dark.png"/><Relationship Id="rIdSupabaseWordmark93" Type="http://schemas.openxmlformats.org/officeDocument/2006/relationships/image" Target="/ppt/media/supabase-wordmark-dark.png"/><Relationship Id="rIdGoogleAuthLogo" Type="http://schemas.openxmlformats.org/officeDocument/2006/relationships/image" Target="/ppt/media/google-auth-logo.png"/></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86d46b8d07674d55"/><Relationship Type="http://schemas.openxmlformats.org/officeDocument/2006/relationships/image" Target="/ppt/media/image17.png" Id="Ra0a2b320fd194e62"/><Relationship Type="http://schemas.openxmlformats.org/officeDocument/2006/relationships/notesSlide" Target="/ppt/notesSlides/notesSlide12.xml" Id="R74dd6456e6324345"/><Relationship Id="rIdTechLogo48" Type="http://schemas.openxmlformats.org/officeDocument/2006/relationships/image" Target="/ppt/media/tech-logo-rust.png"/><Relationship Id="rIdTechLogo50" Type="http://schemas.openxmlformats.org/officeDocument/2006/relationships/image" Target="/ppt/media/tech-logo-anchor.png"/><Relationship Id="rIdTechLogo52" Type="http://schemas.openxmlformats.org/officeDocument/2006/relationships/image" Target="/ppt/media/tech-logo-solana.png"/></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de35e8f3d21f43a2"/><Relationship Type="http://schemas.openxmlformats.org/officeDocument/2006/relationships/image" Target="../media/image5.png" Id="R8729bdd3f864485d"/><Relationship Type="http://schemas.openxmlformats.org/officeDocument/2006/relationships/notesSlide" Target="/ppt/notesSlides/notesSlide13.xml" Id="Rf42849e5a95042ab"/></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03230bf5f8d248b6"/><Relationship Type="http://schemas.openxmlformats.org/officeDocument/2006/relationships/image" Target="/ppt/media/image19.png" Id="R9bed401e49534a48"/><Relationship Type="http://schemas.openxmlformats.org/officeDocument/2006/relationships/image" Target="/ppt/media/image20.png" Id="R1891b92b958a47f2"/><Relationship Type="http://schemas.openxmlformats.org/officeDocument/2006/relationships/notesSlide" Target="/ppt/notesSlides/notesSlide14.xml" Id="Re5bbd41a46d74601"/><Relationship Id="rIdTechLogo35" Type="http://schemas.openxmlformats.org/officeDocument/2006/relationships/image" Target="/ppt/media/tech-logo-onnxruntime.png"/><Relationship Id="rIdTechLogo36" Type="http://schemas.openxmlformats.org/officeDocument/2006/relationships/image" Target="/ppt/media/tech-logo-fastapi-teal.png"/></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0343713f83a24327"/><Relationship Type="http://schemas.openxmlformats.org/officeDocument/2006/relationships/image" Target="../media/image19.png" Id="Rdf4b09c605054bf4"/><Relationship Type="http://schemas.openxmlformats.org/officeDocument/2006/relationships/notesSlide" Target="/ppt/notesSlides/notesSlide15.xml" Id="Rb8464952756c42b7"/></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462be2f6a6dd4a03"/><Relationship Type="http://schemas.openxmlformats.org/officeDocument/2006/relationships/image" Target="../media/image5.png" Id="R38b11ac3ab4d4767"/><Relationship Type="http://schemas.openxmlformats.org/officeDocument/2006/relationships/notesSlide" Target="/ppt/notesSlides/notesSlide16.xml" Id="Ra68ed06022484793"/></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981650926ece489b"/><Relationship Type="http://schemas.openxmlformats.org/officeDocument/2006/relationships/image" Target="../media/image4.png" Id="R1fb60c797b3f4293"/><Relationship Type="http://schemas.openxmlformats.org/officeDocument/2006/relationships/notesSlide" Target="/ppt/notesSlides/notesSlide17.xml" Id="Rfe3b074506e941d9"/></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062ee6c425db41b8"/><Relationship Type="http://schemas.openxmlformats.org/officeDocument/2006/relationships/image" Target="../media/image3.png" Id="Re2eae32bf9744ee2"/><Relationship Type="http://schemas.openxmlformats.org/officeDocument/2006/relationships/notesSlide" Target="/ppt/notesSlides/notesSlide18.xml" Id="Re8c83962a3ce49b8"/></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60b513b6627141ae"/><Relationship Type="http://schemas.openxmlformats.org/officeDocument/2006/relationships/image" Target="../media/image.png" Id="Rfd62107fc4d24a53"/><Relationship Type="http://schemas.openxmlformats.org/officeDocument/2006/relationships/image" Target="../media/image11.png" Id="R3ad24ff9762f465e"/><Relationship Type="http://schemas.openxmlformats.org/officeDocument/2006/relationships/hyperlink" Target="https://durian-web3.vercel.app/#/records/example" TargetMode="External" Id="R507fcded5dbc4481"/><Relationship Type="http://schemas.openxmlformats.org/officeDocument/2006/relationships/hyperlink" Target="https://github.com/vinhelysia/DurainCheckerDemo" TargetMode="External" Id="R98a31706a1d14fcf"/><Relationship Type="http://schemas.openxmlformats.org/officeDocument/2006/relationships/notesSlide" Target="/ppt/notesSlides/notesSlide19.xml" Id="R6fb25180fa864aa5"/></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462be2f6a6dd4a03"/><Relationship Type="http://schemas.openxmlformats.org/officeDocument/2006/relationships/image" Target="../media/image5.png" Id="R38b11ac3ab4d4767"/><Relationship Type="http://schemas.openxmlformats.org/officeDocument/2006/relationships/notesSlide" Target="/ppt/notesSlides/notesSlide20.xml" Id="Ra68ed06022484793"/></Relationships>
</file>

<file path=ppt/slides/slide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8" name="!!backdrop"/>
          <p:cNvPicPr>
            <a:picLocks xmlns:a="http://schemas.openxmlformats.org/drawingml/2006/main" noChangeAspect="1"/>
          </p:cNvPicPr>
          <p:nvPr/>
        </p:nvPicPr>
        <p:blipFill>
          <a:blip xmlns:r="http://schemas.openxmlformats.org/officeDocument/2006/relationships" xmlns:a="http://schemas.openxmlformats.org/drawingml/2006/main" r:embed="Rccbd35ae987c420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F2A77A16-825F-4FE0-A4D0-A4306B5D6E0A}"/>
              </a:ext>
            </a:extLst>
          </p:cNvPr>
          <p:cNvSpPr>
            <a:spLocks xmlns:a="http://schemas.openxmlformats.org/drawingml/2006/main" noGrp="1"/>
          </p:cNvSpPr>
          <p:nvPr/>
        </p:nvSpPr>
        <p:spPr>
          <a:xfrm xmlns:a="http://schemas.openxmlformats.org/drawingml/2006/main">
            <a:off x="609600" y="2228850"/>
            <a:ext cx="7143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6300" b="1">
                <a:solidFill>
                  <a:srgbClr val="F4F1E8"/>
                </a:solidFill>
                <a:latin typeface="Segoe UI"/>
                <a:ea typeface="Segoe UI"/>
                <a:cs typeface="Segoe UI"/>
              </a:defRPr>
            </a:pPr>
            <a:r>
              <a:rPr sz="6300" b="1">
                <a:solidFill>
                  <a:srgbClr val="F4F1E8"/>
                </a:solidFill>
                <a:latin typeface="Segoe UI"/>
                <a:ea typeface="Segoe UI"/>
                <a:cs typeface="Segoe UI"/>
              </a:rPr>
              <a:t>DurianTrust</a:t>
            </a:r>
          </a:p>
        </p:txBody>
      </p:sp>
      <p:sp>
        <p:nvSpPr>
          <p:cNvPr id="3" name="!!promise">
            <a:extLst xmlns:a="http://schemas.openxmlformats.org/drawingml/2006/main">
              <a:ext uri="{FF2B5EF4-FFF2-40B4-BE49-F238E27FC236}">
                <a16:creationId xmlns:a16="http://schemas.microsoft.com/office/drawing/2014/main" id="{B0A20E54-8F13-4E8D-A4F4-6BD38148938D}"/>
              </a:ext>
            </a:extLst>
          </p:cNvPr>
          <p:cNvSpPr>
            <a:spLocks xmlns:a="http://schemas.openxmlformats.org/drawingml/2006/main" noGrp="1"/>
          </p:cNvSpPr>
          <p:nvPr/>
        </p:nvSpPr>
        <p:spPr>
          <a:xfrm xmlns:a="http://schemas.openxmlformats.org/drawingml/2006/main">
            <a:off x="647700" y="3524250"/>
            <a:ext cx="6000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00" b="0">
                <a:solidFill>
                  <a:srgbClr val="F4F1E8"/>
                </a:solidFill>
                <a:latin typeface="Segoe UI"/>
                <a:ea typeface="Segoe UI"/>
                <a:cs typeface="Segoe UI"/>
              </a:defRPr>
            </a:pPr>
            <a:r>
              <a:rPr sz="2700" b="0">
                <a:solidFill>
                  <a:srgbClr val="F4F1E8"/>
                </a:solidFill>
                <a:latin typeface="Segoe UI"/>
                <a:ea typeface="Segoe UI"/>
                <a:cs typeface="Segoe UI"/>
              </a:rPr>
              <a:t>Hồ sơ lô sầu riêng</a:t>
            </a:r>
          </a:p>
          <a:p xmlns:a="http://schemas.openxmlformats.org/drawingml/2006/main">
            <a:pPr>
              <a:defRPr sz="2700" b="0">
                <a:solidFill>
                  <a:srgbClr val="F4F1E8"/>
                </a:solidFill>
                <a:latin typeface="Segoe UI"/>
                <a:ea typeface="Segoe UI"/>
                <a:cs typeface="Segoe UI"/>
              </a:defRPr>
            </a:pPr>
            <a:r>
              <a:rPr sz="2700" b="0">
                <a:solidFill>
                  <a:srgbClr val="F4F1E8"/>
                </a:solidFill>
                <a:latin typeface="Segoe UI"/>
                <a:ea typeface="Segoe UI"/>
                <a:cs typeface="Segoe UI"/>
              </a:rPr>
              <a:t>cho hợp tác xã và bên mua</a:t>
            </a:r>
          </a:p>
        </p:txBody>
      </p:sp>
      <p:sp>
        <p:nvSpPr>
          <p:cNvPr id="4" name="!!competition">
            <a:extLst xmlns:a="http://schemas.openxmlformats.org/drawingml/2006/main">
              <a:ext uri="{FF2B5EF4-FFF2-40B4-BE49-F238E27FC236}">
                <a16:creationId xmlns:a16="http://schemas.microsoft.com/office/drawing/2014/main" id="{C45F701D-1C11-4B00-ACA3-F186F8084065}"/>
              </a:ext>
            </a:extLst>
          </p:cNvPr>
          <p:cNvSpPr>
            <a:spLocks xmlns:a="http://schemas.openxmlformats.org/drawingml/2006/main" noGrp="1"/>
          </p:cNvSpPr>
          <p:nvPr/>
        </p:nvSpPr>
        <p:spPr>
          <a:xfrm xmlns:a="http://schemas.openxmlformats.org/drawingml/2006/main">
            <a:off x="647700" y="895350"/>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C8A45B"/>
                </a:solidFill>
                <a:latin typeface="Segoe UI"/>
                <a:ea typeface="Segoe UI"/>
                <a:cs typeface="Segoe UI"/>
              </a:defRPr>
            </a:pPr>
            <a:r>
              <a:rPr sz="1650" b="1">
                <a:solidFill>
                  <a:srgbClr val="C8A45B"/>
                </a:solidFill>
                <a:latin typeface="Segoe UI"/>
                <a:ea typeface="Segoe UI"/>
                <a:cs typeface="Segoe UI"/>
              </a:rPr>
              <a:t>UniHackFest 2026</a:t>
            </a:r>
          </a:p>
        </p:txBody>
      </p:sp>
      <p:pic>
        <p:nvPicPr>
          <p:cNvPr id="12" name="!!logo"/>
          <p:cNvPicPr>
            <a:picLocks xmlns:a="http://schemas.openxmlformats.org/drawingml/2006/main" noChangeAspect="1"/>
          </p:cNvPicPr>
          <p:nvPr/>
        </p:nvPicPr>
        <p:blipFill>
          <a:blip xmlns:r="http://schemas.openxmlformats.org/officeDocument/2006/relationships" xmlns:a="http://schemas.openxmlformats.org/drawingml/2006/main" r:embed="Ref944ebcb4ee4246"/>
          <a:stretch xmlns:a="http://schemas.openxmlformats.org/drawingml/2006/main"/>
        </p:blipFill>
        <p:spPr>
          <a:xfrm xmlns:a="http://schemas.openxmlformats.org/drawingml/2006/main">
            <a:off x="628650" y="1466850"/>
            <a:ext cx="533400" cy="533400"/>
          </a:xfrm>
          <a:prstGeom xmlns:a="http://schemas.openxmlformats.org/drawingml/2006/main" prst="rect">
            <a:avLst/>
          </a:prstGeom>
        </p:spPr>
      </p:pic>
      <p:sp>
        <p:nvSpPr>
          <p:cNvPr id="6" name="!!page">
            <a:extLst xmlns:a="http://schemas.openxmlformats.org/drawingml/2006/main">
              <a:ext uri="{FF2B5EF4-FFF2-40B4-BE49-F238E27FC236}">
                <a16:creationId xmlns:a16="http://schemas.microsoft.com/office/drawing/2014/main" id="{F3D6199A-2ADD-4F7A-A1B0-E2E52032130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01 / 19</a:t>
            </a:r>
          </a:p>
        </p:txBody>
      </p:sp>
      <p:sp>
        <p:nvSpPr>
          <p:cNvPr id="7" name="!!caption">
            <a:extLst xmlns:a="http://schemas.openxmlformats.org/drawingml/2006/main">
              <a:ext uri="{FF2B5EF4-FFF2-40B4-BE49-F238E27FC236}">
                <a16:creationId xmlns:a16="http://schemas.microsoft.com/office/drawing/2014/main" id="{2FE4368B-771D-49CE-B2F5-777481FC7F8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4691290"/>
      </p:ext>
    </p:extLst>
  </p:cSld>
</p:sld>
</file>

<file path=ppt/slides/slide2.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5" name="!!backdrop"/>
          <p:cNvPicPr>
            <a:picLocks xmlns:a="http://schemas.openxmlformats.org/drawingml/2006/main" noChangeAspect="1"/>
          </p:cNvPicPr>
          <p:nvPr/>
        </p:nvPicPr>
        <p:blipFill>
          <a:blip xmlns:r="http://schemas.openxmlformats.org/officeDocument/2006/relationships" xmlns:a="http://schemas.openxmlformats.org/drawingml/2006/main" r:embed="Rc902704ff26f416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5479B50E-3565-467A-BCA9-C9243634D51A}"/>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CBB47E37-E9EA-43BD-8891-028D2D606757}"/>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95D4136F-3D83-4D9E-846B-E93779B28646}"/>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2F069339-62FE-4E14-A086-E4F870003FAA}"/>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42B796DC-9EF8-4D78-8AD5-DF9F072C5431}"/>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60875367-0F09-4DC3-B792-71BF59B926D1}"/>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8C8280F5-BBC2-4F8A-B946-A5FA520317D4}"/>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5D180CC4-B13E-4D36-8AFC-85CB12C927B0}"/>
              </a:ext>
            </a:extLst>
          </p:cNvPr>
          <p:cNvSpPr>
            <a:spLocks xmlns:a="http://schemas.openxmlformats.org/drawingml/2006/main" noGrp="1"/>
          </p:cNvSpPr>
          <p:nvPr/>
        </p:nvSpPr>
        <p:spPr>
          <a:xfrm xmlns:a="http://schemas.openxmlformats.org/drawingml/2006/main">
            <a:off x="64770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0" name="!!fragment-1-icon-0">
            <a:extLst xmlns:a="http://schemas.openxmlformats.org/drawingml/2006/main">
              <a:ext uri="{FF2B5EF4-FFF2-40B4-BE49-F238E27FC236}">
                <a16:creationId xmlns:a16="http://schemas.microsoft.com/office/drawing/2014/main" id="{AC6DF858-0E8A-4EAF-B0B2-38B4A7E9443E}"/>
              </a:ext>
            </a:extLst>
          </p:cNvPr>
          <p:cNvSpPr>
            <a:spLocks xmlns:a="http://schemas.openxmlformats.org/drawingml/2006/main" noGrp="1"/>
          </p:cNvSpPr>
          <p:nvPr/>
        </p:nvSpPr>
        <p:spPr>
          <a:xfrm xmlns:a="http://schemas.openxmlformats.org/drawingml/2006/main">
            <a:off x="804863" y="3586163"/>
            <a:ext cx="180023" cy="180023"/>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1" name="!!fragment-1-icon-1">
            <a:extLst xmlns:a="http://schemas.openxmlformats.org/drawingml/2006/main">
              <a:ext uri="{FF2B5EF4-FFF2-40B4-BE49-F238E27FC236}">
                <a16:creationId xmlns:a16="http://schemas.microsoft.com/office/drawing/2014/main" id="{CD94D742-11D9-44FC-88F4-BA3E2B1CE3F5}"/>
              </a:ext>
            </a:extLst>
          </p:cNvPr>
          <p:cNvSpPr>
            <a:spLocks xmlns:a="http://schemas.openxmlformats.org/drawingml/2006/main" noGrp="1"/>
          </p:cNvSpPr>
          <p:nvPr/>
        </p:nvSpPr>
        <p:spPr>
          <a:xfrm xmlns:a="http://schemas.openxmlformats.org/drawingml/2006/main">
            <a:off x="779145" y="3560445"/>
            <a:ext cx="308610" cy="308610"/>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2" name="!!fragment-1">
            <a:extLst xmlns:a="http://schemas.openxmlformats.org/drawingml/2006/main">
              <a:ext uri="{FF2B5EF4-FFF2-40B4-BE49-F238E27FC236}">
                <a16:creationId xmlns:a16="http://schemas.microsoft.com/office/drawing/2014/main" id="{E673D880-131F-45D7-B5EC-C9E0A44CF8EE}"/>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6C44A08E-F126-44B1-AE1B-2E429D8411D9}"/>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fragment-2-selection">
            <a:extLst xmlns:a="http://schemas.openxmlformats.org/drawingml/2006/main">
              <a:ext uri="{FF2B5EF4-FFF2-40B4-BE49-F238E27FC236}">
                <a16:creationId xmlns:a16="http://schemas.microsoft.com/office/drawing/2014/main" id="{2BB4F16B-FAB5-41F9-8C2D-209BE3C5BE99}"/>
              </a:ext>
            </a:extLst>
          </p:cNvPr>
          <p:cNvSpPr>
            <a:spLocks xmlns:a="http://schemas.openxmlformats.org/drawingml/2006/main" noGrp="1"/>
          </p:cNvSpPr>
          <p:nvPr/>
        </p:nvSpPr>
        <p:spPr>
          <a:xfrm xmlns:a="http://schemas.openxmlformats.org/drawingml/2006/main">
            <a:off x="647700" y="45148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5" name="!!fragment-2-icon-0">
            <a:extLst xmlns:a="http://schemas.openxmlformats.org/drawingml/2006/main">
              <a:ext uri="{FF2B5EF4-FFF2-40B4-BE49-F238E27FC236}">
                <a16:creationId xmlns:a16="http://schemas.microsoft.com/office/drawing/2014/main" id="{927BD5FF-9654-435A-B53F-5C3A8E8A0507}"/>
              </a:ext>
            </a:extLst>
          </p:cNvPr>
          <p:cNvSpPr>
            <a:spLocks xmlns:a="http://schemas.openxmlformats.org/drawingml/2006/main" noGrp="1"/>
          </p:cNvSpPr>
          <p:nvPr/>
        </p:nvSpPr>
        <p:spPr>
          <a:xfrm xmlns:a="http://schemas.openxmlformats.org/drawingml/2006/main">
            <a:off x="882015" y="4672013"/>
            <a:ext cx="102870" cy="102870"/>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6" name="!!fragment-2-icon-1">
            <a:extLst xmlns:a="http://schemas.openxmlformats.org/drawingml/2006/main">
              <a:ext uri="{FF2B5EF4-FFF2-40B4-BE49-F238E27FC236}">
                <a16:creationId xmlns:a16="http://schemas.microsoft.com/office/drawing/2014/main" id="{C6363D71-5A7C-43F1-A30E-5FD5A90CC305}"/>
              </a:ext>
            </a:extLst>
          </p:cNvPr>
          <p:cNvSpPr>
            <a:spLocks xmlns:a="http://schemas.openxmlformats.org/drawingml/2006/main" noGrp="1"/>
          </p:cNvSpPr>
          <p:nvPr/>
        </p:nvSpPr>
        <p:spPr>
          <a:xfrm xmlns:a="http://schemas.openxmlformats.org/drawingml/2006/main">
            <a:off x="830580" y="48134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66447"/>
            </a:solidFill>
            <a:prstDash val="solid"/>
          </a:ln>
        </p:spPr>
      </p:sp>
      <p:sp>
        <p:nvSpPr>
          <p:cNvPr id="17" name="!!fragment-2">
            <a:extLst xmlns:a="http://schemas.openxmlformats.org/drawingml/2006/main">
              <a:ext uri="{FF2B5EF4-FFF2-40B4-BE49-F238E27FC236}">
                <a16:creationId xmlns:a16="http://schemas.microsoft.com/office/drawing/2014/main" id="{1F9CA28A-6829-4853-B295-3A5302701854}"/>
              </a:ext>
            </a:extLst>
          </p:cNvPr>
          <p:cNvSpPr>
            <a:spLocks xmlns:a="http://schemas.openxmlformats.org/drawingml/2006/main" noGrp="1"/>
          </p:cNvSpPr>
          <p:nvPr/>
        </p:nvSpPr>
        <p:spPr>
          <a:xfrm xmlns:a="http://schemas.openxmlformats.org/drawingml/2006/main">
            <a:off x="1447800" y="458152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Đối chiếu hồ sơ</a:t>
            </a:r>
          </a:p>
        </p:txBody>
      </p:sp>
      <p:sp>
        <p:nvSpPr>
          <p:cNvPr id="18" name="!!fragment-detail-2">
            <a:extLst xmlns:a="http://schemas.openxmlformats.org/drawingml/2006/main">
              <a:ext uri="{FF2B5EF4-FFF2-40B4-BE49-F238E27FC236}">
                <a16:creationId xmlns:a16="http://schemas.microsoft.com/office/drawing/2014/main" id="{5377DA09-5827-4D76-BFE0-BB8A33EAE4FB}"/>
              </a:ext>
            </a:extLst>
          </p:cNvPr>
          <p:cNvSpPr>
            <a:spLocks xmlns:a="http://schemas.openxmlformats.org/drawingml/2006/main" noGrp="1"/>
          </p:cNvSpPr>
          <p:nvPr/>
        </p:nvSpPr>
        <p:spPr>
          <a:xfrm xmlns:a="http://schemas.openxmlformats.org/drawingml/2006/main">
            <a:off x="1447800" y="507682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HTX chuẩn bị, bên mua xem qua QR</a:t>
            </a:r>
          </a:p>
        </p:txBody>
      </p:sp>
      <p:sp>
        <p:nvSpPr>
          <p:cNvPr id="19" name="!!join-rule">
            <a:extLst xmlns:a="http://schemas.openxmlformats.org/drawingml/2006/main">
              <a:ext uri="{FF2B5EF4-FFF2-40B4-BE49-F238E27FC236}">
                <a16:creationId xmlns:a16="http://schemas.microsoft.com/office/drawing/2014/main" id="{F76272F1-F6E8-4C2D-805A-5EF0AB53E775}"/>
              </a:ext>
            </a:extLst>
          </p:cNvPr>
          <p:cNvSpPr>
            <a:spLocks xmlns:a="http://schemas.openxmlformats.org/drawingml/2006/main" noGrp="1"/>
          </p:cNvSpPr>
          <p:nvPr/>
        </p:nvSpPr>
        <p:spPr>
          <a:xfrm xmlns:a="http://schemas.openxmlformats.org/drawingml/2006/main">
            <a:off x="609600" y="5600700"/>
            <a:ext cx="5143500" cy="19050"/>
          </a:xfrm>
          <a:prstGeom xmlns:a="http://schemas.openxmlformats.org/drawingml/2006/main" prst="rect">
            <a:avLst/>
          </a:prstGeom>
          <a:solidFill xmlns:a="http://schemas.openxmlformats.org/drawingml/2006/main">
            <a:srgbClr val="166447"/>
          </a:solidFill>
          <a:ln xmlns:a="http://schemas.openxmlformats.org/drawingml/2006/main" w="0">
            <a:noFill/>
          </a:ln>
        </p:spPr>
      </p:sp>
      <p:sp>
        <p:nvSpPr>
          <p:cNvPr id="20" name="!!joined-file-selection">
            <a:extLst xmlns:a="http://schemas.openxmlformats.org/drawingml/2006/main">
              <a:ext uri="{FF2B5EF4-FFF2-40B4-BE49-F238E27FC236}">
                <a16:creationId xmlns:a16="http://schemas.microsoft.com/office/drawing/2014/main" id="{2D22C641-26E2-4246-8F07-EFFAD378A55D}"/>
              </a:ext>
            </a:extLst>
          </p:cNvPr>
          <p:cNvSpPr>
            <a:spLocks xmlns:a="http://schemas.openxmlformats.org/drawingml/2006/main" noGrp="1"/>
          </p:cNvSpPr>
          <p:nvPr/>
        </p:nvSpPr>
        <p:spPr>
          <a:xfrm xmlns:a="http://schemas.openxmlformats.org/drawingml/2006/main">
            <a:off x="647700" y="5657850"/>
            <a:ext cx="590550" cy="5905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1" name="!!joined-file-icon-0">
            <a:extLst xmlns:a="http://schemas.openxmlformats.org/drawingml/2006/main">
              <a:ext uri="{FF2B5EF4-FFF2-40B4-BE49-F238E27FC236}">
                <a16:creationId xmlns:a16="http://schemas.microsoft.com/office/drawing/2014/main" id="{61CCBEA7-CB47-479E-93E6-1DCB45A58066}"/>
              </a:ext>
            </a:extLst>
          </p:cNvPr>
          <p:cNvSpPr>
            <a:spLocks xmlns:a="http://schemas.openxmlformats.org/drawingml/2006/main" noGrp="1"/>
          </p:cNvSpPr>
          <p:nvPr/>
        </p:nvSpPr>
        <p:spPr>
          <a:xfrm xmlns:a="http://schemas.openxmlformats.org/drawingml/2006/main">
            <a:off x="783526" y="5793677"/>
            <a:ext cx="318897" cy="318897"/>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FFFFFF"/>
            </a:solidFill>
            <a:prstDash val="solid"/>
          </a:ln>
        </p:spPr>
      </p:sp>
      <p:sp>
        <p:nvSpPr>
          <p:cNvPr id="22" name="!!join">
            <a:extLst xmlns:a="http://schemas.openxmlformats.org/drawingml/2006/main">
              <a:ext uri="{FF2B5EF4-FFF2-40B4-BE49-F238E27FC236}">
                <a16:creationId xmlns:a16="http://schemas.microsoft.com/office/drawing/2014/main" id="{3DF30464-C758-4134-8135-B7FAF7D60943}"/>
              </a:ext>
            </a:extLst>
          </p:cNvPr>
          <p:cNvSpPr>
            <a:spLocks xmlns:a="http://schemas.openxmlformats.org/drawingml/2006/main" noGrp="1"/>
          </p:cNvSpPr>
          <p:nvPr/>
        </p:nvSpPr>
        <p:spPr>
          <a:xfrm xmlns:a="http://schemas.openxmlformats.org/drawingml/2006/main">
            <a:off x="1447800" y="58197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166447"/>
                </a:solidFill>
                <a:latin typeface="Segoe UI"/>
                <a:ea typeface="Segoe UI"/>
                <a:cs typeface="Segoe UI"/>
              </a:defRPr>
            </a:pPr>
            <a:r>
              <a:rPr sz="2250" b="1">
                <a:solidFill>
                  <a:srgbClr val="166447"/>
                </a:solidFill>
                <a:latin typeface="Segoe UI"/>
                <a:ea typeface="Segoe UI"/>
                <a:cs typeface="Segoe UI"/>
              </a:rPr>
              <a:t>Website liên kết hồ sơ lô</a:t>
            </a:r>
          </a:p>
        </p:txBody>
      </p:sp>
      <p:sp>
        <p:nvSpPr>
          <p:cNvPr id="23" name="!!page">
            <a:extLst xmlns:a="http://schemas.openxmlformats.org/drawingml/2006/main">
              <a:ext uri="{FF2B5EF4-FFF2-40B4-BE49-F238E27FC236}">
                <a16:creationId xmlns:a16="http://schemas.microsoft.com/office/drawing/2014/main" id="{DADD512B-EE87-40CF-92E7-9EA688F2A10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24" name="!!caption">
            <a:extLst xmlns:a="http://schemas.openxmlformats.org/drawingml/2006/main">
              <a:ext uri="{FF2B5EF4-FFF2-40B4-BE49-F238E27FC236}">
                <a16:creationId xmlns:a16="http://schemas.microsoft.com/office/drawing/2014/main" id="{985451AB-3936-40B0-9CD7-1E0A1C7845A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123982386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120a87e8372843c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C9DDB6CC-CD48-4345-A125-8CA2D7133F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E53A772-59C5-4CED-8D0C-B4E897657F8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419E23E9-E0A2-4737-9057-7F0707E583AB}"/>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grower-icon-0">
            <a:extLst xmlns:a="http://schemas.openxmlformats.org/drawingml/2006/main">
              <a:ext uri="{FF2B5EF4-FFF2-40B4-BE49-F238E27FC236}">
                <a16:creationId xmlns:a16="http://schemas.microsoft.com/office/drawing/2014/main" id="{B556E0F7-A108-466A-BC59-BC29AB99BA01}"/>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A3BCAB"/>
            </a:solidFill>
            <a:prstDash val="solid"/>
          </a:ln>
        </p:spPr>
      </p:sp>
      <p:sp>
        <p:nvSpPr>
          <p:cNvPr id="6" name="!!grower-icon-1">
            <a:extLst xmlns:a="http://schemas.openxmlformats.org/drawingml/2006/main">
              <a:ext uri="{FF2B5EF4-FFF2-40B4-BE49-F238E27FC236}">
                <a16:creationId xmlns:a16="http://schemas.microsoft.com/office/drawing/2014/main" id="{907B697E-3939-4D68-A2C7-4CD58D880A0B}"/>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A3BCAB"/>
            </a:solidFill>
            <a:prstDash val="solid"/>
          </a:ln>
        </p:spPr>
      </p:sp>
      <p:sp>
        <p:nvSpPr>
          <p:cNvPr id="7" name="!!grower-label">
            <a:extLst xmlns:a="http://schemas.openxmlformats.org/drawingml/2006/main">
              <a:ext uri="{FF2B5EF4-FFF2-40B4-BE49-F238E27FC236}">
                <a16:creationId xmlns:a16="http://schemas.microsoft.com/office/drawing/2014/main" id="{EE1871FE-9945-49D3-8996-741B985BD865}"/>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12B4B475-FF98-43BF-B4C7-85CCDAA3C121}"/>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buyer-selection">
            <a:extLst xmlns:a="http://schemas.openxmlformats.org/drawingml/2006/main">
              <a:ext uri="{FF2B5EF4-FFF2-40B4-BE49-F238E27FC236}">
                <a16:creationId xmlns:a16="http://schemas.microsoft.com/office/drawing/2014/main" id="{D196CC18-9D41-4FAF-ACAA-7CC035393B42}"/>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0" name="!!buyer-icon-0">
            <a:extLst xmlns:a="http://schemas.openxmlformats.org/drawingml/2006/main">
              <a:ext uri="{FF2B5EF4-FFF2-40B4-BE49-F238E27FC236}">
                <a16:creationId xmlns:a16="http://schemas.microsoft.com/office/drawing/2014/main" id="{DD1E6927-3B71-4260-B2C4-8EB1F3F3A88B}"/>
              </a:ext>
            </a:extLst>
          </p:cNvPr>
          <p:cNvSpPr>
            <a:spLocks xmlns:a="http://schemas.openxmlformats.org/drawingml/2006/main" noGrp="1"/>
          </p:cNvSpPr>
          <p:nvPr/>
        </p:nvSpPr>
        <p:spPr>
          <a:xfrm xmlns:a="http://schemas.openxmlformats.org/drawingml/2006/main">
            <a:off x="901065" y="358616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1" name="!!buyer-icon-1">
            <a:extLst xmlns:a="http://schemas.openxmlformats.org/drawingml/2006/main">
              <a:ext uri="{FF2B5EF4-FFF2-40B4-BE49-F238E27FC236}">
                <a16:creationId xmlns:a16="http://schemas.microsoft.com/office/drawing/2014/main" id="{37BD1316-D853-43B1-B08C-4E7056BE4874}"/>
              </a:ext>
            </a:extLst>
          </p:cNvPr>
          <p:cNvSpPr>
            <a:spLocks xmlns:a="http://schemas.openxmlformats.org/drawingml/2006/main" noGrp="1"/>
          </p:cNvSpPr>
          <p:nvPr/>
        </p:nvSpPr>
        <p:spPr>
          <a:xfrm xmlns:a="http://schemas.openxmlformats.org/drawingml/2006/main">
            <a:off x="849630" y="372760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12" name="!!buyer-label">
            <a:extLst xmlns:a="http://schemas.openxmlformats.org/drawingml/2006/main">
              <a:ext uri="{FF2B5EF4-FFF2-40B4-BE49-F238E27FC236}">
                <a16:creationId xmlns:a16="http://schemas.microsoft.com/office/drawing/2014/main" id="{94884D32-6A00-4CD8-8C77-E04CEE850A74}"/>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Bên mua</a:t>
            </a:r>
          </a:p>
        </p:txBody>
      </p:sp>
      <p:sp>
        <p:nvSpPr>
          <p:cNvPr id="13" name="!!buyer-detail">
            <a:extLst xmlns:a="http://schemas.openxmlformats.org/drawingml/2006/main">
              <a:ext uri="{FF2B5EF4-FFF2-40B4-BE49-F238E27FC236}">
                <a16:creationId xmlns:a16="http://schemas.microsoft.com/office/drawing/2014/main" id="{42C053E5-A612-491B-8389-361D987ABE07}"/>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Mở hồ sơ qua QR, đối chiếu tài liệu</a:t>
            </a:r>
          </a:p>
        </p:txBody>
      </p:sp>
      <p:sp>
        <p:nvSpPr>
          <p:cNvPr id="14" name="!!shared-record-selection">
            <a:extLst xmlns:a="http://schemas.openxmlformats.org/drawingml/2006/main">
              <a:ext uri="{FF2B5EF4-FFF2-40B4-BE49-F238E27FC236}">
                <a16:creationId xmlns:a16="http://schemas.microsoft.com/office/drawing/2014/main" id="{2AAE6CF4-BFF3-42F6-A136-31B5E4043253}"/>
              </a:ext>
            </a:extLst>
          </p:cNvPr>
          <p:cNvSpPr>
            <a:spLocks xmlns:a="http://schemas.openxmlformats.org/drawingml/2006/main" noGrp="1"/>
          </p:cNvSpPr>
          <p:nvPr/>
        </p:nvSpPr>
        <p:spPr>
          <a:xfrm xmlns:a="http://schemas.openxmlformats.org/drawingml/2006/main">
            <a:off x="600075" y="50958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shared-record-icon-0">
            <a:extLst xmlns:a="http://schemas.openxmlformats.org/drawingml/2006/main">
              <a:ext uri="{FF2B5EF4-FFF2-40B4-BE49-F238E27FC236}">
                <a16:creationId xmlns:a16="http://schemas.microsoft.com/office/drawing/2014/main" id="{09EAE64E-530F-4F62-81C0-E43C39BC44CE}"/>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16" name="!!shared-record-icon-1">
            <a:extLst xmlns:a="http://schemas.openxmlformats.org/drawingml/2006/main">
              <a:ext uri="{FF2B5EF4-FFF2-40B4-BE49-F238E27FC236}">
                <a16:creationId xmlns:a16="http://schemas.microsoft.com/office/drawing/2014/main" id="{434D5CA1-0ECF-4FF7-B456-3C59F5E36FF0}"/>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17" name="!!shared-record-icon-2">
            <a:extLst xmlns:a="http://schemas.openxmlformats.org/drawingml/2006/main">
              <a:ext uri="{FF2B5EF4-FFF2-40B4-BE49-F238E27FC236}">
                <a16:creationId xmlns:a16="http://schemas.microsoft.com/office/drawing/2014/main" id="{5801C0FC-0CCE-4241-8A27-1C7BA24F92EF}"/>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18" name="!!shared-record-icon-3">
            <a:extLst xmlns:a="http://schemas.openxmlformats.org/drawingml/2006/main">
              <a:ext uri="{FF2B5EF4-FFF2-40B4-BE49-F238E27FC236}">
                <a16:creationId xmlns:a16="http://schemas.microsoft.com/office/drawing/2014/main" id="{F0498C18-7B45-42FD-BE04-77FD65DD7634}"/>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19" name="!!user-goal">
            <a:extLst xmlns:a="http://schemas.openxmlformats.org/drawingml/2006/main">
              <a:ext uri="{FF2B5EF4-FFF2-40B4-BE49-F238E27FC236}">
                <a16:creationId xmlns:a16="http://schemas.microsoft.com/office/drawing/2014/main" id="{2B13C006-F5C3-49CF-A097-0A0D637C8C90}"/>
              </a:ext>
            </a:extLst>
          </p:cNvPr>
          <p:cNvSpPr>
            <a:spLocks xmlns:a="http://schemas.openxmlformats.org/drawingml/2006/main" noGrp="1"/>
          </p:cNvSpPr>
          <p:nvPr/>
        </p:nvSpPr>
        <p:spPr>
          <a:xfrm xmlns:a="http://schemas.openxmlformats.org/drawingml/2006/main">
            <a:off x="1524000" y="5086350"/>
            <a:ext cx="438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C8A45B"/>
                </a:solidFill>
                <a:latin typeface="Segoe UI"/>
                <a:ea typeface="Segoe UI"/>
                <a:cs typeface="Segoe UI"/>
              </a:defRPr>
            </a:pPr>
            <a:r>
              <a:rPr sz="2325" b="1">
                <a:solidFill>
                  <a:srgbClr val="C8A45B"/>
                </a:solidFill>
                <a:latin typeface="Segoe UI"/>
                <a:ea typeface="Segoe UI"/>
                <a:cs typeface="Segoe UI"/>
              </a:rPr>
              <a:t>Một hồ sơ dùng chung</a:t>
            </a:r>
          </a:p>
          <a:p xmlns:a="http://schemas.openxmlformats.org/drawingml/2006/main">
            <a:pPr>
              <a:defRPr sz="2325" b="1">
                <a:solidFill>
                  <a:srgbClr val="C8A45B"/>
                </a:solidFill>
                <a:latin typeface="Segoe UI"/>
                <a:ea typeface="Segoe UI"/>
                <a:cs typeface="Segoe UI"/>
              </a:defRPr>
            </a:pPr>
            <a:r>
              <a:rPr sz="2325" b="1">
                <a:solidFill>
                  <a:srgbClr val="C8A45B"/>
                </a:solidFill>
                <a:latin typeface="Segoe UI"/>
                <a:ea typeface="Segoe UI"/>
                <a:cs typeface="Segoe UI"/>
              </a:rPr>
              <a:t>trong cuộc trao đổi về lô</a:t>
            </a:r>
          </a:p>
        </p:txBody>
      </p:sp>
      <p:sp>
        <p:nvSpPr>
          <p:cNvPr id="20" name="!!page">
            <a:extLst xmlns:a="http://schemas.openxmlformats.org/drawingml/2006/main">
              <a:ext uri="{FF2B5EF4-FFF2-40B4-BE49-F238E27FC236}">
                <a16:creationId xmlns:a16="http://schemas.microsoft.com/office/drawing/2014/main" id="{8011ABCF-553B-44E6-82D5-9137A6A505CF}"/>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19</a:t>
            </a:r>
          </a:p>
        </p:txBody>
      </p:sp>
      <p:sp>
        <p:nvSpPr>
          <p:cNvPr id="21" name="!!caption">
            <a:extLst xmlns:a="http://schemas.openxmlformats.org/drawingml/2006/main">
              <a:ext uri="{FF2B5EF4-FFF2-40B4-BE49-F238E27FC236}">
                <a16:creationId xmlns:a16="http://schemas.microsoft.com/office/drawing/2014/main" id="{7A9EC8C4-E7D2-4119-B6E9-F0017962324E}"/>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205033891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0" name="!!backdrop"/>
          <p:cNvPicPr>
            <a:picLocks xmlns:a="http://schemas.openxmlformats.org/drawingml/2006/main" noChangeAspect="1"/>
          </p:cNvPicPr>
          <p:nvPr/>
        </p:nvPicPr>
        <p:blipFill>
          <a:blip xmlns:r="http://schemas.openxmlformats.org/officeDocument/2006/relationships" xmlns:a="http://schemas.openxmlformats.org/drawingml/2006/main" r:embed="Re1daacbea43c401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CB7A0E81-7419-4EA3-9D7F-F98766E1D8E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E15922F8-1023-48BF-BC0B-E2B08826BF7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89406869-6855-430B-959C-491D1BD37384}"/>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5B00ED3F-DB0D-44E7-A049-13D7D55F73F0}"/>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190C63F6-532C-4C6F-A0BE-48ABF412177E}"/>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3D562147-1EA3-425C-8329-9160DDC22858}"/>
              </a:ext>
            </a:extLst>
          </p:cNvPr>
          <p:cNvSpPr>
            <a:spLocks xmlns:a="http://schemas.openxmlformats.org/drawingml/2006/main" noGrp="1"/>
          </p:cNvSpPr>
          <p:nvPr/>
        </p:nvSpPr>
        <p:spPr>
          <a:xfrm xmlns:a="http://schemas.openxmlformats.org/drawingml/2006/main">
            <a:off x="3848100"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8" name="!!flow-1-icon-0">
            <a:extLst xmlns:a="http://schemas.openxmlformats.org/drawingml/2006/main">
              <a:ext uri="{FF2B5EF4-FFF2-40B4-BE49-F238E27FC236}">
                <a16:creationId xmlns:a16="http://schemas.microsoft.com/office/drawing/2014/main" id="{10B0AEB9-9162-4873-8A2F-9B5F12E6574B}"/>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1309">
            <a:solidFill>
              <a:srgbClr val="A3BCAB"/>
            </a:solidFill>
            <a:prstDash val="solid"/>
          </a:ln>
        </p:spPr>
      </p:sp>
      <p:sp>
        <p:nvSpPr>
          <p:cNvPr id="9" name="!!flow-1-icon-1">
            <a:extLst xmlns:a="http://schemas.openxmlformats.org/drawingml/2006/main">
              <a:ext uri="{FF2B5EF4-FFF2-40B4-BE49-F238E27FC236}">
                <a16:creationId xmlns:a16="http://schemas.microsoft.com/office/drawing/2014/main" id="{54254E10-F2C4-4BE3-A2B0-2954C6D2FBC2}"/>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1309">
            <a:solidFill>
              <a:srgbClr val="A3BCAB"/>
            </a:solidFill>
            <a:prstDash val="solid"/>
          </a:ln>
        </p:spPr>
      </p:sp>
      <p:sp>
        <p:nvSpPr>
          <p:cNvPr id="10" name="!!flow-1-icon-2">
            <a:extLst xmlns:a="http://schemas.openxmlformats.org/drawingml/2006/main">
              <a:ext uri="{FF2B5EF4-FFF2-40B4-BE49-F238E27FC236}">
                <a16:creationId xmlns:a16="http://schemas.microsoft.com/office/drawing/2014/main" id="{4968CC20-FCE8-4F46-8F0C-A4F62D49FFC0}"/>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1309">
            <a:solidFill>
              <a:srgbClr val="A3BCAB"/>
            </a:solidFill>
            <a:prstDash val="solid"/>
          </a:ln>
        </p:spPr>
      </p:sp>
      <p:sp>
        <p:nvSpPr>
          <p:cNvPr id="11" name="!!flow-1-icon-3">
            <a:extLst xmlns:a="http://schemas.openxmlformats.org/drawingml/2006/main">
              <a:ext uri="{FF2B5EF4-FFF2-40B4-BE49-F238E27FC236}">
                <a16:creationId xmlns:a16="http://schemas.microsoft.com/office/drawing/2014/main" id="{7CB05A56-F233-49DB-AD3F-29FC114DB9CB}"/>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1309">
            <a:solidFill>
              <a:srgbClr val="A3BCAB"/>
            </a:solidFill>
            <a:prstDash val="solid"/>
          </a:ln>
        </p:spPr>
      </p:sp>
      <p:sp>
        <p:nvSpPr>
          <p:cNvPr id="12" name="!!flow-label-1">
            <a:extLst xmlns:a="http://schemas.openxmlformats.org/drawingml/2006/main">
              <a:ext uri="{FF2B5EF4-FFF2-40B4-BE49-F238E27FC236}">
                <a16:creationId xmlns:a16="http://schemas.microsoft.com/office/drawing/2014/main" id="{622BDDA8-9A23-420C-B99C-E8C41E92E4A0}"/>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Ảnh và</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tài liệu</a:t>
            </a:r>
          </a:p>
        </p:txBody>
      </p:sp>
      <p:cxnSp>
        <p:nvCxnSpPr>
          <p:cNvPr id="42"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2-selection">
            <a:extLst xmlns:a="http://schemas.openxmlformats.org/drawingml/2006/main">
              <a:ext uri="{FF2B5EF4-FFF2-40B4-BE49-F238E27FC236}">
                <a16:creationId xmlns:a16="http://schemas.microsoft.com/office/drawing/2014/main" id="{C87CB70C-7573-49C6-92D1-7F65F7DBE93D}"/>
              </a:ext>
            </a:extLst>
          </p:cNvPr>
          <p:cNvSpPr>
            <a:spLocks xmlns:a="http://schemas.openxmlformats.org/drawingml/2006/main" noGrp="1"/>
          </p:cNvSpPr>
          <p:nvPr/>
        </p:nvSpPr>
        <p:spPr>
          <a:xfrm xmlns:a="http://schemas.openxmlformats.org/drawingml/2006/main">
            <a:off x="663892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5" name="!!flow-2-icon-0">
            <a:extLst xmlns:a="http://schemas.openxmlformats.org/drawingml/2006/main">
              <a:ext uri="{FF2B5EF4-FFF2-40B4-BE49-F238E27FC236}">
                <a16:creationId xmlns:a16="http://schemas.microsoft.com/office/drawing/2014/main" id="{BCEBC7B9-6419-4DB4-97B8-D2F55B07E6EF}"/>
              </a:ext>
            </a:extLst>
          </p:cNvPr>
          <p:cNvSpPr>
            <a:spLocks xmlns:a="http://schemas.openxmlformats.org/drawingml/2006/main" noGrp="1"/>
          </p:cNvSpPr>
          <p:nvPr/>
        </p:nvSpPr>
        <p:spPr>
          <a:xfrm xmlns:a="http://schemas.openxmlformats.org/drawingml/2006/main">
            <a:off x="6942773" y="2866073"/>
            <a:ext cx="497205"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6" name="!!flow-2-icon-1">
            <a:extLst xmlns:a="http://schemas.openxmlformats.org/drawingml/2006/main">
              <a:ext uri="{FF2B5EF4-FFF2-40B4-BE49-F238E27FC236}">
                <a16:creationId xmlns:a16="http://schemas.microsoft.com/office/drawing/2014/main" id="{4AAFF4DA-D10F-4357-A267-D7591E1E7250}"/>
              </a:ext>
            </a:extLst>
          </p:cNvPr>
          <p:cNvSpPr>
            <a:spLocks xmlns:a="http://schemas.openxmlformats.org/drawingml/2006/main" noGrp="1"/>
          </p:cNvSpPr>
          <p:nvPr/>
        </p:nvSpPr>
        <p:spPr>
          <a:xfrm xmlns:a="http://schemas.openxmlformats.org/drawingml/2006/main">
            <a:off x="6893052" y="2816352"/>
            <a:ext cx="596646" cy="596646"/>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21309">
            <a:solidFill>
              <a:srgbClr val="A3BCAB"/>
            </a:solidFill>
            <a:prstDash val="solid"/>
          </a:ln>
        </p:spPr>
      </p:sp>
      <p:sp>
        <p:nvSpPr>
          <p:cNvPr id="17" name="!!flow-label-2">
            <a:extLst xmlns:a="http://schemas.openxmlformats.org/drawingml/2006/main">
              <a:ext uri="{FF2B5EF4-FFF2-40B4-BE49-F238E27FC236}">
                <a16:creationId xmlns:a16="http://schemas.microsoft.com/office/drawing/2014/main" id="{80EC7D9C-27AC-4FB7-B5F3-B46903ACD7C8}"/>
              </a:ext>
            </a:extLst>
          </p:cNvPr>
          <p:cNvSpPr>
            <a:spLocks xmlns:a="http://schemas.openxmlformats.org/drawingml/2006/main" noGrp="1"/>
          </p:cNvSpPr>
          <p:nvPr/>
        </p:nvSpPr>
        <p:spPr>
          <a:xfrm xmlns:a="http://schemas.openxmlformats.org/drawingml/2006/main">
            <a:off x="606742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Lịch sử</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hành trình</a:t>
            </a:r>
          </a:p>
        </p:txBody>
      </p:sp>
      <p:cxnSp>
        <p:nvCxnSpPr>
          <p:cNvPr id="47" name="!!connector-4-1"/>
          <p:cNvCxnSpPr>
            <a:stCxn xmlns:a="http://schemas.openxmlformats.org/drawingml/2006/main" id="7" idx="6"/>
            <a:endCxn xmlns:a="http://schemas.openxmlformats.org/drawingml/2006/main" id="14" idx="2"/>
          </p:cNvCxnSpPr>
          <p:nvPr/>
        </p:nvCxnSpPr>
        <p:spPr>
          <a:xfrm xmlns:a="http://schemas.openxmlformats.org/drawingml/2006/main">
            <a:off x="4953000"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flow-3-selection">
            <a:extLst xmlns:a="http://schemas.openxmlformats.org/drawingml/2006/main">
              <a:ext uri="{FF2B5EF4-FFF2-40B4-BE49-F238E27FC236}">
                <a16:creationId xmlns:a16="http://schemas.microsoft.com/office/drawing/2014/main" id="{C67C84E1-5AF4-4B6C-86F2-F1ACEC3D7A64}"/>
              </a:ext>
            </a:extLst>
          </p:cNvPr>
          <p:cNvSpPr>
            <a:spLocks xmlns:a="http://schemas.openxmlformats.org/drawingml/2006/main" noGrp="1"/>
          </p:cNvSpPr>
          <p:nvPr/>
        </p:nvSpPr>
        <p:spPr>
          <a:xfrm xmlns:a="http://schemas.openxmlformats.org/drawingml/2006/main">
            <a:off x="9286875"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0" name="!!flow-3-icon-0">
            <a:extLst xmlns:a="http://schemas.openxmlformats.org/drawingml/2006/main">
              <a:ext uri="{FF2B5EF4-FFF2-40B4-BE49-F238E27FC236}">
                <a16:creationId xmlns:a16="http://schemas.microsoft.com/office/drawing/2014/main" id="{18A7F6C5-73BA-49BC-AF19-27DDAFFF0FCB}"/>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26820">
            <a:solidFill>
              <a:srgbClr val="FFFFFF"/>
            </a:solidFill>
            <a:prstDash val="solid"/>
          </a:ln>
        </p:spPr>
      </p:sp>
      <p:sp>
        <p:nvSpPr>
          <p:cNvPr id="21" name="!!flow-3-icon-1">
            <a:extLst xmlns:a="http://schemas.openxmlformats.org/drawingml/2006/main">
              <a:ext uri="{FF2B5EF4-FFF2-40B4-BE49-F238E27FC236}">
                <a16:creationId xmlns:a16="http://schemas.microsoft.com/office/drawing/2014/main" id="{6316A285-305B-4352-A481-09E4B560D0E4}"/>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26820">
            <a:solidFill>
              <a:srgbClr val="FFFFFF"/>
            </a:solidFill>
            <a:prstDash val="solid"/>
          </a:ln>
        </p:spPr>
      </p:sp>
      <p:sp>
        <p:nvSpPr>
          <p:cNvPr id="22" name="!!flow-3-icon-2">
            <a:extLst xmlns:a="http://schemas.openxmlformats.org/drawingml/2006/main">
              <a:ext uri="{FF2B5EF4-FFF2-40B4-BE49-F238E27FC236}">
                <a16:creationId xmlns:a16="http://schemas.microsoft.com/office/drawing/2014/main" id="{11E5284B-F0F1-4E97-B17F-7E661C508B63}"/>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26820">
            <a:solidFill>
              <a:srgbClr val="FFFFFF"/>
            </a:solidFill>
            <a:prstDash val="solid"/>
          </a:ln>
        </p:spPr>
      </p:sp>
      <p:sp>
        <p:nvSpPr>
          <p:cNvPr id="23" name="!!flow-3-icon-3">
            <a:extLst xmlns:a="http://schemas.openxmlformats.org/drawingml/2006/main">
              <a:ext uri="{FF2B5EF4-FFF2-40B4-BE49-F238E27FC236}">
                <a16:creationId xmlns:a16="http://schemas.microsoft.com/office/drawing/2014/main" id="{F3291014-4C85-4A34-9A34-0E275B8D9800}"/>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26820">
            <a:solidFill>
              <a:srgbClr val="FFFFFF"/>
            </a:solidFill>
            <a:prstDash val="solid"/>
          </a:ln>
        </p:spPr>
      </p:sp>
      <p:sp>
        <p:nvSpPr>
          <p:cNvPr id="24" name="!!flow-3-icon-4">
            <a:extLst xmlns:a="http://schemas.openxmlformats.org/drawingml/2006/main">
              <a:ext uri="{FF2B5EF4-FFF2-40B4-BE49-F238E27FC236}">
                <a16:creationId xmlns:a16="http://schemas.microsoft.com/office/drawing/2014/main" id="{ABACAEAA-F057-44C2-AE50-26FF165FFD88}"/>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26820">
            <a:solidFill>
              <a:srgbClr val="FFFFFF"/>
            </a:solidFill>
            <a:prstDash val="solid"/>
          </a:ln>
        </p:spPr>
      </p:sp>
      <p:sp>
        <p:nvSpPr>
          <p:cNvPr id="25" name="!!flow-label-3">
            <a:extLst xmlns:a="http://schemas.openxmlformats.org/drawingml/2006/main">
              <a:ext uri="{FF2B5EF4-FFF2-40B4-BE49-F238E27FC236}">
                <a16:creationId xmlns:a16="http://schemas.microsoft.com/office/drawing/2014/main" id="{680F69C5-D6DA-4023-BCEE-6181945D1DF7}"/>
              </a:ext>
            </a:extLst>
          </p:cNvPr>
          <p:cNvSpPr>
            <a:spLocks xmlns:a="http://schemas.openxmlformats.org/drawingml/2006/main" noGrp="1"/>
          </p:cNvSpPr>
          <p:nvPr/>
        </p:nvSpPr>
        <p:spPr>
          <a:xfrm xmlns:a="http://schemas.openxmlformats.org/drawingml/2006/main">
            <a:off x="885825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Công khai</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QR</a:t>
            </a:r>
          </a:p>
        </p:txBody>
      </p:sp>
      <p:cxnSp>
        <p:nvCxnSpPr>
          <p:cNvPr id="55" name="!!connector-4-2"/>
          <p:cNvCxnSpPr>
            <a:stCxn xmlns:a="http://schemas.openxmlformats.org/drawingml/2006/main" id="14" idx="6"/>
            <a:endCxn xmlns:a="http://schemas.openxmlformats.org/drawingml/2006/main" id="19" idx="2"/>
          </p:cNvCxnSpPr>
          <p:nvPr/>
        </p:nvCxnSpPr>
        <p:spPr>
          <a:xfrm xmlns:a="http://schemas.openxmlformats.org/drawingml/2006/main">
            <a:off x="7743825"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7" name="!!flow-note">
            <a:extLst xmlns:a="http://schemas.openxmlformats.org/drawingml/2006/main">
              <a:ext uri="{FF2B5EF4-FFF2-40B4-BE49-F238E27FC236}">
                <a16:creationId xmlns:a16="http://schemas.microsoft.com/office/drawing/2014/main" id="{A199C694-67C4-423F-905E-E5402D7CA20E}"/>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Chủ hồ sơ chủ động chọn thời điểm chia sẻ</a:t>
            </a:r>
          </a:p>
        </p:txBody>
      </p:sp>
      <p:sp>
        <p:nvSpPr>
          <p:cNvPr id="28" name="!!page">
            <a:extLst xmlns:a="http://schemas.openxmlformats.org/drawingml/2006/main">
              <a:ext uri="{FF2B5EF4-FFF2-40B4-BE49-F238E27FC236}">
                <a16:creationId xmlns:a16="http://schemas.microsoft.com/office/drawing/2014/main" id="{D7C8FC48-D2EA-42FA-BFDA-8696FEB6B3D0}"/>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29" name="!!caption">
            <a:extLst xmlns:a="http://schemas.openxmlformats.org/drawingml/2006/main">
              <a:ext uri="{FF2B5EF4-FFF2-40B4-BE49-F238E27FC236}">
                <a16:creationId xmlns:a16="http://schemas.microsoft.com/office/drawing/2014/main" id="{0F38173F-B4CC-4970-918C-91DAB9E92A83}"/>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62807517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9" name="!!backdrop"/>
          <p:cNvPicPr>
            <a:picLocks xmlns:a="http://schemas.openxmlformats.org/drawingml/2006/main" noChangeAspect="1"/>
          </p:cNvPicPr>
          <p:nvPr/>
        </p:nvPicPr>
        <p:blipFill>
          <a:blip xmlns:r="http://schemas.openxmlformats.org/officeDocument/2006/relationships" xmlns:a="http://schemas.openxmlformats.org/drawingml/2006/main" r:embed="Rded4afec3b9d4be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F8752A9F-B044-4BCE-ABBD-3EACDB1B0B7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31" name="!!workspace"/>
          <p:cNvPicPr>
            <a:picLocks xmlns:a="http://schemas.openxmlformats.org/drawingml/2006/main" noChangeAspect="1"/>
          </p:cNvPicPr>
          <p:nvPr/>
        </p:nvPicPr>
        <p:blipFill>
          <a:blip xmlns:r="http://schemas.openxmlformats.org/officeDocument/2006/relationships" xmlns:a="http://schemas.openxmlformats.org/drawingml/2006/main" r:embed="Rfcfafd7cbbdc4c63"/>
          <a:stretch xmlns:a="http://schemas.openxmlformats.org/drawingml/2006/main"/>
        </p:blipFill>
        <p:spPr>
          <a:xfrm xmlns:a="http://schemas.openxmlformats.org/drawingml/2006/main">
            <a:off x="6612823" y="2133600"/>
            <a:ext cx="4300355" cy="31623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D710E56E-E0F5-4D3E-B1A7-4E10893660CE}"/>
              </a:ext>
            </a:extLst>
          </p:cNvPr>
          <p:cNvSpPr>
            <a:spLocks xmlns:a="http://schemas.openxmlformats.org/drawingml/2006/main" noGrp="1"/>
          </p:cNvSpPr>
          <p:nvPr/>
        </p:nvSpPr>
        <p:spPr>
          <a:xfrm xmlns:a="http://schemas.openxmlformats.org/drawingml/2006/main">
            <a:off x="666750" y="207645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field-0-icon-0">
            <a:extLst xmlns:a="http://schemas.openxmlformats.org/drawingml/2006/main">
              <a:ext uri="{FF2B5EF4-FFF2-40B4-BE49-F238E27FC236}">
                <a16:creationId xmlns:a16="http://schemas.microsoft.com/office/drawing/2014/main" id="{C9EF8C15-8BB3-4E30-BE7A-56E0D279DCDB}"/>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166447"/>
            </a:solidFill>
            <a:prstDash val="solid"/>
          </a:ln>
        </p:spPr>
      </p:sp>
      <p:sp>
        <p:nvSpPr>
          <p:cNvPr id="6" name="!!field-0-icon-1">
            <a:extLst xmlns:a="http://schemas.openxmlformats.org/drawingml/2006/main">
              <a:ext uri="{FF2B5EF4-FFF2-40B4-BE49-F238E27FC236}">
                <a16:creationId xmlns:a16="http://schemas.microsoft.com/office/drawing/2014/main" id="{8707C964-A6C9-4EA9-9F75-CD230D168C45}"/>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166447"/>
            </a:solidFill>
            <a:prstDash val="solid"/>
          </a:ln>
        </p:spPr>
      </p:sp>
      <p:sp>
        <p:nvSpPr>
          <p:cNvPr id="7" name="!!field-0-icon-2">
            <a:extLst xmlns:a="http://schemas.openxmlformats.org/drawingml/2006/main">
              <a:ext uri="{FF2B5EF4-FFF2-40B4-BE49-F238E27FC236}">
                <a16:creationId xmlns:a16="http://schemas.microsoft.com/office/drawing/2014/main" id="{240BA6A6-64D9-497A-A164-6C72CEABC536}"/>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166447"/>
            </a:solidFill>
            <a:prstDash val="solid"/>
          </a:ln>
        </p:spPr>
      </p:sp>
      <p:sp>
        <p:nvSpPr>
          <p:cNvPr id="8" name="!!field-0-icon-3">
            <a:extLst xmlns:a="http://schemas.openxmlformats.org/drawingml/2006/main">
              <a:ext uri="{FF2B5EF4-FFF2-40B4-BE49-F238E27FC236}">
                <a16:creationId xmlns:a16="http://schemas.microsoft.com/office/drawing/2014/main" id="{E362D558-DB8B-4F00-8120-07D32181A61E}"/>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166447"/>
            </a:solidFill>
            <a:prstDash val="solid"/>
          </a:ln>
        </p:spPr>
      </p:sp>
      <p:sp>
        <p:nvSpPr>
          <p:cNvPr id="9" name="!!field-label-0">
            <a:extLst xmlns:a="http://schemas.openxmlformats.org/drawingml/2006/main">
              <a:ext uri="{FF2B5EF4-FFF2-40B4-BE49-F238E27FC236}">
                <a16:creationId xmlns:a16="http://schemas.microsoft.com/office/drawing/2014/main" id="{3481E4D0-2AEB-4CB3-9BBD-BB1CFD82BA2D}"/>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89B7E6A9-7691-4FDE-AC1E-89F6F1496B9B}"/>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MAU-2026-01</a:t>
            </a:r>
          </a:p>
        </p:txBody>
      </p:sp>
      <p:sp>
        <p:nvSpPr>
          <p:cNvPr id="11" name="!!field-1-selection">
            <a:extLst xmlns:a="http://schemas.openxmlformats.org/drawingml/2006/main">
              <a:ext uri="{FF2B5EF4-FFF2-40B4-BE49-F238E27FC236}">
                <a16:creationId xmlns:a16="http://schemas.microsoft.com/office/drawing/2014/main" id="{3D428A24-1AA9-4832-BCA1-00B3ACDEED5B}"/>
              </a:ext>
            </a:extLst>
          </p:cNvPr>
          <p:cNvSpPr>
            <a:spLocks xmlns:a="http://schemas.openxmlformats.org/drawingml/2006/main" noGrp="1"/>
          </p:cNvSpPr>
          <p:nvPr/>
        </p:nvSpPr>
        <p:spPr>
          <a:xfrm xmlns:a="http://schemas.openxmlformats.org/drawingml/2006/main">
            <a:off x="666750" y="3076575"/>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field-1-icon-0">
            <a:extLst xmlns:a="http://schemas.openxmlformats.org/drawingml/2006/main">
              <a:ext uri="{FF2B5EF4-FFF2-40B4-BE49-F238E27FC236}">
                <a16:creationId xmlns:a16="http://schemas.microsoft.com/office/drawing/2014/main" id="{6CB7A44F-B785-4B76-A862-B51E1EFED46C}"/>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166447"/>
            </a:solidFill>
            <a:prstDash val="solid"/>
          </a:ln>
        </p:spPr>
      </p:sp>
      <p:sp>
        <p:nvSpPr>
          <p:cNvPr id="13" name="!!field-1-icon-1">
            <a:extLst xmlns:a="http://schemas.openxmlformats.org/drawingml/2006/main">
              <a:ext uri="{FF2B5EF4-FFF2-40B4-BE49-F238E27FC236}">
                <a16:creationId xmlns:a16="http://schemas.microsoft.com/office/drawing/2014/main" id="{CFAE4E59-D1FE-4740-A6BC-6440AF702DE6}"/>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166447"/>
            </a:solidFill>
            <a:prstDash val="solid"/>
          </a:ln>
        </p:spPr>
      </p:sp>
      <p:sp>
        <p:nvSpPr>
          <p:cNvPr id="14" name="!!field-label-1">
            <a:extLst xmlns:a="http://schemas.openxmlformats.org/drawingml/2006/main">
              <a:ext uri="{FF2B5EF4-FFF2-40B4-BE49-F238E27FC236}">
                <a16:creationId xmlns:a16="http://schemas.microsoft.com/office/drawing/2014/main" id="{9CD256B4-599A-4E69-ACE7-C651F59D999D}"/>
              </a:ext>
            </a:extLst>
          </p:cNvPr>
          <p:cNvSpPr>
            <a:spLocks xmlns:a="http://schemas.openxmlformats.org/drawingml/2006/main" noGrp="1"/>
          </p:cNvSpPr>
          <p:nvPr/>
        </p:nvSpPr>
        <p:spPr>
          <a:xfrm xmlns:a="http://schemas.openxmlformats.org/drawingml/2006/main">
            <a:off x="1371600" y="295275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Đơn vị / Lâm Đồng</a:t>
            </a:r>
          </a:p>
        </p:txBody>
      </p:sp>
      <p:sp>
        <p:nvSpPr>
          <p:cNvPr id="15" name="!!field-value-1">
            <a:extLst xmlns:a="http://schemas.openxmlformats.org/drawingml/2006/main">
              <a:ext uri="{FF2B5EF4-FFF2-40B4-BE49-F238E27FC236}">
                <a16:creationId xmlns:a16="http://schemas.microsoft.com/office/drawing/2014/main" id="{423E4421-2150-4AE7-9034-695F1620E8E1}"/>
              </a:ext>
            </a:extLst>
          </p:cNvPr>
          <p:cNvSpPr>
            <a:spLocks xmlns:a="http://schemas.openxmlformats.org/drawingml/2006/main" noGrp="1"/>
          </p:cNvSpPr>
          <p:nvPr/>
        </p:nvSpPr>
        <p:spPr>
          <a:xfrm xmlns:a="http://schemas.openxmlformats.org/drawingml/2006/main">
            <a:off x="1371600" y="330517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HTX minh họa</a:t>
            </a:r>
          </a:p>
        </p:txBody>
      </p:sp>
      <p:sp>
        <p:nvSpPr>
          <p:cNvPr id="16" name="!!field-2-selection">
            <a:extLst xmlns:a="http://schemas.openxmlformats.org/drawingml/2006/main">
              <a:ext uri="{FF2B5EF4-FFF2-40B4-BE49-F238E27FC236}">
                <a16:creationId xmlns:a16="http://schemas.microsoft.com/office/drawing/2014/main" id="{17B0D108-1497-480C-9532-BE267D377BF7}"/>
              </a:ext>
            </a:extLst>
          </p:cNvPr>
          <p:cNvSpPr>
            <a:spLocks xmlns:a="http://schemas.openxmlformats.org/drawingml/2006/main" noGrp="1"/>
          </p:cNvSpPr>
          <p:nvPr/>
        </p:nvSpPr>
        <p:spPr>
          <a:xfrm xmlns:a="http://schemas.openxmlformats.org/drawingml/2006/main">
            <a:off x="666750" y="407670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7" name="!!field-2-icon-0">
            <a:extLst xmlns:a="http://schemas.openxmlformats.org/drawingml/2006/main">
              <a:ext uri="{FF2B5EF4-FFF2-40B4-BE49-F238E27FC236}">
                <a16:creationId xmlns:a16="http://schemas.microsoft.com/office/drawing/2014/main" id="{75E0AD48-B4E0-474E-80E1-29E3556333BE}"/>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166447"/>
            </a:solidFill>
            <a:prstDash val="solid"/>
          </a:ln>
        </p:spPr>
      </p:sp>
      <p:sp>
        <p:nvSpPr>
          <p:cNvPr id="18" name="!!field-2-icon-1">
            <a:extLst xmlns:a="http://schemas.openxmlformats.org/drawingml/2006/main">
              <a:ext uri="{FF2B5EF4-FFF2-40B4-BE49-F238E27FC236}">
                <a16:creationId xmlns:a16="http://schemas.microsoft.com/office/drawing/2014/main" id="{0BB7E097-5D09-4B7F-84EE-72592BC08CCD}"/>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166447"/>
            </a:solidFill>
            <a:prstDash val="solid"/>
          </a:ln>
        </p:spPr>
      </p:sp>
      <p:sp>
        <p:nvSpPr>
          <p:cNvPr id="19" name="!!field-2-icon-2">
            <a:extLst xmlns:a="http://schemas.openxmlformats.org/drawingml/2006/main">
              <a:ext uri="{FF2B5EF4-FFF2-40B4-BE49-F238E27FC236}">
                <a16:creationId xmlns:a16="http://schemas.microsoft.com/office/drawing/2014/main" id="{D5B79981-AFE5-4945-9865-6F53FEB1B4A9}"/>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166447"/>
            </a:solidFill>
            <a:prstDash val="solid"/>
          </a:ln>
        </p:spPr>
      </p:sp>
      <p:sp>
        <p:nvSpPr>
          <p:cNvPr id="20" name="!!field-label-2">
            <a:extLst xmlns:a="http://schemas.openxmlformats.org/drawingml/2006/main">
              <a:ext uri="{FF2B5EF4-FFF2-40B4-BE49-F238E27FC236}">
                <a16:creationId xmlns:a16="http://schemas.microsoft.com/office/drawing/2014/main" id="{485EFC86-9088-42AD-8A66-185D3724045A}"/>
              </a:ext>
            </a:extLst>
          </p:cNvPr>
          <p:cNvSpPr>
            <a:spLocks xmlns:a="http://schemas.openxmlformats.org/drawingml/2006/main" noGrp="1"/>
          </p:cNvSpPr>
          <p:nvPr/>
        </p:nvSpPr>
        <p:spPr>
          <a:xfrm xmlns:a="http://schemas.openxmlformats.org/drawingml/2006/main">
            <a:off x="1371600" y="395287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Giống / khối lượng</a:t>
            </a:r>
          </a:p>
        </p:txBody>
      </p:sp>
      <p:sp>
        <p:nvSpPr>
          <p:cNvPr id="21" name="!!field-value-2">
            <a:extLst xmlns:a="http://schemas.openxmlformats.org/drawingml/2006/main">
              <a:ext uri="{FF2B5EF4-FFF2-40B4-BE49-F238E27FC236}">
                <a16:creationId xmlns:a16="http://schemas.microsoft.com/office/drawing/2014/main" id="{C067D7AD-8720-4FE4-A94D-75F8075EFCC1}"/>
              </a:ext>
            </a:extLst>
          </p:cNvPr>
          <p:cNvSpPr>
            <a:spLocks xmlns:a="http://schemas.openxmlformats.org/drawingml/2006/main" noGrp="1"/>
          </p:cNvSpPr>
          <p:nvPr/>
        </p:nvSpPr>
        <p:spPr>
          <a:xfrm xmlns:a="http://schemas.openxmlformats.org/drawingml/2006/main">
            <a:off x="1371600" y="430530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Ri6, 850 kg</a:t>
            </a:r>
          </a:p>
        </p:txBody>
      </p:sp>
      <p:sp>
        <p:nvSpPr>
          <p:cNvPr id="22" name="!!field-3-selection">
            <a:extLst xmlns:a="http://schemas.openxmlformats.org/drawingml/2006/main">
              <a:ext uri="{FF2B5EF4-FFF2-40B4-BE49-F238E27FC236}">
                <a16:creationId xmlns:a16="http://schemas.microsoft.com/office/drawing/2014/main" id="{E61F8F2A-DF9A-481B-91C2-1A6E08194BC1}"/>
              </a:ext>
            </a:extLst>
          </p:cNvPr>
          <p:cNvSpPr>
            <a:spLocks xmlns:a="http://schemas.openxmlformats.org/drawingml/2006/main" noGrp="1"/>
          </p:cNvSpPr>
          <p:nvPr/>
        </p:nvSpPr>
        <p:spPr>
          <a:xfrm xmlns:a="http://schemas.openxmlformats.org/drawingml/2006/main">
            <a:off x="609600" y="5019675"/>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3" name="!!field-3-icon-0">
            <a:extLst xmlns:a="http://schemas.openxmlformats.org/drawingml/2006/main">
              <a:ext uri="{FF2B5EF4-FFF2-40B4-BE49-F238E27FC236}">
                <a16:creationId xmlns:a16="http://schemas.microsoft.com/office/drawing/2014/main" id="{84B530AF-1388-475D-99A5-252D1673C833}"/>
              </a:ext>
            </a:extLst>
          </p:cNvPr>
          <p:cNvSpPr>
            <a:spLocks xmlns:a="http://schemas.openxmlformats.org/drawingml/2006/main" noGrp="1"/>
          </p:cNvSpPr>
          <p:nvPr/>
        </p:nvSpPr>
        <p:spPr>
          <a:xfrm xmlns:a="http://schemas.openxmlformats.org/drawingml/2006/main">
            <a:off x="777240" y="5187315"/>
            <a:ext cx="274320" cy="274320"/>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24" name="!!field-3-icon-1">
            <a:extLst xmlns:a="http://schemas.openxmlformats.org/drawingml/2006/main">
              <a:ext uri="{FF2B5EF4-FFF2-40B4-BE49-F238E27FC236}">
                <a16:creationId xmlns:a16="http://schemas.microsoft.com/office/drawing/2014/main" id="{727CBF6D-FE27-4D5F-99E6-DE1050DE00F6}"/>
              </a:ext>
            </a:extLst>
          </p:cNvPr>
          <p:cNvSpPr>
            <a:spLocks xmlns:a="http://schemas.openxmlformats.org/drawingml/2006/main" noGrp="1"/>
          </p:cNvSpPr>
          <p:nvPr/>
        </p:nvSpPr>
        <p:spPr>
          <a:xfrm xmlns:a="http://schemas.openxmlformats.org/drawingml/2006/main">
            <a:off x="749808" y="5159883"/>
            <a:ext cx="329184" cy="329184"/>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FFFFFF"/>
            </a:solidFill>
            <a:prstDash val="solid"/>
          </a:ln>
        </p:spPr>
      </p:sp>
      <p:sp>
        <p:nvSpPr>
          <p:cNvPr id="25" name="!!field-label-3">
            <a:extLst xmlns:a="http://schemas.openxmlformats.org/drawingml/2006/main">
              <a:ext uri="{FF2B5EF4-FFF2-40B4-BE49-F238E27FC236}">
                <a16:creationId xmlns:a16="http://schemas.microsoft.com/office/drawing/2014/main" id="{5C926408-BAD8-42C8-B695-1162C45A7ACF}"/>
              </a:ext>
            </a:extLst>
          </p:cNvPr>
          <p:cNvSpPr>
            <a:spLocks xmlns:a="http://schemas.openxmlformats.org/drawingml/2006/main" noGrp="1"/>
          </p:cNvSpPr>
          <p:nvPr/>
        </p:nvSpPr>
        <p:spPr>
          <a:xfrm xmlns:a="http://schemas.openxmlformats.org/drawingml/2006/main">
            <a:off x="1371600" y="495300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Thu hoạch</a:t>
            </a:r>
          </a:p>
        </p:txBody>
      </p:sp>
      <p:sp>
        <p:nvSpPr>
          <p:cNvPr id="26" name="!!field-value-3">
            <a:extLst xmlns:a="http://schemas.openxmlformats.org/drawingml/2006/main">
              <a:ext uri="{FF2B5EF4-FFF2-40B4-BE49-F238E27FC236}">
                <a16:creationId xmlns:a16="http://schemas.microsoft.com/office/drawing/2014/main" id="{FA1BDA0A-55FF-4D66-ADE8-8514FF467E85}"/>
              </a:ext>
            </a:extLst>
          </p:cNvPr>
          <p:cNvSpPr>
            <a:spLocks xmlns:a="http://schemas.openxmlformats.org/drawingml/2006/main" noGrp="1"/>
          </p:cNvSpPr>
          <p:nvPr/>
        </p:nvSpPr>
        <p:spPr>
          <a:xfrm xmlns:a="http://schemas.openxmlformats.org/drawingml/2006/main">
            <a:off x="1371600" y="530542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28/09/2026</a:t>
            </a:r>
          </a:p>
        </p:txBody>
      </p:sp>
      <p:sp>
        <p:nvSpPr>
          <p:cNvPr id="27" name="!!page">
            <a:extLst xmlns:a="http://schemas.openxmlformats.org/drawingml/2006/main">
              <a:ext uri="{FF2B5EF4-FFF2-40B4-BE49-F238E27FC236}">
                <a16:creationId xmlns:a16="http://schemas.microsoft.com/office/drawing/2014/main" id="{7EA3CFA1-7032-4BBD-A18C-0BC2272E525E}"/>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28" name="!!caption">
            <a:extLst xmlns:a="http://schemas.openxmlformats.org/drawingml/2006/main">
              <a:ext uri="{FF2B5EF4-FFF2-40B4-BE49-F238E27FC236}">
                <a16:creationId xmlns:a16="http://schemas.microsoft.com/office/drawing/2014/main" id="{C33938C8-DBE6-4325-8920-58CEDE187281}"/>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Ảnh giao diện local ngày 28/09/2026</a:t>
            </a:r>
          </a:p>
        </p:txBody>
      </p:sp>
    </p:spTree>
    <p:extLst>
      <p:ext uri="{BB962C8B-B14F-4D97-AF65-F5344CB8AC3E}">
        <p14:creationId xmlns:p14="http://schemas.microsoft.com/office/powerpoint/2010/main" val="82858248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a660be63b46e4ce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A890CE52-ABA0-4C45-A0E3-BE270A2193F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Ảnh và tài liệu gắn với lô</a:t>
            </a:r>
          </a:p>
        </p:txBody>
      </p:sp>
      <p:sp>
        <p:nvSpPr>
          <p:cNvPr id="3" name="!!file-selection">
            <a:extLst xmlns:a="http://schemas.openxmlformats.org/drawingml/2006/main">
              <a:ext uri="{FF2B5EF4-FFF2-40B4-BE49-F238E27FC236}">
                <a16:creationId xmlns:a16="http://schemas.microsoft.com/office/drawing/2014/main" id="{AB7FB611-D410-426E-A663-DED5EF855891}"/>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ile-icon-0">
            <a:extLst xmlns:a="http://schemas.openxmlformats.org/drawingml/2006/main">
              <a:ext uri="{FF2B5EF4-FFF2-40B4-BE49-F238E27FC236}">
                <a16:creationId xmlns:a16="http://schemas.microsoft.com/office/drawing/2014/main" id="{03D22095-B3DF-4A99-B788-B9EDC85C9E8F}"/>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166447"/>
            </a:solidFill>
            <a:prstDash val="solid"/>
          </a:ln>
        </p:spPr>
      </p:sp>
      <p:sp>
        <p:nvSpPr>
          <p:cNvPr id="5" name="!!file-label">
            <a:extLst xmlns:a="http://schemas.openxmlformats.org/drawingml/2006/main">
              <a:ext uri="{FF2B5EF4-FFF2-40B4-BE49-F238E27FC236}">
                <a16:creationId xmlns:a16="http://schemas.microsoft.com/office/drawing/2014/main" id="{068B55E2-7F81-4891-BA55-E0EB0ED869EE}"/>
              </a:ext>
            </a:extLst>
          </p:cNvPr>
          <p:cNvSpPr>
            <a:spLocks xmlns:a="http://schemas.openxmlformats.org/drawingml/2006/main" noGrp="1"/>
          </p:cNvSpPr>
          <p:nvPr/>
        </p:nvSpPr>
        <p:spPr>
          <a:xfrm xmlns:a="http://schemas.openxmlformats.org/drawingml/2006/main">
            <a:off x="1524000" y="213360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Ảnh lô / tài liệu</a:t>
            </a:r>
          </a:p>
        </p:txBody>
      </p:sp>
      <p:sp>
        <p:nvSpPr>
          <p:cNvPr id="6" name="!!file-detail">
            <a:extLst xmlns:a="http://schemas.openxmlformats.org/drawingml/2006/main">
              <a:ext uri="{FF2B5EF4-FFF2-40B4-BE49-F238E27FC236}">
                <a16:creationId xmlns:a16="http://schemas.microsoft.com/office/drawing/2014/main" id="{136B542D-EDD3-4985-8609-7BD9DA7CD2DD}"/>
              </a:ext>
            </a:extLst>
          </p:cNvPr>
          <p:cNvSpPr>
            <a:spLocks xmlns:a="http://schemas.openxmlformats.org/drawingml/2006/main" noGrp="1"/>
          </p:cNvSpPr>
          <p:nvPr/>
        </p:nvSpPr>
        <p:spPr>
          <a:xfrm xmlns:a="http://schemas.openxmlformats.org/drawingml/2006/main">
            <a:off x="1524000" y="270510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JPG, PNG hoặc PDF, tối đa 5 MB</a:t>
            </a:r>
          </a:p>
        </p:txBody>
      </p:sp>
      <p:sp>
        <p:nvSpPr>
          <p:cNvPr id="7" name="!!source-selection">
            <a:extLst xmlns:a="http://schemas.openxmlformats.org/drawingml/2006/main">
              <a:ext uri="{FF2B5EF4-FFF2-40B4-BE49-F238E27FC236}">
                <a16:creationId xmlns:a16="http://schemas.microsoft.com/office/drawing/2014/main" id="{6C1AED66-D234-4F0B-A3A4-9CA17C5E707E}"/>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8" name="!!source-icon-0">
            <a:extLst xmlns:a="http://schemas.openxmlformats.org/drawingml/2006/main">
              <a:ext uri="{FF2B5EF4-FFF2-40B4-BE49-F238E27FC236}">
                <a16:creationId xmlns:a16="http://schemas.microsoft.com/office/drawing/2014/main" id="{8DDD0D1B-A8E4-416E-B5D8-0DB86D123F10}"/>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9" name="!!source-icon-1">
            <a:extLst xmlns:a="http://schemas.openxmlformats.org/drawingml/2006/main">
              <a:ext uri="{FF2B5EF4-FFF2-40B4-BE49-F238E27FC236}">
                <a16:creationId xmlns:a16="http://schemas.microsoft.com/office/drawing/2014/main" id="{F36BC03A-E344-4F17-875C-CE7DB21CDA4B}"/>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0" name="!!source-icon-2">
            <a:extLst xmlns:a="http://schemas.openxmlformats.org/drawingml/2006/main">
              <a:ext uri="{FF2B5EF4-FFF2-40B4-BE49-F238E27FC236}">
                <a16:creationId xmlns:a16="http://schemas.microsoft.com/office/drawing/2014/main" id="{3E0633DF-75BB-427C-9B76-C17E21A6FEDB}"/>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1" name="!!source-label">
            <a:extLst xmlns:a="http://schemas.openxmlformats.org/drawingml/2006/main">
              <a:ext uri="{FF2B5EF4-FFF2-40B4-BE49-F238E27FC236}">
                <a16:creationId xmlns:a16="http://schemas.microsoft.com/office/drawing/2014/main" id="{78CDF297-2F2B-4545-BFF3-2A31D959F79A}"/>
              </a:ext>
            </a:extLst>
          </p:cNvPr>
          <p:cNvSpPr>
            <a:spLocks xmlns:a="http://schemas.openxmlformats.org/drawingml/2006/main" noGrp="1"/>
          </p:cNvSpPr>
          <p:nvPr/>
        </p:nvSpPr>
        <p:spPr>
          <a:xfrm xmlns:a="http://schemas.openxmlformats.org/drawingml/2006/main">
            <a:off x="1524000" y="337185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Nguồn và ngày</a:t>
            </a:r>
          </a:p>
        </p:txBody>
      </p:sp>
      <p:sp>
        <p:nvSpPr>
          <p:cNvPr id="12" name="!!source-detail">
            <a:extLst xmlns:a="http://schemas.openxmlformats.org/drawingml/2006/main">
              <a:ext uri="{FF2B5EF4-FFF2-40B4-BE49-F238E27FC236}">
                <a16:creationId xmlns:a16="http://schemas.microsoft.com/office/drawing/2014/main" id="{05F00643-65C7-4D5F-BA45-79C13D7B3A92}"/>
              </a:ext>
            </a:extLst>
          </p:cNvPr>
          <p:cNvSpPr>
            <a:spLocks xmlns:a="http://schemas.openxmlformats.org/drawingml/2006/main" noGrp="1"/>
          </p:cNvSpPr>
          <p:nvPr/>
        </p:nvSpPr>
        <p:spPr>
          <a:xfrm xmlns:a="http://schemas.openxmlformats.org/drawingml/2006/main">
            <a:off x="1524000" y="394335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Thông tin do người dùng khai báo</a:t>
            </a:r>
          </a:p>
        </p:txBody>
      </p:sp>
      <p:sp>
        <p:nvSpPr>
          <p:cNvPr id="13" name="!!evidence-file-selection">
            <a:extLst xmlns:a="http://schemas.openxmlformats.org/drawingml/2006/main">
              <a:ext uri="{FF2B5EF4-FFF2-40B4-BE49-F238E27FC236}">
                <a16:creationId xmlns:a16="http://schemas.microsoft.com/office/drawing/2014/main" id="{E9B187B0-AB6C-4789-940B-1A11D734CE9D}"/>
              </a:ext>
            </a:extLst>
          </p:cNvPr>
          <p:cNvSpPr>
            <a:spLocks xmlns:a="http://schemas.openxmlformats.org/drawingml/2006/main" noGrp="1"/>
          </p:cNvSpPr>
          <p:nvPr/>
        </p:nvSpPr>
        <p:spPr>
          <a:xfrm xmlns:a="http://schemas.openxmlformats.org/drawingml/2006/main">
            <a:off x="600075" y="49530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4" name="!!evidence-file-icon-0">
            <a:extLst xmlns:a="http://schemas.openxmlformats.org/drawingml/2006/main">
              <a:ext uri="{FF2B5EF4-FFF2-40B4-BE49-F238E27FC236}">
                <a16:creationId xmlns:a16="http://schemas.microsoft.com/office/drawing/2014/main" id="{07246162-BAAE-44CA-A2AF-AE7C984524D9}"/>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15" name="!!evidence-file-icon-1">
            <a:extLst xmlns:a="http://schemas.openxmlformats.org/drawingml/2006/main">
              <a:ext uri="{FF2B5EF4-FFF2-40B4-BE49-F238E27FC236}">
                <a16:creationId xmlns:a16="http://schemas.microsoft.com/office/drawing/2014/main" id="{B0DB0859-CF78-4B21-857F-43AA04AB6564}"/>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16" name="!!evidence-file-icon-2">
            <a:extLst xmlns:a="http://schemas.openxmlformats.org/drawingml/2006/main">
              <a:ext uri="{FF2B5EF4-FFF2-40B4-BE49-F238E27FC236}">
                <a16:creationId xmlns:a16="http://schemas.microsoft.com/office/drawing/2014/main" id="{EA52E993-179B-4904-BC95-E647CA1674ED}"/>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17" name="!!evidence-file-icon-3">
            <a:extLst xmlns:a="http://schemas.openxmlformats.org/drawingml/2006/main">
              <a:ext uri="{FF2B5EF4-FFF2-40B4-BE49-F238E27FC236}">
                <a16:creationId xmlns:a16="http://schemas.microsoft.com/office/drawing/2014/main" id="{63AED97D-4C6E-45D8-B3D2-8B3C02036E2F}"/>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18" name="!!attachment-limit">
            <a:extLst xmlns:a="http://schemas.openxmlformats.org/drawingml/2006/main">
              <a:ext uri="{FF2B5EF4-FFF2-40B4-BE49-F238E27FC236}">
                <a16:creationId xmlns:a16="http://schemas.microsoft.com/office/drawing/2014/main" id="{C0A58C80-53CE-4ABE-8180-8364306887FB}"/>
              </a:ext>
            </a:extLst>
          </p:cNvPr>
          <p:cNvSpPr>
            <a:spLocks xmlns:a="http://schemas.openxmlformats.org/drawingml/2006/main" noGrp="1"/>
          </p:cNvSpPr>
          <p:nvPr/>
        </p:nvSpPr>
        <p:spPr>
          <a:xfrm xmlns:a="http://schemas.openxmlformats.org/drawingml/2006/main">
            <a:off x="1524000" y="4953000"/>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66447"/>
                </a:solidFill>
                <a:latin typeface="Segoe UI"/>
                <a:ea typeface="Segoe UI"/>
                <a:cs typeface="Segoe UI"/>
              </a:defRPr>
            </a:pPr>
            <a:r>
              <a:rPr sz="2400" b="1">
                <a:solidFill>
                  <a:srgbClr val="166447"/>
                </a:solidFill>
                <a:latin typeface="Segoe UI"/>
                <a:ea typeface="Segoe UI"/>
                <a:cs typeface="Segoe UI"/>
              </a:rPr>
              <a:t>Có tệp để đối chiếu</a:t>
            </a:r>
          </a:p>
        </p:txBody>
      </p:sp>
      <p:sp>
        <p:nvSpPr>
          <p:cNvPr id="19" name="!!attachment-caveat">
            <a:extLst xmlns:a="http://schemas.openxmlformats.org/drawingml/2006/main">
              <a:ext uri="{FF2B5EF4-FFF2-40B4-BE49-F238E27FC236}">
                <a16:creationId xmlns:a16="http://schemas.microsoft.com/office/drawing/2014/main" id="{2A65FE3D-BBA8-48BF-975C-066A84BA5202}"/>
              </a:ext>
            </a:extLst>
          </p:cNvPr>
          <p:cNvSpPr>
            <a:spLocks xmlns:a="http://schemas.openxmlformats.org/drawingml/2006/main" noGrp="1"/>
          </p:cNvSpPr>
          <p:nvPr/>
        </p:nvSpPr>
        <p:spPr>
          <a:xfrm xmlns:a="http://schemas.openxmlformats.org/drawingml/2006/main">
            <a:off x="1524000" y="5505450"/>
            <a:ext cx="4429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0">
                <a:solidFill>
                  <a:srgbClr val="825525"/>
                </a:solidFill>
                <a:latin typeface="Segoe UI"/>
                <a:ea typeface="Segoe UI"/>
                <a:cs typeface="Segoe UI"/>
              </a:defRPr>
            </a:pPr>
            <a:r>
              <a:rPr sz="1875" b="0">
                <a:solidFill>
                  <a:srgbClr val="825525"/>
                </a:solidFill>
                <a:latin typeface="Segoe UI"/>
                <a:ea typeface="Segoe UI"/>
                <a:cs typeface="Segoe UI"/>
              </a:rPr>
              <a:t>Chưa xác minh với đơn vị phát hành</a:t>
            </a:r>
          </a:p>
        </p:txBody>
      </p:sp>
      <p:sp>
        <p:nvSpPr>
          <p:cNvPr id="20" name="!!page">
            <a:extLst xmlns:a="http://schemas.openxmlformats.org/drawingml/2006/main">
              <a:ext uri="{FF2B5EF4-FFF2-40B4-BE49-F238E27FC236}">
                <a16:creationId xmlns:a16="http://schemas.microsoft.com/office/drawing/2014/main" id="{A21BEF75-D898-429A-92F3-F6067F195F89}"/>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06 / 19</a:t>
            </a:r>
          </a:p>
        </p:txBody>
      </p:sp>
      <p:sp>
        <p:nvSpPr>
          <p:cNvPr id="21" name="!!caption">
            <a:extLst xmlns:a="http://schemas.openxmlformats.org/drawingml/2006/main">
              <a:ext uri="{FF2B5EF4-FFF2-40B4-BE49-F238E27FC236}">
                <a16:creationId xmlns:a16="http://schemas.microsoft.com/office/drawing/2014/main" id="{2B1D07BD-405D-424C-8DC8-9948E47DC71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Tệp do chủ hồ sơ cung cấp. Hình nền tạo bằng AI</a:t>
            </a:r>
          </a:p>
        </p:txBody>
      </p:sp>
    </p:spTree>
    <p:extLst>
      <p:ext uri="{BB962C8B-B14F-4D97-AF65-F5344CB8AC3E}">
        <p14:creationId xmlns:p14="http://schemas.microsoft.com/office/powerpoint/2010/main" val="110878979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7.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3" name="!!backdrop"/>
          <p:cNvPicPr>
            <a:picLocks xmlns:a="http://schemas.openxmlformats.org/drawingml/2006/main" noChangeAspect="1"/>
          </p:cNvPicPr>
          <p:nvPr/>
        </p:nvPicPr>
        <p:blipFill>
          <a:blip xmlns:r="http://schemas.openxmlformats.org/officeDocument/2006/relationships" xmlns:a="http://schemas.openxmlformats.org/drawingml/2006/main" r:embed="Rdd5e8c9d2068452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735F70B5-9168-4665-A312-906D3A27545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D540088A-69D0-427E-80FC-B2AC2FDC245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2A9BB37E-32DC-4C48-BC1C-F80CF062663C}"/>
              </a:ext>
            </a:extLst>
          </p:cNvPr>
          <p:cNvSpPr>
            <a:spLocks xmlns:a="http://schemas.openxmlformats.org/drawingml/2006/main" noGrp="1"/>
          </p:cNvSpPr>
          <p:nvPr/>
        </p:nvSpPr>
        <p:spPr>
          <a:xfrm xmlns:a="http://schemas.openxmlformats.org/drawingml/2006/main">
            <a:off x="105727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event-0-icon-0">
            <a:extLst xmlns:a="http://schemas.openxmlformats.org/drawingml/2006/main">
              <a:ext uri="{FF2B5EF4-FFF2-40B4-BE49-F238E27FC236}">
                <a16:creationId xmlns:a16="http://schemas.microsoft.com/office/drawing/2014/main" id="{DB924180-96F7-4C1D-A2AC-649226ABB56B}"/>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1309">
            <a:solidFill>
              <a:srgbClr val="A3BCAB"/>
            </a:solidFill>
            <a:prstDash val="solid"/>
          </a:ln>
        </p:spPr>
      </p:sp>
      <p:sp>
        <p:nvSpPr>
          <p:cNvPr id="6" name="!!event-0-icon-1">
            <a:extLst xmlns:a="http://schemas.openxmlformats.org/drawingml/2006/main">
              <a:ext uri="{FF2B5EF4-FFF2-40B4-BE49-F238E27FC236}">
                <a16:creationId xmlns:a16="http://schemas.microsoft.com/office/drawing/2014/main" id="{3CDCABBF-1E94-40AF-B7B5-F30B42880559}"/>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1309">
            <a:solidFill>
              <a:srgbClr val="A3BCAB"/>
            </a:solidFill>
            <a:prstDash val="solid"/>
          </a:ln>
        </p:spPr>
      </p:sp>
      <p:sp>
        <p:nvSpPr>
          <p:cNvPr id="7" name="!!event-label-0">
            <a:extLst xmlns:a="http://schemas.openxmlformats.org/drawingml/2006/main">
              <a:ext uri="{FF2B5EF4-FFF2-40B4-BE49-F238E27FC236}">
                <a16:creationId xmlns:a16="http://schemas.microsoft.com/office/drawing/2014/main" id="{F4E7322B-6E2A-4A77-9B66-8007A40A57B5}"/>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Thu hoạch</a:t>
            </a:r>
          </a:p>
        </p:txBody>
      </p:sp>
      <p:sp>
        <p:nvSpPr>
          <p:cNvPr id="8" name="!!event-1-selection">
            <a:extLst xmlns:a="http://schemas.openxmlformats.org/drawingml/2006/main">
              <a:ext uri="{FF2B5EF4-FFF2-40B4-BE49-F238E27FC236}">
                <a16:creationId xmlns:a16="http://schemas.microsoft.com/office/drawing/2014/main" id="{BCEA9B0A-039E-40CD-90F5-7543040B7325}"/>
              </a:ext>
            </a:extLst>
          </p:cNvPr>
          <p:cNvSpPr>
            <a:spLocks xmlns:a="http://schemas.openxmlformats.org/drawingml/2006/main" noGrp="1"/>
          </p:cNvSpPr>
          <p:nvPr/>
        </p:nvSpPr>
        <p:spPr>
          <a:xfrm xmlns:a="http://schemas.openxmlformats.org/drawingml/2006/main">
            <a:off x="3848100"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9" name="!!event-1-icon-0">
            <a:extLst xmlns:a="http://schemas.openxmlformats.org/drawingml/2006/main">
              <a:ext uri="{FF2B5EF4-FFF2-40B4-BE49-F238E27FC236}">
                <a16:creationId xmlns:a16="http://schemas.microsoft.com/office/drawing/2014/main" id="{76252023-DC9C-4B29-AF2A-BD1E792EC1EC}"/>
              </a:ext>
            </a:extLst>
          </p:cNvPr>
          <p:cNvSpPr>
            <a:spLocks xmlns:a="http://schemas.openxmlformats.org/drawingml/2006/main" noGrp="1"/>
          </p:cNvSpPr>
          <p:nvPr/>
        </p:nvSpPr>
        <p:spPr>
          <a:xfrm xmlns:a="http://schemas.openxmlformats.org/drawingml/2006/main">
            <a:off x="4151948" y="2561273"/>
            <a:ext cx="348044" cy="348044"/>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0" name="!!event-1-icon-1">
            <a:extLst xmlns:a="http://schemas.openxmlformats.org/drawingml/2006/main">
              <a:ext uri="{FF2B5EF4-FFF2-40B4-BE49-F238E27FC236}">
                <a16:creationId xmlns:a16="http://schemas.microsoft.com/office/drawing/2014/main" id="{CD006BED-D12E-47C8-BEB5-594EDC8C779F}"/>
              </a:ext>
            </a:extLst>
          </p:cNvPr>
          <p:cNvSpPr>
            <a:spLocks xmlns:a="http://schemas.openxmlformats.org/drawingml/2006/main" noGrp="1"/>
          </p:cNvSpPr>
          <p:nvPr/>
        </p:nvSpPr>
        <p:spPr>
          <a:xfrm xmlns:a="http://schemas.openxmlformats.org/drawingml/2006/main">
            <a:off x="4102227" y="2511552"/>
            <a:ext cx="596646" cy="59664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21309">
            <a:solidFill>
              <a:srgbClr val="A3BCAB"/>
            </a:solidFill>
            <a:prstDash val="solid"/>
          </a:ln>
        </p:spPr>
      </p:sp>
      <p:sp>
        <p:nvSpPr>
          <p:cNvPr id="11" name="!!event-label-1">
            <a:extLst xmlns:a="http://schemas.openxmlformats.org/drawingml/2006/main">
              <a:ext uri="{FF2B5EF4-FFF2-40B4-BE49-F238E27FC236}">
                <a16:creationId xmlns:a16="http://schemas.microsoft.com/office/drawing/2014/main" id="{629DBC02-14FC-4BB3-A541-79AAE8CEFEF0}"/>
              </a:ext>
            </a:extLst>
          </p:cNvPr>
          <p:cNvSpPr>
            <a:spLocks xmlns:a="http://schemas.openxmlformats.org/drawingml/2006/main" noGrp="1"/>
          </p:cNvSpPr>
          <p:nvPr/>
        </p:nvSpPr>
        <p:spPr>
          <a:xfrm xmlns:a="http://schemas.openxmlformats.org/drawingml/2006/main">
            <a:off x="327660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Phân loại</a:t>
            </a:r>
          </a:p>
        </p:txBody>
      </p:sp>
      <p:cxnSp>
        <p:nvCxnSpPr>
          <p:cNvPr id="44" name="!!connector-7-0"/>
          <p:cNvCxnSpPr>
            <a:stCxn xmlns:a="http://schemas.openxmlformats.org/drawingml/2006/main" id="4" idx="6"/>
            <a:endCxn xmlns:a="http://schemas.openxmlformats.org/drawingml/2006/main" id="8" idx="2"/>
          </p:cNvCxnSpPr>
          <p:nvPr/>
        </p:nvCxnSpPr>
        <p:spPr>
          <a:xfrm xmlns:a="http://schemas.openxmlformats.org/drawingml/2006/main">
            <a:off x="2162175"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3" name="!!event-2-selection">
            <a:extLst xmlns:a="http://schemas.openxmlformats.org/drawingml/2006/main">
              <a:ext uri="{FF2B5EF4-FFF2-40B4-BE49-F238E27FC236}">
                <a16:creationId xmlns:a16="http://schemas.microsoft.com/office/drawing/2014/main" id="{C555038B-99AD-4B08-8E4F-721F01710CEE}"/>
              </a:ext>
            </a:extLst>
          </p:cNvPr>
          <p:cNvSpPr>
            <a:spLocks xmlns:a="http://schemas.openxmlformats.org/drawingml/2006/main" noGrp="1"/>
          </p:cNvSpPr>
          <p:nvPr/>
        </p:nvSpPr>
        <p:spPr>
          <a:xfrm xmlns:a="http://schemas.openxmlformats.org/drawingml/2006/main">
            <a:off x="663892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4" name="!!event-2-icon-0">
            <a:extLst xmlns:a="http://schemas.openxmlformats.org/drawingml/2006/main">
              <a:ext uri="{FF2B5EF4-FFF2-40B4-BE49-F238E27FC236}">
                <a16:creationId xmlns:a16="http://schemas.microsoft.com/office/drawing/2014/main" id="{647738CB-02C3-4154-8B42-96D1F33F0BEE}"/>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21309">
            <a:solidFill>
              <a:srgbClr val="A3BCAB"/>
            </a:solidFill>
            <a:prstDash val="solid"/>
          </a:ln>
        </p:spPr>
      </p:sp>
      <p:sp>
        <p:nvSpPr>
          <p:cNvPr id="15" name="!!event-2-icon-1">
            <a:extLst xmlns:a="http://schemas.openxmlformats.org/drawingml/2006/main">
              <a:ext uri="{FF2B5EF4-FFF2-40B4-BE49-F238E27FC236}">
                <a16:creationId xmlns:a16="http://schemas.microsoft.com/office/drawing/2014/main" id="{6AECE61D-B159-4063-86BF-CAA34C6FB1D7}"/>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21309">
            <a:solidFill>
              <a:srgbClr val="A3BCAB"/>
            </a:solidFill>
            <a:prstDash val="solid"/>
          </a:ln>
        </p:spPr>
      </p:sp>
      <p:sp>
        <p:nvSpPr>
          <p:cNvPr id="16" name="!!event-2-icon-2">
            <a:extLst xmlns:a="http://schemas.openxmlformats.org/drawingml/2006/main">
              <a:ext uri="{FF2B5EF4-FFF2-40B4-BE49-F238E27FC236}">
                <a16:creationId xmlns:a16="http://schemas.microsoft.com/office/drawing/2014/main" id="{98A9B9DE-6ED1-4C1A-85A6-BAD51504B87A}"/>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21309">
            <a:solidFill>
              <a:srgbClr val="A3BCAB"/>
            </a:solidFill>
            <a:prstDash val="solid"/>
          </a:ln>
        </p:spPr>
      </p:sp>
      <p:sp>
        <p:nvSpPr>
          <p:cNvPr id="17" name="!!event-label-2">
            <a:extLst xmlns:a="http://schemas.openxmlformats.org/drawingml/2006/main">
              <a:ext uri="{FF2B5EF4-FFF2-40B4-BE49-F238E27FC236}">
                <a16:creationId xmlns:a16="http://schemas.microsoft.com/office/drawing/2014/main" id="{8B1DB373-9BA2-4A8A-9DF8-16C920B87140}"/>
              </a:ext>
            </a:extLst>
          </p:cNvPr>
          <p:cNvSpPr>
            <a:spLocks xmlns:a="http://schemas.openxmlformats.org/drawingml/2006/main" noGrp="1"/>
          </p:cNvSpPr>
          <p:nvPr/>
        </p:nvSpPr>
        <p:spPr>
          <a:xfrm xmlns:a="http://schemas.openxmlformats.org/drawingml/2006/main">
            <a:off x="606742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Đóng gói</a:t>
            </a:r>
          </a:p>
        </p:txBody>
      </p:sp>
      <p:cxnSp>
        <p:nvCxnSpPr>
          <p:cNvPr id="50" name="!!connector-7-1"/>
          <p:cNvCxnSpPr>
            <a:stCxn xmlns:a="http://schemas.openxmlformats.org/drawingml/2006/main" id="8" idx="6"/>
            <a:endCxn xmlns:a="http://schemas.openxmlformats.org/drawingml/2006/main" id="13" idx="2"/>
          </p:cNvCxnSpPr>
          <p:nvPr/>
        </p:nvCxnSpPr>
        <p:spPr>
          <a:xfrm xmlns:a="http://schemas.openxmlformats.org/drawingml/2006/main">
            <a:off x="4953000"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event-3-selection">
            <a:extLst xmlns:a="http://schemas.openxmlformats.org/drawingml/2006/main">
              <a:ext uri="{FF2B5EF4-FFF2-40B4-BE49-F238E27FC236}">
                <a16:creationId xmlns:a16="http://schemas.microsoft.com/office/drawing/2014/main" id="{0B05B990-CF50-4850-8E37-E703B1C92A70}"/>
              </a:ext>
            </a:extLst>
          </p:cNvPr>
          <p:cNvSpPr>
            <a:spLocks xmlns:a="http://schemas.openxmlformats.org/drawingml/2006/main" noGrp="1"/>
          </p:cNvSpPr>
          <p:nvPr/>
        </p:nvSpPr>
        <p:spPr>
          <a:xfrm xmlns:a="http://schemas.openxmlformats.org/drawingml/2006/main">
            <a:off x="9286875"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0" name="!!event-3-icon-0">
            <a:extLst xmlns:a="http://schemas.openxmlformats.org/drawingml/2006/main">
              <a:ext uri="{FF2B5EF4-FFF2-40B4-BE49-F238E27FC236}">
                <a16:creationId xmlns:a16="http://schemas.microsoft.com/office/drawing/2014/main" id="{B125B225-F60F-4B73-81F5-6C96702713EF}"/>
              </a:ext>
            </a:extLst>
          </p:cNvPr>
          <p:cNvSpPr>
            <a:spLocks xmlns:a="http://schemas.openxmlformats.org/drawingml/2006/main" noGrp="1"/>
          </p:cNvSpPr>
          <p:nvPr/>
        </p:nvSpPr>
        <p:spPr>
          <a:xfrm xmlns:a="http://schemas.openxmlformats.org/drawingml/2006/main">
            <a:off x="9669304" y="2590848"/>
            <a:ext cx="375476" cy="406765"/>
          </a:xfrm>
          <a:prstGeom xmlns:a="http://schemas.openxmlformats.org/drawingml/2006/main" prst="rect">
            <a:avLst/>
          </a:prstGeom>
          <a:noFill xmlns:a="http://schemas.openxmlformats.org/drawingml/2006/main"/>
          <a:ln xmlns:a="http://schemas.openxmlformats.org/drawingml/2006/main" w="26820">
            <a:solidFill>
              <a:srgbClr val="FFFFFF"/>
            </a:solidFill>
            <a:prstDash val="solid"/>
          </a:ln>
        </p:spPr>
      </p:sp>
      <p:sp>
        <p:nvSpPr>
          <p:cNvPr id="21" name="!!event-3-icon-1">
            <a:extLst xmlns:a="http://schemas.openxmlformats.org/drawingml/2006/main">
              <a:ext uri="{FF2B5EF4-FFF2-40B4-BE49-F238E27FC236}">
                <a16:creationId xmlns:a16="http://schemas.microsoft.com/office/drawing/2014/main" id="{E6AB1353-79D8-4D5C-9C32-73454001018B}"/>
              </a:ext>
            </a:extLst>
          </p:cNvPr>
          <p:cNvSpPr>
            <a:spLocks xmlns:a="http://schemas.openxmlformats.org/drawingml/2006/main" noGrp="1"/>
          </p:cNvSpPr>
          <p:nvPr/>
        </p:nvSpPr>
        <p:spPr>
          <a:xfrm xmlns:a="http://schemas.openxmlformats.org/drawingml/2006/main">
            <a:off x="9606725" y="2434400"/>
            <a:ext cx="750951" cy="750951"/>
          </a:xfrm>
          <a:custGeom xmlns:a="http://schemas.openxmlformats.org/drawingml/2006/main">
            <a:pathLst>
              <a:path w="228600" h="228600">
                <a:moveTo>
                  <a:pt x="133350" y="85725"/>
                </a:moveTo>
                <a:lnTo>
                  <a:pt x="180975" y="85725"/>
                </a:lnTo>
                <a:lnTo>
                  <a:pt x="209550" y="123825"/>
                </a:lnTo>
                <a:lnTo>
                  <a:pt x="209550" y="171450"/>
                </a:lnTo>
                <a:lnTo>
                  <a:pt x="133350" y="171450"/>
                </a:lnTo>
                <a:close/>
              </a:path>
            </a:pathLst>
          </a:custGeom>
          <a:noFill xmlns:a="http://schemas.openxmlformats.org/drawingml/2006/main"/>
          <a:ln xmlns:a="http://schemas.openxmlformats.org/drawingml/2006/main" w="26820">
            <a:solidFill>
              <a:srgbClr val="FFFFFF"/>
            </a:solidFill>
            <a:prstDash val="solid"/>
          </a:ln>
        </p:spPr>
      </p:sp>
      <p:sp>
        <p:nvSpPr>
          <p:cNvPr id="22" name="!!event-3-icon-2">
            <a:extLst xmlns:a="http://schemas.openxmlformats.org/drawingml/2006/main">
              <a:ext uri="{FF2B5EF4-FFF2-40B4-BE49-F238E27FC236}">
                <a16:creationId xmlns:a16="http://schemas.microsoft.com/office/drawing/2014/main" id="{5C6669D6-34A6-4A1B-B0EE-BE1F8D4AB271}"/>
              </a:ext>
            </a:extLst>
          </p:cNvPr>
          <p:cNvSpPr>
            <a:spLocks xmlns:a="http://schemas.openxmlformats.org/drawingml/2006/main" noGrp="1"/>
          </p:cNvSpPr>
          <p:nvPr/>
        </p:nvSpPr>
        <p:spPr>
          <a:xfrm xmlns:a="http://schemas.openxmlformats.org/drawingml/2006/main">
            <a:off x="9731883" y="2935034"/>
            <a:ext cx="156448" cy="156448"/>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3" name="!!event-3-icon-3">
            <a:extLst xmlns:a="http://schemas.openxmlformats.org/drawingml/2006/main">
              <a:ext uri="{FF2B5EF4-FFF2-40B4-BE49-F238E27FC236}">
                <a16:creationId xmlns:a16="http://schemas.microsoft.com/office/drawing/2014/main" id="{D5883958-A468-4CFB-9E21-87B0D7A9731F}"/>
              </a:ext>
            </a:extLst>
          </p:cNvPr>
          <p:cNvSpPr>
            <a:spLocks xmlns:a="http://schemas.openxmlformats.org/drawingml/2006/main" noGrp="1"/>
          </p:cNvSpPr>
          <p:nvPr/>
        </p:nvSpPr>
        <p:spPr>
          <a:xfrm xmlns:a="http://schemas.openxmlformats.org/drawingml/2006/main">
            <a:off x="10107359" y="2935034"/>
            <a:ext cx="156448" cy="156448"/>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4" name="!!event-label-3">
            <a:extLst xmlns:a="http://schemas.openxmlformats.org/drawingml/2006/main">
              <a:ext uri="{FF2B5EF4-FFF2-40B4-BE49-F238E27FC236}">
                <a16:creationId xmlns:a16="http://schemas.microsoft.com/office/drawing/2014/main" id="{08ECE30C-C58D-4B26-862C-4AB9C959BF0F}"/>
              </a:ext>
            </a:extLst>
          </p:cNvPr>
          <p:cNvSpPr>
            <a:spLocks xmlns:a="http://schemas.openxmlformats.org/drawingml/2006/main" noGrp="1"/>
          </p:cNvSpPr>
          <p:nvPr/>
        </p:nvSpPr>
        <p:spPr>
          <a:xfrm xmlns:a="http://schemas.openxmlformats.org/drawingml/2006/main">
            <a:off x="885825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Giao hàng</a:t>
            </a:r>
          </a:p>
        </p:txBody>
      </p:sp>
      <p:cxnSp>
        <p:nvCxnSpPr>
          <p:cNvPr id="57" name="!!connector-7-2"/>
          <p:cNvCxnSpPr>
            <a:stCxn xmlns:a="http://schemas.openxmlformats.org/drawingml/2006/main" id="13" idx="6"/>
            <a:endCxn xmlns:a="http://schemas.openxmlformats.org/drawingml/2006/main" id="19" idx="2"/>
          </p:cNvCxnSpPr>
          <p:nvPr/>
        </p:nvCxnSpPr>
        <p:spPr>
          <a:xfrm xmlns:a="http://schemas.openxmlformats.org/drawingml/2006/main">
            <a:off x="7743825" y="28098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6" name="!!date-0">
            <a:extLst xmlns:a="http://schemas.openxmlformats.org/drawingml/2006/main">
              <a:ext uri="{FF2B5EF4-FFF2-40B4-BE49-F238E27FC236}">
                <a16:creationId xmlns:a16="http://schemas.microsoft.com/office/drawing/2014/main" id="{7BC0179D-3903-4633-89A3-F1FF85C97BDD}"/>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7" name="!!date-1">
            <a:extLst xmlns:a="http://schemas.openxmlformats.org/drawingml/2006/main">
              <a:ext uri="{FF2B5EF4-FFF2-40B4-BE49-F238E27FC236}">
                <a16:creationId xmlns:a16="http://schemas.microsoft.com/office/drawing/2014/main" id="{E77A83FE-133D-4389-BFDE-5285C2EBF12F}"/>
              </a:ext>
            </a:extLst>
          </p:cNvPr>
          <p:cNvSpPr>
            <a:spLocks xmlns:a="http://schemas.openxmlformats.org/drawingml/2006/main" noGrp="1"/>
          </p:cNvSpPr>
          <p:nvPr/>
        </p:nvSpPr>
        <p:spPr>
          <a:xfrm xmlns:a="http://schemas.openxmlformats.org/drawingml/2006/main">
            <a:off x="327660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8" name="!!date-2">
            <a:extLst xmlns:a="http://schemas.openxmlformats.org/drawingml/2006/main">
              <a:ext uri="{FF2B5EF4-FFF2-40B4-BE49-F238E27FC236}">
                <a16:creationId xmlns:a16="http://schemas.microsoft.com/office/drawing/2014/main" id="{23D62574-54E2-470D-B55E-3CC1B2E1397C}"/>
              </a:ext>
            </a:extLst>
          </p:cNvPr>
          <p:cNvSpPr>
            <a:spLocks xmlns:a="http://schemas.openxmlformats.org/drawingml/2006/main" noGrp="1"/>
          </p:cNvSpPr>
          <p:nvPr/>
        </p:nvSpPr>
        <p:spPr>
          <a:xfrm xmlns:a="http://schemas.openxmlformats.org/drawingml/2006/main">
            <a:off x="606742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9" name="!!date-3">
            <a:extLst xmlns:a="http://schemas.openxmlformats.org/drawingml/2006/main">
              <a:ext uri="{FF2B5EF4-FFF2-40B4-BE49-F238E27FC236}">
                <a16:creationId xmlns:a16="http://schemas.microsoft.com/office/drawing/2014/main" id="{3501BC63-284C-41FC-89F8-0C1E419BEF54}"/>
              </a:ext>
            </a:extLst>
          </p:cNvPr>
          <p:cNvSpPr>
            <a:spLocks xmlns:a="http://schemas.openxmlformats.org/drawingml/2006/main" noGrp="1"/>
          </p:cNvSpPr>
          <p:nvPr/>
        </p:nvSpPr>
        <p:spPr>
          <a:xfrm xmlns:a="http://schemas.openxmlformats.org/drawingml/2006/main">
            <a:off x="885825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30" name="!!history-conclusion">
            <a:extLst xmlns:a="http://schemas.openxmlformats.org/drawingml/2006/main">
              <a:ext uri="{FF2B5EF4-FFF2-40B4-BE49-F238E27FC236}">
                <a16:creationId xmlns:a16="http://schemas.microsoft.com/office/drawing/2014/main" id="{B06DE568-9BF8-4BC4-B259-A3C9CAA6350D}"/>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C8A45B"/>
                </a:solidFill>
                <a:latin typeface="Segoe UI"/>
                <a:ea typeface="Segoe UI"/>
                <a:cs typeface="Segoe UI"/>
              </a:defRPr>
            </a:pPr>
            <a:r>
              <a:rPr sz="2400" b="1">
                <a:solidFill>
                  <a:srgbClr val="C8A45B"/>
                </a:solidFill>
                <a:latin typeface="Segoe UI"/>
                <a:ea typeface="Segoe UI"/>
                <a:cs typeface="Segoe UI"/>
              </a:rPr>
              <a:t>Giao hàng cloud là ghi nhận một phía</a:t>
            </a:r>
          </a:p>
        </p:txBody>
      </p:sp>
      <p:sp>
        <p:nvSpPr>
          <p:cNvPr id="31" name="!!page">
            <a:extLst xmlns:a="http://schemas.openxmlformats.org/drawingml/2006/main">
              <a:ext uri="{FF2B5EF4-FFF2-40B4-BE49-F238E27FC236}">
                <a16:creationId xmlns:a16="http://schemas.microsoft.com/office/drawing/2014/main" id="{370473F4-3396-4955-B581-D9D25DF2E0EE}"/>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32" name="!!caption">
            <a:extLst xmlns:a="http://schemas.openxmlformats.org/drawingml/2006/main">
              <a:ext uri="{FF2B5EF4-FFF2-40B4-BE49-F238E27FC236}">
                <a16:creationId xmlns:a16="http://schemas.microsoft.com/office/drawing/2014/main" id="{A2642773-ADC5-4402-B46C-7A9D33DB81E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12743728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8.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425a049249bf4a8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B78F9CC0-1555-4CA6-8660-3066BD4F41D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84A750AF-FDD3-4D18-875D-366A6B01F0C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9" name="!!buyer-qr"/>
          <p:cNvPicPr>
            <a:picLocks xmlns:a="http://schemas.openxmlformats.org/drawingml/2006/main" noChangeAspect="1"/>
          </p:cNvPicPr>
          <p:nvPr/>
        </p:nvPicPr>
        <p:blipFill>
          <a:blip xmlns:r="http://schemas.openxmlformats.org/officeDocument/2006/relationships" xmlns:a="http://schemas.openxmlformats.org/drawingml/2006/main" r:embed="Rd4567655c96c4f8b"/>
          <a:stretch xmlns:a="http://schemas.openxmlformats.org/drawingml/2006/main"/>
        </p:blipFill>
        <p:spPr>
          <a:xfrm xmlns:a="http://schemas.openxmlformats.org/drawingml/2006/main">
            <a:off x="609600" y="2162175"/>
            <a:ext cx="2524125" cy="2524125"/>
          </a:xfrm>
          <a:prstGeom xmlns:a="http://schemas.openxmlformats.org/drawingml/2006/main" prst="rect">
            <a:avLst/>
          </a:prstGeom>
        </p:spPr>
      </p:pic>
      <p:sp>
        <p:nvSpPr>
          <p:cNvPr id="5" name="!!qr-label">
            <a:extLst xmlns:a="http://schemas.openxmlformats.org/drawingml/2006/main">
              <a:ext uri="{FF2B5EF4-FFF2-40B4-BE49-F238E27FC236}">
                <a16:creationId xmlns:a16="http://schemas.microsoft.com/office/drawing/2014/main" id="{49A0A075-E9F0-4594-9B9A-72E28A198DCA}"/>
              </a:ext>
            </a:extLst>
          </p:cNvPr>
          <p:cNvSpPr>
            <a:spLocks xmlns:a="http://schemas.openxmlformats.org/drawingml/2006/main" noGrp="1"/>
          </p:cNvSpPr>
          <p:nvPr/>
        </p:nvSpPr>
        <p:spPr>
          <a:xfrm xmlns:a="http://schemas.openxmlformats.org/drawingml/2006/main">
            <a:off x="628650" y="49530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F4F1E8"/>
                </a:solidFill>
                <a:latin typeface="Segoe UI"/>
                <a:ea typeface="Segoe UI"/>
                <a:cs typeface="Segoe UI"/>
              </a:defRPr>
            </a:pPr>
            <a:r>
              <a:rPr sz="2250" b="1">
                <a:solidFill>
                  <a:srgbClr val="F4F1E8"/>
                </a:solidFill>
                <a:latin typeface="Segoe UI"/>
                <a:ea typeface="Segoe UI"/>
                <a:cs typeface="Segoe UI"/>
              </a:rPr>
              <a:t>Mở hồ sơ mẫu</a:t>
            </a:r>
          </a:p>
        </p:txBody>
      </p:sp>
      <p:sp>
        <p:nvSpPr>
          <p:cNvPr id="6" name="!!qr-domain">
            <a:extLst xmlns:a="http://schemas.openxmlformats.org/drawingml/2006/main">
              <a:ext uri="{FF2B5EF4-FFF2-40B4-BE49-F238E27FC236}">
                <a16:creationId xmlns:a16="http://schemas.microsoft.com/office/drawing/2014/main" id="{D3A556C7-3613-422B-B325-6CB62FC5FBE1}"/>
              </a:ext>
            </a:extLst>
          </p:cNvPr>
          <p:cNvSpPr>
            <a:spLocks xmlns:a="http://schemas.openxmlformats.org/drawingml/2006/main" noGrp="1"/>
          </p:cNvSpPr>
          <p:nvPr/>
        </p:nvSpPr>
        <p:spPr>
          <a:xfrm xmlns:a="http://schemas.openxmlformats.org/drawingml/2006/main">
            <a:off x="628650" y="55435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A3BCAB"/>
                </a:solidFill>
                <a:latin typeface="Segoe UI"/>
                <a:ea typeface="Segoe UI"/>
                <a:cs typeface="Segoe UI"/>
              </a:defRPr>
            </a:pPr>
            <a:r>
              <a:rPr sz="1725" b="0">
                <a:solidFill>
                  <a:srgbClr val="A3BCAB"/>
                </a:solidFill>
                <a:latin typeface="Segoe UI"/>
                <a:ea typeface="Segoe UI"/>
                <a:cs typeface="Segoe UI"/>
              </a:rPr>
              <a:t>durian-web3.vercel.app</a:t>
            </a:r>
          </a:p>
        </p:txBody>
      </p:sp>
      <p:pic>
        <p:nvPicPr>
          <p:cNvPr id="22" name="!!buyer-record"/>
          <p:cNvPicPr>
            <a:picLocks xmlns:a="http://schemas.openxmlformats.org/drawingml/2006/main" noChangeAspect="1"/>
          </p:cNvPicPr>
          <p:nvPr/>
        </p:nvPicPr>
        <p:blipFill>
          <a:blip xmlns:r="http://schemas.openxmlformats.org/officeDocument/2006/relationships" xmlns:a="http://schemas.openxmlformats.org/drawingml/2006/main" r:embed="R060fc1388c584c0c"/>
          <a:stretch xmlns:a="http://schemas.openxmlformats.org/drawingml/2006/main"/>
        </p:blipFill>
        <p:spPr>
          <a:xfrm xmlns:a="http://schemas.openxmlformats.org/drawingml/2006/main">
            <a:off x="7471505" y="1714500"/>
            <a:ext cx="2068640" cy="4476750"/>
          </a:xfrm>
          <a:prstGeom xmlns:a="http://schemas.openxmlformats.org/drawingml/2006/main" prst="rect">
            <a:avLst/>
          </a:prstGeom>
        </p:spPr>
      </p:pic>
      <p:sp>
        <p:nvSpPr>
          <p:cNvPr id="8" name="!!buyer-context">
            <a:extLst xmlns:a="http://schemas.openxmlformats.org/drawingml/2006/main">
              <a:ext uri="{FF2B5EF4-FFF2-40B4-BE49-F238E27FC236}">
                <a16:creationId xmlns:a16="http://schemas.microsoft.com/office/drawing/2014/main" id="{86D68194-AAC9-41AF-B0C6-D6B753D0BEAF}"/>
              </a:ext>
            </a:extLst>
          </p:cNvPr>
          <p:cNvSpPr>
            <a:spLocks xmlns:a="http://schemas.openxmlformats.org/drawingml/2006/main" noGrp="1"/>
          </p:cNvSpPr>
          <p:nvPr/>
        </p:nvSpPr>
        <p:spPr>
          <a:xfrm xmlns:a="http://schemas.openxmlformats.org/drawingml/2006/main">
            <a:off x="7381875" y="13906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0">
                <a:solidFill>
                  <a:srgbClr val="A3BCAB"/>
                </a:solidFill>
                <a:latin typeface="Segoe UI"/>
                <a:ea typeface="Segoe UI"/>
                <a:cs typeface="Segoe UI"/>
              </a:defRPr>
            </a:pPr>
            <a:r>
              <a:rPr sz="1500" b="0">
                <a:solidFill>
                  <a:srgbClr val="A3BCAB"/>
                </a:solidFill>
                <a:latin typeface="Segoe UI"/>
                <a:ea typeface="Segoe UI"/>
                <a:cs typeface="Segoe UI"/>
              </a:rPr>
              <a:t>Ảnh giao diện local</a:t>
            </a:r>
          </a:p>
        </p:txBody>
      </p:sp>
      <p:sp>
        <p:nvSpPr>
          <p:cNvPr id="9" name="!!buyer-view-selection">
            <a:extLst xmlns:a="http://schemas.openxmlformats.org/drawingml/2006/main">
              <a:ext uri="{FF2B5EF4-FFF2-40B4-BE49-F238E27FC236}">
                <a16:creationId xmlns:a16="http://schemas.microsoft.com/office/drawing/2014/main" id="{8BF0B226-DDC2-41D5-8656-57CCABC133C9}"/>
              </a:ext>
            </a:extLst>
          </p:cNvPr>
          <p:cNvSpPr>
            <a:spLocks xmlns:a="http://schemas.openxmlformats.org/drawingml/2006/main" noGrp="1"/>
          </p:cNvSpPr>
          <p:nvPr/>
        </p:nvSpPr>
        <p:spPr>
          <a:xfrm xmlns:a="http://schemas.openxmlformats.org/drawingml/2006/main">
            <a:off x="3638550" y="1828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buyer-view-icon-0">
            <a:extLst xmlns:a="http://schemas.openxmlformats.org/drawingml/2006/main">
              <a:ext uri="{FF2B5EF4-FFF2-40B4-BE49-F238E27FC236}">
                <a16:creationId xmlns:a16="http://schemas.microsoft.com/office/drawing/2014/main" id="{2A9431F1-C19F-45F3-8535-563C346BC3F7}"/>
              </a:ext>
            </a:extLst>
          </p:cNvPr>
          <p:cNvSpPr>
            <a:spLocks xmlns:a="http://schemas.openxmlformats.org/drawingml/2006/main" noGrp="1"/>
          </p:cNvSpPr>
          <p:nvPr/>
        </p:nvSpPr>
        <p:spPr>
          <a:xfrm xmlns:a="http://schemas.openxmlformats.org/drawingml/2006/main">
            <a:off x="3935349" y="2027872"/>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buyer-view-icon-1">
            <a:extLst xmlns:a="http://schemas.openxmlformats.org/drawingml/2006/main">
              <a:ext uri="{FF2B5EF4-FFF2-40B4-BE49-F238E27FC236}">
                <a16:creationId xmlns:a16="http://schemas.microsoft.com/office/drawing/2014/main" id="{F4CE7FFE-B084-4D5A-A3FC-0802A4E26F78}"/>
              </a:ext>
            </a:extLst>
          </p:cNvPr>
          <p:cNvSpPr>
            <a:spLocks xmlns:a="http://schemas.openxmlformats.org/drawingml/2006/main" noGrp="1"/>
          </p:cNvSpPr>
          <p:nvPr/>
        </p:nvSpPr>
        <p:spPr>
          <a:xfrm xmlns:a="http://schemas.openxmlformats.org/drawingml/2006/main">
            <a:off x="3870198" y="220703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2" name="!!buyer-permission">
            <a:extLst xmlns:a="http://schemas.openxmlformats.org/drawingml/2006/main">
              <a:ext uri="{FF2B5EF4-FFF2-40B4-BE49-F238E27FC236}">
                <a16:creationId xmlns:a16="http://schemas.microsoft.com/office/drawing/2014/main" id="{AA0F2303-64DF-4EE5-9B66-5E516C4BB9D5}"/>
              </a:ext>
            </a:extLst>
          </p:cNvPr>
          <p:cNvSpPr>
            <a:spLocks xmlns:a="http://schemas.openxmlformats.org/drawingml/2006/main" noGrp="1"/>
          </p:cNvSpPr>
          <p:nvPr/>
        </p:nvSpPr>
        <p:spPr>
          <a:xfrm xmlns:a="http://schemas.openxmlformats.org/drawingml/2006/main">
            <a:off x="3638550" y="2857500"/>
            <a:ext cx="3381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1">
                <a:solidFill>
                  <a:srgbClr val="F4F1E8"/>
                </a:solidFill>
                <a:latin typeface="Segoe UI"/>
                <a:ea typeface="Segoe UI"/>
                <a:cs typeface="Segoe UI"/>
              </a:defRPr>
            </a:pPr>
            <a:r>
              <a:rPr sz="2625" b="1">
                <a:solidFill>
                  <a:srgbClr val="F4F1E8"/>
                </a:solidFill>
                <a:latin typeface="Segoe UI"/>
                <a:ea typeface="Segoe UI"/>
                <a:cs typeface="Segoe UI"/>
              </a:rPr>
              <a:t>Bên mua xem</a:t>
            </a:r>
          </a:p>
          <a:p xmlns:a="http://schemas.openxmlformats.org/drawingml/2006/main">
            <a:pPr>
              <a:defRPr sz="2625" b="1">
                <a:solidFill>
                  <a:srgbClr val="F4F1E8"/>
                </a:solidFill>
                <a:latin typeface="Segoe UI"/>
                <a:ea typeface="Segoe UI"/>
                <a:cs typeface="Segoe UI"/>
              </a:defRPr>
            </a:pPr>
            <a:r>
              <a:rPr sz="2625" b="1">
                <a:solidFill>
                  <a:srgbClr val="F4F1E8"/>
                </a:solidFill>
                <a:latin typeface="Segoe UI"/>
                <a:ea typeface="Segoe UI"/>
                <a:cs typeface="Segoe UI"/>
              </a:rPr>
              <a:t>Chủ hồ sơ quản lý</a:t>
            </a:r>
          </a:p>
        </p:txBody>
      </p:sp>
      <p:sp>
        <p:nvSpPr>
          <p:cNvPr id="13" name="!!qr-caveat">
            <a:extLst xmlns:a="http://schemas.openxmlformats.org/drawingml/2006/main">
              <a:ext uri="{FF2B5EF4-FFF2-40B4-BE49-F238E27FC236}">
                <a16:creationId xmlns:a16="http://schemas.microsoft.com/office/drawing/2014/main" id="{BFDEF318-3C19-4462-9D3F-7333F2747EDD}"/>
              </a:ext>
            </a:extLst>
          </p:cNvPr>
          <p:cNvSpPr>
            <a:spLocks xmlns:a="http://schemas.openxmlformats.org/drawingml/2006/main" noGrp="1"/>
          </p:cNvSpPr>
          <p:nvPr/>
        </p:nvSpPr>
        <p:spPr>
          <a:xfrm xmlns:a="http://schemas.openxmlformats.org/drawingml/2006/main">
            <a:off x="3638550" y="4476750"/>
            <a:ext cx="327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C8A45B"/>
                </a:solidFill>
                <a:latin typeface="Segoe UI"/>
                <a:ea typeface="Segoe UI"/>
                <a:cs typeface="Segoe UI"/>
              </a:defRPr>
            </a:pPr>
            <a:r>
              <a:rPr sz="2025" b="0">
                <a:solidFill>
                  <a:srgbClr val="C8A45B"/>
                </a:solidFill>
                <a:latin typeface="Segoe UI"/>
                <a:ea typeface="Segoe UI"/>
                <a:cs typeface="Segoe UI"/>
              </a:rPr>
              <a:t>QR có thể bị sao chép</a:t>
            </a:r>
          </a:p>
        </p:txBody>
      </p:sp>
      <p:sp>
        <p:nvSpPr>
          <p:cNvPr id="14" name="!!page">
            <a:extLst xmlns:a="http://schemas.openxmlformats.org/drawingml/2006/main">
              <a:ext uri="{FF2B5EF4-FFF2-40B4-BE49-F238E27FC236}">
                <a16:creationId xmlns:a16="http://schemas.microsoft.com/office/drawing/2014/main" id="{5CA1F0E2-B940-4C20-B217-0DC25FEF214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15" name="!!caption">
            <a:extLst xmlns:a="http://schemas.openxmlformats.org/drawingml/2006/main">
              <a:ext uri="{FF2B5EF4-FFF2-40B4-BE49-F238E27FC236}">
                <a16:creationId xmlns:a16="http://schemas.microsoft.com/office/drawing/2014/main" id="{8AD9D6C5-22D8-4EFB-997D-31E26634AFC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134142312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9" name="!!backdrop"/>
          <p:cNvPicPr>
            <a:picLocks xmlns:a="http://schemas.openxmlformats.org/drawingml/2006/main" noChangeAspect="1"/>
          </p:cNvPicPr>
          <p:nvPr/>
        </p:nvPicPr>
        <p:blipFill>
          <a:blip xmlns:r="http://schemas.openxmlformats.org/officeDocument/2006/relationships" xmlns:a="http://schemas.openxmlformats.org/drawingml/2006/main" r:embed="R0fceed8865554af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040EA0F5-0BF0-43D1-A8F4-A2BEB792CBC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C850875-D1BC-42C2-9E20-9503F38EF343}"/>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Quyền chia sẻ hồ sơ</a:t>
            </a:r>
          </a:p>
        </p:txBody>
      </p:sp>
      <p:sp>
        <p:nvSpPr>
          <p:cNvPr id="4" name="!!permission-0-selection">
            <a:extLst xmlns:a="http://schemas.openxmlformats.org/drawingml/2006/main">
              <a:ext uri="{FF2B5EF4-FFF2-40B4-BE49-F238E27FC236}">
                <a16:creationId xmlns:a16="http://schemas.microsoft.com/office/drawing/2014/main" id="{DE45F474-DC39-4FE1-B773-1C01AD1BB222}"/>
              </a:ext>
            </a:extLst>
          </p:cNvPr>
          <p:cNvSpPr>
            <a:spLocks xmlns:a="http://schemas.openxmlformats.org/drawingml/2006/main" noGrp="1"/>
          </p:cNvSpPr>
          <p:nvPr/>
        </p:nvSpPr>
        <p:spPr>
          <a:xfrm xmlns:a="http://schemas.openxmlformats.org/drawingml/2006/main">
            <a:off x="1200150"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ermission-0-icon-0">
            <a:extLst xmlns:a="http://schemas.openxmlformats.org/drawingml/2006/main">
              <a:ext uri="{FF2B5EF4-FFF2-40B4-BE49-F238E27FC236}">
                <a16:creationId xmlns:a16="http://schemas.microsoft.com/office/drawing/2014/main" id="{46016564-647F-42A1-91E7-A439A82539AB}"/>
              </a:ext>
            </a:extLst>
          </p:cNvPr>
          <p:cNvSpPr>
            <a:spLocks xmlns:a="http://schemas.openxmlformats.org/drawingml/2006/main" noGrp="1"/>
          </p:cNvSpPr>
          <p:nvPr/>
        </p:nvSpPr>
        <p:spPr>
          <a:xfrm xmlns:a="http://schemas.openxmlformats.org/drawingml/2006/main">
            <a:off x="1553718" y="2731580"/>
            <a:ext cx="397764" cy="298323"/>
          </a:xfrm>
          <a:prstGeom xmlns:a="http://schemas.openxmlformats.org/drawingml/2006/main" prst="roundRect">
            <a:avLst>
              <a:gd name="adj" fmla="val 25543"/>
            </a:avLst>
          </a:prstGeom>
          <a:noFill xmlns:a="http://schemas.openxmlformats.org/drawingml/2006/main"/>
          <a:ln xmlns:a="http://schemas.openxmlformats.org/drawingml/2006/main" w="21309">
            <a:solidFill>
              <a:srgbClr val="A3BCAB"/>
            </a:solidFill>
            <a:prstDash val="solid"/>
          </a:ln>
        </p:spPr>
      </p:sp>
      <p:sp>
        <p:nvSpPr>
          <p:cNvPr id="6" name="!!permission-0-icon-1">
            <a:extLst xmlns:a="http://schemas.openxmlformats.org/drawingml/2006/main">
              <a:ext uri="{FF2B5EF4-FFF2-40B4-BE49-F238E27FC236}">
                <a16:creationId xmlns:a16="http://schemas.microsoft.com/office/drawing/2014/main" id="{D83ACDF9-A939-43C0-A367-6C0BE2B7EFEF}"/>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1309">
            <a:solidFill>
              <a:srgbClr val="A3BCAB"/>
            </a:solidFill>
            <a:prstDash val="solid"/>
          </a:ln>
        </p:spPr>
      </p:sp>
      <p:sp>
        <p:nvSpPr>
          <p:cNvPr id="7" name="!!permission-0-icon-2">
            <a:extLst xmlns:a="http://schemas.openxmlformats.org/drawingml/2006/main">
              <a:ext uri="{FF2B5EF4-FFF2-40B4-BE49-F238E27FC236}">
                <a16:creationId xmlns:a16="http://schemas.microsoft.com/office/drawing/2014/main" id="{843411B7-EEBE-40DF-AF69-97EE0429808B}"/>
              </a:ext>
            </a:extLst>
          </p:cNvPr>
          <p:cNvSpPr>
            <a:spLocks xmlns:a="http://schemas.openxmlformats.org/drawingml/2006/main" noGrp="1"/>
          </p:cNvSpPr>
          <p:nvPr/>
        </p:nvSpPr>
        <p:spPr>
          <a:xfrm xmlns:a="http://schemas.openxmlformats.org/drawingml/2006/main">
            <a:off x="1727740" y="2831021"/>
            <a:ext cx="49721" cy="49721"/>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8" name="!!permission-0-icon-3">
            <a:extLst xmlns:a="http://schemas.openxmlformats.org/drawingml/2006/main">
              <a:ext uri="{FF2B5EF4-FFF2-40B4-BE49-F238E27FC236}">
                <a16:creationId xmlns:a16="http://schemas.microsoft.com/office/drawing/2014/main" id="{2D15462C-CBEF-4D2C-A2A8-CEDFFD9F1342}"/>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1309">
            <a:solidFill>
              <a:srgbClr val="A3BCAB"/>
            </a:solidFill>
            <a:prstDash val="solid"/>
          </a:ln>
        </p:spPr>
      </p:sp>
      <p:sp>
        <p:nvSpPr>
          <p:cNvPr id="9" name="!!permission-label-0">
            <a:extLst xmlns:a="http://schemas.openxmlformats.org/drawingml/2006/main">
              <a:ext uri="{FF2B5EF4-FFF2-40B4-BE49-F238E27FC236}">
                <a16:creationId xmlns:a16="http://schemas.microsoft.com/office/drawing/2014/main" id="{A8EF1D32-4E12-42E6-8431-532E85EC50C6}"/>
              </a:ext>
            </a:extLst>
          </p:cNvPr>
          <p:cNvSpPr>
            <a:spLocks xmlns:a="http://schemas.openxmlformats.org/drawingml/2006/main" noGrp="1"/>
          </p:cNvSpPr>
          <p:nvPr/>
        </p:nvSpPr>
        <p:spPr>
          <a:xfrm xmlns:a="http://schemas.openxmlformats.org/drawingml/2006/main">
            <a:off x="62865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10" name="!!permission-detail-0">
            <a:extLst xmlns:a="http://schemas.openxmlformats.org/drawingml/2006/main">
              <a:ext uri="{FF2B5EF4-FFF2-40B4-BE49-F238E27FC236}">
                <a16:creationId xmlns:a16="http://schemas.microsoft.com/office/drawing/2014/main" id="{9F46815C-7688-46CE-9D88-B03528EDB83B}"/>
              </a:ext>
            </a:extLst>
          </p:cNvPr>
          <p:cNvSpPr>
            <a:spLocks xmlns:a="http://schemas.openxmlformats.org/drawingml/2006/main" noGrp="1"/>
          </p:cNvSpPr>
          <p:nvPr/>
        </p:nvSpPr>
        <p:spPr>
          <a:xfrm xmlns:a="http://schemas.openxmlformats.org/drawingml/2006/main">
            <a:off x="62865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Chỉ chủ hồ sơ đọc và ghi</a:t>
            </a:r>
          </a:p>
        </p:txBody>
      </p:sp>
      <p:sp>
        <p:nvSpPr>
          <p:cNvPr id="11" name="!!permission-1-selection">
            <a:extLst xmlns:a="http://schemas.openxmlformats.org/drawingml/2006/main">
              <a:ext uri="{FF2B5EF4-FFF2-40B4-BE49-F238E27FC236}">
                <a16:creationId xmlns:a16="http://schemas.microsoft.com/office/drawing/2014/main" id="{6F50D4C3-4FE0-460D-B6BD-28DA7CD162D1}"/>
              </a:ext>
            </a:extLst>
          </p:cNvPr>
          <p:cNvSpPr>
            <a:spLocks xmlns:a="http://schemas.openxmlformats.org/drawingml/2006/main" noGrp="1"/>
          </p:cNvSpPr>
          <p:nvPr/>
        </p:nvSpPr>
        <p:spPr>
          <a:xfrm xmlns:a="http://schemas.openxmlformats.org/drawingml/2006/main">
            <a:off x="4905375"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2" name="!!permission-1-icon-0">
            <a:extLst xmlns:a="http://schemas.openxmlformats.org/drawingml/2006/main">
              <a:ext uri="{FF2B5EF4-FFF2-40B4-BE49-F238E27FC236}">
                <a16:creationId xmlns:a16="http://schemas.microsoft.com/office/drawing/2014/main" id="{AD6B03EC-18A0-447D-8E86-74357C79053D}"/>
              </a:ext>
            </a:extLst>
          </p:cNvPr>
          <p:cNvSpPr>
            <a:spLocks xmlns:a="http://schemas.openxmlformats.org/drawingml/2006/main" noGrp="1"/>
          </p:cNvSpPr>
          <p:nvPr/>
        </p:nvSpPr>
        <p:spPr>
          <a:xfrm xmlns:a="http://schemas.openxmlformats.org/drawingml/2006/main">
            <a:off x="5209223" y="2532698"/>
            <a:ext cx="497205"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3" name="!!permission-1-icon-1">
            <a:extLst xmlns:a="http://schemas.openxmlformats.org/drawingml/2006/main">
              <a:ext uri="{FF2B5EF4-FFF2-40B4-BE49-F238E27FC236}">
                <a16:creationId xmlns:a16="http://schemas.microsoft.com/office/drawing/2014/main" id="{5517A183-4A08-4171-B894-A09A17A09502}"/>
              </a:ext>
            </a:extLst>
          </p:cNvPr>
          <p:cNvSpPr>
            <a:spLocks xmlns:a="http://schemas.openxmlformats.org/drawingml/2006/main" noGrp="1"/>
          </p:cNvSpPr>
          <p:nvPr/>
        </p:nvSpPr>
        <p:spPr>
          <a:xfrm xmlns:a="http://schemas.openxmlformats.org/drawingml/2006/main">
            <a:off x="5358384" y="2532698"/>
            <a:ext cx="198882"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4" name="!!permission-1-icon-2">
            <a:extLst xmlns:a="http://schemas.openxmlformats.org/drawingml/2006/main">
              <a:ext uri="{FF2B5EF4-FFF2-40B4-BE49-F238E27FC236}">
                <a16:creationId xmlns:a16="http://schemas.microsoft.com/office/drawing/2014/main" id="{3DEE09C0-AF59-4527-80F6-912D022B9D44}"/>
              </a:ext>
            </a:extLst>
          </p:cNvPr>
          <p:cNvSpPr>
            <a:spLocks xmlns:a="http://schemas.openxmlformats.org/drawingml/2006/main" noGrp="1"/>
          </p:cNvSpPr>
          <p:nvPr/>
        </p:nvSpPr>
        <p:spPr>
          <a:xfrm xmlns:a="http://schemas.openxmlformats.org/drawingml/2006/main">
            <a:off x="5159502" y="2482977"/>
            <a:ext cx="596646" cy="596646"/>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21309">
            <a:solidFill>
              <a:srgbClr val="A3BCAB"/>
            </a:solidFill>
            <a:prstDash val="solid"/>
          </a:ln>
        </p:spPr>
      </p:sp>
      <p:sp>
        <p:nvSpPr>
          <p:cNvPr id="15" name="!!permission-label-1">
            <a:extLst xmlns:a="http://schemas.openxmlformats.org/drawingml/2006/main">
              <a:ext uri="{FF2B5EF4-FFF2-40B4-BE49-F238E27FC236}">
                <a16:creationId xmlns:a16="http://schemas.microsoft.com/office/drawing/2014/main" id="{E87FA661-A453-4043-B6F1-E8A62654E75E}"/>
              </a:ext>
            </a:extLst>
          </p:cNvPr>
          <p:cNvSpPr>
            <a:spLocks xmlns:a="http://schemas.openxmlformats.org/drawingml/2006/main" noGrp="1"/>
          </p:cNvSpPr>
          <p:nvPr/>
        </p:nvSpPr>
        <p:spPr>
          <a:xfrm xmlns:a="http://schemas.openxmlformats.org/drawingml/2006/main">
            <a:off x="4333875"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Công khai</a:t>
            </a:r>
          </a:p>
        </p:txBody>
      </p:sp>
      <p:sp>
        <p:nvSpPr>
          <p:cNvPr id="16" name="!!permission-detail-1">
            <a:extLst xmlns:a="http://schemas.openxmlformats.org/drawingml/2006/main">
              <a:ext uri="{FF2B5EF4-FFF2-40B4-BE49-F238E27FC236}">
                <a16:creationId xmlns:a16="http://schemas.microsoft.com/office/drawing/2014/main" id="{70989A7E-D14C-40F7-ACC4-49ED821D9BB4}"/>
              </a:ext>
            </a:extLst>
          </p:cNvPr>
          <p:cNvSpPr>
            <a:spLocks xmlns:a="http://schemas.openxmlformats.org/drawingml/2006/main" noGrp="1"/>
          </p:cNvSpPr>
          <p:nvPr/>
        </p:nvSpPr>
        <p:spPr>
          <a:xfrm xmlns:a="http://schemas.openxmlformats.org/drawingml/2006/main">
            <a:off x="4333875"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Khách xem hồ sơ và tài liệu</a:t>
            </a:r>
          </a:p>
        </p:txBody>
      </p:sp>
      <p:cxnSp>
        <p:nvCxnSpPr>
          <p:cNvPr id="45" name="!!connector-9-0"/>
          <p:cNvCxnSpPr>
            <a:stCxn xmlns:a="http://schemas.openxmlformats.org/drawingml/2006/main" id="4" idx="6"/>
            <a:endCxn xmlns:a="http://schemas.openxmlformats.org/drawingml/2006/main" id="11" idx="2"/>
          </p:cNvCxnSpPr>
          <p:nvPr/>
        </p:nvCxnSpPr>
        <p:spPr>
          <a:xfrm xmlns:a="http://schemas.openxmlformats.org/drawingml/2006/main">
            <a:off x="2305050" y="2781300"/>
            <a:ext cx="26003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8" name="!!permission-2-selection">
            <a:extLst xmlns:a="http://schemas.openxmlformats.org/drawingml/2006/main">
              <a:ext uri="{FF2B5EF4-FFF2-40B4-BE49-F238E27FC236}">
                <a16:creationId xmlns:a16="http://schemas.microsoft.com/office/drawing/2014/main" id="{F2D22F0B-550D-435E-B382-B5C53E3A2B7F}"/>
              </a:ext>
            </a:extLst>
          </p:cNvPr>
          <p:cNvSpPr>
            <a:spLocks xmlns:a="http://schemas.openxmlformats.org/drawingml/2006/main" noGrp="1"/>
          </p:cNvSpPr>
          <p:nvPr/>
        </p:nvSpPr>
        <p:spPr>
          <a:xfrm xmlns:a="http://schemas.openxmlformats.org/drawingml/2006/main">
            <a:off x="8467725" y="2085975"/>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9" name="!!permission-2-icon-0">
            <a:extLst xmlns:a="http://schemas.openxmlformats.org/drawingml/2006/main">
              <a:ext uri="{FF2B5EF4-FFF2-40B4-BE49-F238E27FC236}">
                <a16:creationId xmlns:a16="http://schemas.microsoft.com/office/drawing/2014/main" id="{2A035EE4-DE11-4CD8-984E-9B9B973B079B}"/>
              </a:ext>
            </a:extLst>
          </p:cNvPr>
          <p:cNvSpPr>
            <a:spLocks xmlns:a="http://schemas.openxmlformats.org/drawingml/2006/main" noGrp="1"/>
          </p:cNvSpPr>
          <p:nvPr/>
        </p:nvSpPr>
        <p:spPr>
          <a:xfrm xmlns:a="http://schemas.openxmlformats.org/drawingml/2006/main">
            <a:off x="8912733" y="2718721"/>
            <a:ext cx="500634" cy="375476"/>
          </a:xfrm>
          <a:prstGeom xmlns:a="http://schemas.openxmlformats.org/drawingml/2006/main" prst="roundRect">
            <a:avLst>
              <a:gd name="adj" fmla="val 20294"/>
            </a:avLst>
          </a:prstGeom>
          <a:noFill xmlns:a="http://schemas.openxmlformats.org/drawingml/2006/main"/>
          <a:ln xmlns:a="http://schemas.openxmlformats.org/drawingml/2006/main" w="26820">
            <a:solidFill>
              <a:srgbClr val="FFFFFF"/>
            </a:solidFill>
            <a:prstDash val="solid"/>
          </a:ln>
        </p:spPr>
      </p:sp>
      <p:sp>
        <p:nvSpPr>
          <p:cNvPr id="20" name="!!permission-2-icon-1">
            <a:extLst xmlns:a="http://schemas.openxmlformats.org/drawingml/2006/main">
              <a:ext uri="{FF2B5EF4-FFF2-40B4-BE49-F238E27FC236}">
                <a16:creationId xmlns:a16="http://schemas.microsoft.com/office/drawing/2014/main" id="{C2EED2C0-03C6-4C18-ABA3-C59C2A34438C}"/>
              </a:ext>
            </a:extLst>
          </p:cNvPr>
          <p:cNvSpPr>
            <a:spLocks xmlns:a="http://schemas.openxmlformats.org/drawingml/2006/main" noGrp="1"/>
          </p:cNvSpPr>
          <p:nvPr/>
        </p:nvSpPr>
        <p:spPr>
          <a:xfrm xmlns:a="http://schemas.openxmlformats.org/drawingml/2006/main">
            <a:off x="8787575" y="2405825"/>
            <a:ext cx="750951" cy="750951"/>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6820">
            <a:solidFill>
              <a:srgbClr val="FFFFFF"/>
            </a:solidFill>
            <a:prstDash val="solid"/>
          </a:ln>
        </p:spPr>
      </p:sp>
      <p:sp>
        <p:nvSpPr>
          <p:cNvPr id="21" name="!!permission-2-icon-2">
            <a:extLst xmlns:a="http://schemas.openxmlformats.org/drawingml/2006/main">
              <a:ext uri="{FF2B5EF4-FFF2-40B4-BE49-F238E27FC236}">
                <a16:creationId xmlns:a16="http://schemas.microsoft.com/office/drawing/2014/main" id="{52C6DE86-665E-4C75-B005-CA61236C8890}"/>
              </a:ext>
            </a:extLst>
          </p:cNvPr>
          <p:cNvSpPr>
            <a:spLocks xmlns:a="http://schemas.openxmlformats.org/drawingml/2006/main" noGrp="1"/>
          </p:cNvSpPr>
          <p:nvPr/>
        </p:nvSpPr>
        <p:spPr>
          <a:xfrm xmlns:a="http://schemas.openxmlformats.org/drawingml/2006/main">
            <a:off x="9131760" y="2843879"/>
            <a:ext cx="62579" cy="62579"/>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2" name="!!permission-2-icon-3">
            <a:extLst xmlns:a="http://schemas.openxmlformats.org/drawingml/2006/main">
              <a:ext uri="{FF2B5EF4-FFF2-40B4-BE49-F238E27FC236}">
                <a16:creationId xmlns:a16="http://schemas.microsoft.com/office/drawing/2014/main" id="{630250F8-FFCA-48D6-B702-1BF2E019C567}"/>
              </a:ext>
            </a:extLst>
          </p:cNvPr>
          <p:cNvSpPr>
            <a:spLocks xmlns:a="http://schemas.openxmlformats.org/drawingml/2006/main" noGrp="1"/>
          </p:cNvSpPr>
          <p:nvPr/>
        </p:nvSpPr>
        <p:spPr>
          <a:xfrm xmlns:a="http://schemas.openxmlformats.org/drawingml/2006/main">
            <a:off x="8787575" y="2405825"/>
            <a:ext cx="750951" cy="750951"/>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6820">
            <a:solidFill>
              <a:srgbClr val="FFFFFF"/>
            </a:solidFill>
            <a:prstDash val="solid"/>
          </a:ln>
        </p:spPr>
      </p:sp>
      <p:sp>
        <p:nvSpPr>
          <p:cNvPr id="23" name="!!permission-label-2">
            <a:extLst xmlns:a="http://schemas.openxmlformats.org/drawingml/2006/main">
              <a:ext uri="{FF2B5EF4-FFF2-40B4-BE49-F238E27FC236}">
                <a16:creationId xmlns:a16="http://schemas.microsoft.com/office/drawing/2014/main" id="{3CACAE7B-2D91-4271-9A5A-4ACEC9BF0448}"/>
              </a:ext>
            </a:extLst>
          </p:cNvPr>
          <p:cNvSpPr>
            <a:spLocks xmlns:a="http://schemas.openxmlformats.org/drawingml/2006/main" noGrp="1"/>
          </p:cNvSpPr>
          <p:nvPr/>
        </p:nvSpPr>
        <p:spPr>
          <a:xfrm xmlns:a="http://schemas.openxmlformats.org/drawingml/2006/main">
            <a:off x="803910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Thu hồi</a:t>
            </a:r>
          </a:p>
        </p:txBody>
      </p:sp>
      <p:sp>
        <p:nvSpPr>
          <p:cNvPr id="24" name="!!permission-detail-2">
            <a:extLst xmlns:a="http://schemas.openxmlformats.org/drawingml/2006/main">
              <a:ext uri="{FF2B5EF4-FFF2-40B4-BE49-F238E27FC236}">
                <a16:creationId xmlns:a16="http://schemas.microsoft.com/office/drawing/2014/main" id="{652B18FB-26A5-4FA3-A61E-DFE9FE0AA261}"/>
              </a:ext>
            </a:extLst>
          </p:cNvPr>
          <p:cNvSpPr>
            <a:spLocks xmlns:a="http://schemas.openxmlformats.org/drawingml/2006/main" noGrp="1"/>
          </p:cNvSpPr>
          <p:nvPr/>
        </p:nvSpPr>
        <p:spPr>
          <a:xfrm xmlns:a="http://schemas.openxmlformats.org/drawingml/2006/main">
            <a:off x="803910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Chặn lượt đọc mới</a:t>
            </a:r>
          </a:p>
        </p:txBody>
      </p:sp>
      <p:cxnSp>
        <p:nvCxnSpPr>
          <p:cNvPr id="53" name="!!connector-9-1"/>
          <p:cNvCxnSpPr>
            <a:stCxn xmlns:a="http://schemas.openxmlformats.org/drawingml/2006/main" id="11" idx="6"/>
            <a:endCxn xmlns:a="http://schemas.openxmlformats.org/drawingml/2006/main" id="18" idx="2"/>
          </p:cNvCxnSpPr>
          <p:nvPr/>
        </p:nvCxnSpPr>
        <p:spPr>
          <a:xfrm xmlns:a="http://schemas.openxmlformats.org/drawingml/2006/main">
            <a:off x="6010275" y="2781300"/>
            <a:ext cx="24574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6" name="!!permission-limit">
            <a:extLst xmlns:a="http://schemas.openxmlformats.org/drawingml/2006/main">
              <a:ext uri="{FF2B5EF4-FFF2-40B4-BE49-F238E27FC236}">
                <a16:creationId xmlns:a16="http://schemas.microsoft.com/office/drawing/2014/main" id="{C993439B-8234-47BF-B5FA-E7A03D373522}"/>
              </a:ext>
            </a:extLst>
          </p:cNvPr>
          <p:cNvSpPr>
            <a:spLocks xmlns:a="http://schemas.openxmlformats.org/drawingml/2006/main" noGrp="1"/>
          </p:cNvSpPr>
          <p:nvPr/>
        </p:nvSpPr>
        <p:spPr>
          <a:xfrm xmlns:a="http://schemas.openxmlformats.org/drawingml/2006/main">
            <a:off x="609600" y="57721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0">
                <a:solidFill>
                  <a:srgbClr val="C8A45B"/>
                </a:solidFill>
                <a:latin typeface="Segoe UI"/>
                <a:ea typeface="Segoe UI"/>
                <a:cs typeface="Segoe UI"/>
              </a:defRPr>
            </a:pPr>
            <a:r>
              <a:rPr sz="2250" b="0">
                <a:solidFill>
                  <a:srgbClr val="C8A45B"/>
                </a:solidFill>
                <a:latin typeface="Segoe UI"/>
                <a:ea typeface="Segoe UI"/>
                <a:cs typeface="Segoe UI"/>
              </a:rPr>
              <a:t>Không thu hồi được bản người khác đã tải</a:t>
            </a:r>
          </a:p>
        </p:txBody>
      </p:sp>
      <p:sp>
        <p:nvSpPr>
          <p:cNvPr id="27" name="!!page">
            <a:extLst xmlns:a="http://schemas.openxmlformats.org/drawingml/2006/main">
              <a:ext uri="{FF2B5EF4-FFF2-40B4-BE49-F238E27FC236}">
                <a16:creationId xmlns:a16="http://schemas.microsoft.com/office/drawing/2014/main" id="{23941F42-2C74-48D3-B0E5-E659AB3DCAF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19</a:t>
            </a:r>
          </a:p>
        </p:txBody>
      </p:sp>
      <p:sp>
        <p:nvSpPr>
          <p:cNvPr id="28" name="!!caption">
            <a:extLst xmlns:a="http://schemas.openxmlformats.org/drawingml/2006/main">
              <a:ext uri="{FF2B5EF4-FFF2-40B4-BE49-F238E27FC236}">
                <a16:creationId xmlns:a16="http://schemas.microsoft.com/office/drawing/2014/main" id="{5201EB07-CFB0-4D0D-B956-C6E240970E8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Chuyển riêng tư chặn lượt đọc mới. Bản đã tải vẫn có thể tồn tại</a:t>
            </a:r>
          </a:p>
        </p:txBody>
      </p:sp>
    </p:spTree>
    <p:extLst>
      <p:ext uri="{BB962C8B-B14F-4D97-AF65-F5344CB8AC3E}">
        <p14:creationId xmlns:p14="http://schemas.microsoft.com/office/powerpoint/2010/main" val="114570165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dd0224d0a66d42b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D2D1E101-AFCF-4EB8-96B2-D7A0093543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A7E2F95B-C215-4651-8B8B-F85AF08420A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HTX chuẩn bị hồ sơ cho bên mua</a:t>
            </a:r>
          </a:p>
        </p:txBody>
      </p:sp>
      <p:sp>
        <p:nvSpPr>
          <p:cNvPr id="4" name="!!demo-video-matte">
            <a:extLst xmlns:a="http://schemas.openxmlformats.org/drawingml/2006/main">
              <a:ext uri="{FF2B5EF4-FFF2-40B4-BE49-F238E27FC236}">
                <a16:creationId xmlns:a16="http://schemas.microsoft.com/office/drawing/2014/main" id="{DDF43D7A-531E-4EB7-97CD-33768BFE12F9}"/>
              </a:ext>
            </a:extLst>
          </p:cNvPr>
          <p:cNvSpPr>
            <a:spLocks xmlns:a="http://schemas.openxmlformats.org/drawingml/2006/main" noGrp="1"/>
          </p:cNvSpPr>
          <p:nvPr/>
        </p:nvSpPr>
        <p:spPr>
          <a:xfrm xmlns:a="http://schemas.openxmlformats.org/drawingml/2006/main">
            <a:off x="609600" y="1771650"/>
            <a:ext cx="7505700" cy="4219575"/>
          </a:xfrm>
          <a:prstGeom xmlns:a="http://schemas.openxmlformats.org/drawingml/2006/main" prst="rect">
            <a:avLst/>
          </a:prstGeom>
          <a:solidFill xmlns:a="http://schemas.openxmlformats.org/drawingml/2006/main">
            <a:srgbClr val="102C21"/>
          </a:solidFill>
          <a:ln xmlns:a="http://schemas.openxmlformats.org/drawingml/2006/main" w="0">
            <a:noFill/>
          </a:ln>
        </p:spPr>
      </p:sp>
      <p:pic>
        <p:nvPicPr>
          <p:cNvPr id="16" name="!!demo-video">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DemoVideo"/>
            <p:extLst>
              <p:ext uri="{DAA4B4D4-6D71-4841-9C94-3DE7FCFB9230}">
                <p14:media xmlns:p14="http://schemas.microsoft.com/office/powerpoint/2010/main" xmlns:ns3="http://schemas.openxmlformats.org/officeDocument/2006/relationships" ns3:embed="rIdDemoMedia"/>
              </p:ext>
            </p:extLst>
          </p:nvPr>
        </p:nvPicPr>
        <p:blipFill>
          <a:blip xmlns:r="http://schemas.openxmlformats.org/officeDocument/2006/relationships" xmlns:a="http://schemas.openxmlformats.org/drawingml/2006/main" r:embed="R65d90f062ea444bd"/>
          <a:stretch xmlns:a="http://schemas.openxmlformats.org/drawingml/2006/main"/>
        </p:blipFill>
        <p:spPr>
          <a:xfrm xmlns:a="http://schemas.openxmlformats.org/drawingml/2006/main">
            <a:off x="611717" y="1771650"/>
            <a:ext cx="7501467" cy="4219575"/>
          </a:xfrm>
          <a:prstGeom xmlns:a="http://schemas.openxmlformats.org/drawingml/2006/main" prst="rect">
            <a:avLst/>
          </a:prstGeom>
        </p:spPr>
      </p:pic>
      <p:sp>
        <p:nvSpPr>
          <p:cNvPr id="6" name="!!demo-duration">
            <a:extLst xmlns:a="http://schemas.openxmlformats.org/drawingml/2006/main">
              <a:ext uri="{FF2B5EF4-FFF2-40B4-BE49-F238E27FC236}">
                <a16:creationId xmlns:a16="http://schemas.microsoft.com/office/drawing/2014/main" id="{5C7847AB-DCEE-4D3A-984D-72F6DCCD6518}"/>
              </a:ext>
            </a:extLst>
          </p:cNvPr>
          <p:cNvSpPr>
            <a:spLocks xmlns:a="http://schemas.openxmlformats.org/drawingml/2006/main" noGrp="1"/>
          </p:cNvSpPr>
          <p:nvPr/>
        </p:nvSpPr>
        <p:spPr>
          <a:xfrm xmlns:a="http://schemas.openxmlformats.org/drawingml/2006/main">
            <a:off x="8591550" y="1952625"/>
            <a:ext cx="2876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150" b="1">
                <a:solidFill>
                  <a:srgbClr val="C8A45B"/>
                </a:solidFill>
                <a:latin typeface="Segoe UI"/>
                <a:ea typeface="Segoe UI"/>
                <a:cs typeface="Segoe UI"/>
              </a:defRPr>
            </a:pPr>
            <a:r>
              <a:rPr sz="3150" b="1">
                <a:solidFill>
                  <a:srgbClr val="C8A45B"/>
                </a:solidFill>
                <a:latin typeface="Segoe UI"/>
                <a:ea typeface="Segoe UI"/>
                <a:cs typeface="Segoe UI"/>
              </a:rPr>
              <a:t>90 giây</a:t>
            </a:r>
          </a:p>
        </p:txBody>
      </p:sp>
      <p:sp>
        <p:nvSpPr>
          <p:cNvPr id="7" name="!!demo-start">
            <a:extLst xmlns:a="http://schemas.openxmlformats.org/drawingml/2006/main">
              <a:ext uri="{FF2B5EF4-FFF2-40B4-BE49-F238E27FC236}">
                <a16:creationId xmlns:a16="http://schemas.microsoft.com/office/drawing/2014/main" id="{55100075-D17E-4E8D-8E1D-6134E8FED93A}"/>
              </a:ext>
            </a:extLst>
          </p:cNvPr>
          <p:cNvSpPr>
            <a:spLocks xmlns:a="http://schemas.openxmlformats.org/drawingml/2006/main" noGrp="1"/>
          </p:cNvSpPr>
          <p:nvPr/>
        </p:nvSpPr>
        <p:spPr>
          <a:xfrm xmlns:a="http://schemas.openxmlformats.org/drawingml/2006/main">
            <a:off x="8591550" y="2762250"/>
            <a:ext cx="28765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Bấm vào video</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để phát</a:t>
            </a:r>
          </a:p>
        </p:txBody>
      </p:sp>
      <p:sp>
        <p:nvSpPr>
          <p:cNvPr id="8" name="!!demo-content">
            <a:extLst xmlns:a="http://schemas.openxmlformats.org/drawingml/2006/main">
              <a:ext uri="{FF2B5EF4-FFF2-40B4-BE49-F238E27FC236}">
                <a16:creationId xmlns:a16="http://schemas.microsoft.com/office/drawing/2014/main" id="{EF200508-451E-47F8-A00A-5B2189D769B7}"/>
              </a:ext>
            </a:extLst>
          </p:cNvPr>
          <p:cNvSpPr>
            <a:spLocks xmlns:a="http://schemas.openxmlformats.org/drawingml/2006/main" noGrp="1"/>
          </p:cNvSpPr>
          <p:nvPr/>
        </p:nvSpPr>
        <p:spPr>
          <a:xfrm xmlns:a="http://schemas.openxmlformats.org/drawingml/2006/main">
            <a:off x="8591550" y="4000500"/>
            <a:ext cx="2876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0">
                <a:solidFill>
                  <a:srgbClr val="A3BCAB"/>
                </a:solidFill>
                <a:latin typeface="Segoe UI"/>
                <a:ea typeface="Segoe UI"/>
                <a:cs typeface="Segoe UI"/>
              </a:defRPr>
            </a:pPr>
            <a:r>
              <a:rPr sz="1875" b="0">
                <a:solidFill>
                  <a:srgbClr val="A3BCAB"/>
                </a:solidFill>
                <a:latin typeface="Segoe UI"/>
                <a:ea typeface="Segoe UI"/>
                <a:cs typeface="Segoe UI"/>
              </a:rPr>
              <a:t>Chuẩn bị tài liệu</a:t>
            </a:r>
          </a:p>
          <a:p xmlns:a="http://schemas.openxmlformats.org/drawingml/2006/main">
            <a:pPr>
              <a:defRPr sz="1875" b="0">
                <a:solidFill>
                  <a:srgbClr val="A3BCAB"/>
                </a:solidFill>
                <a:latin typeface="Segoe UI"/>
                <a:ea typeface="Segoe UI"/>
                <a:cs typeface="Segoe UI"/>
              </a:defRPr>
            </a:pPr>
            <a:r>
              <a:rPr sz="1875" b="0">
                <a:solidFill>
                  <a:srgbClr val="A3BCAB"/>
                </a:solidFill>
                <a:latin typeface="Segoe UI"/>
                <a:ea typeface="Segoe UI"/>
                <a:cs typeface="Segoe UI"/>
              </a:rPr>
              <a:t>Gửi hồ sơ qua QR</a:t>
            </a:r>
          </a:p>
        </p:txBody>
      </p:sp>
      <p:sp>
        <p:nvSpPr>
          <p:cNvPr id="9" name="!!demo-backup">
            <a:extLst xmlns:a="http://schemas.openxmlformats.org/drawingml/2006/main">
              <a:ext uri="{FF2B5EF4-FFF2-40B4-BE49-F238E27FC236}">
                <a16:creationId xmlns:a16="http://schemas.microsoft.com/office/drawing/2014/main" id="{6B0F0E1F-0EAE-4771-8B45-C6A6FA264703}"/>
              </a:ext>
            </a:extLst>
          </p:cNvPr>
          <p:cNvSpPr>
            <a:spLocks xmlns:a="http://schemas.openxmlformats.org/drawingml/2006/main" noGrp="1"/>
          </p:cNvSpPr>
          <p:nvPr/>
        </p:nvSpPr>
        <p:spPr>
          <a:xfrm xmlns:a="http://schemas.openxmlformats.org/drawingml/2006/main">
            <a:off x="8591550" y="5400675"/>
            <a:ext cx="2876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C8A45B"/>
                </a:solidFill>
                <a:latin typeface="Segoe UI"/>
                <a:ea typeface="Segoe UI"/>
                <a:cs typeface="Segoe UI"/>
              </a:defRPr>
            </a:pPr>
            <a:r>
              <a:rPr sz="1725" b="1">
                <a:solidFill>
                  <a:srgbClr val="C8A45B"/>
                </a:solidFill>
                <a:latin typeface="Segoe UI"/>
                <a:ea typeface="Segoe UI"/>
                <a:cs typeface="Segoe UI"/>
                <a:hlinkClick xmlns:r="http://schemas.openxmlformats.org/officeDocument/2006/relationships" r:id="Rf729ac327b2b4031"/>
              </a:rPr>
              <a:t>Mở video dự phòng</a:t>
            </a:r>
          </a:p>
        </p:txBody>
      </p:sp>
      <p:sp>
        <p:nvSpPr>
          <p:cNvPr id="10" name="!!page">
            <a:extLst xmlns:a="http://schemas.openxmlformats.org/drawingml/2006/main">
              <a:ext uri="{FF2B5EF4-FFF2-40B4-BE49-F238E27FC236}">
                <a16:creationId xmlns:a16="http://schemas.microsoft.com/office/drawing/2014/main" id="{21F6ADCD-6199-4EDD-9159-FC4627518BFF}"/>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10 / 19</a:t>
            </a:r>
          </a:p>
        </p:txBody>
      </p:sp>
      <p:sp>
        <p:nvSpPr>
          <p:cNvPr id="11" name="!!caption">
            <a:extLst xmlns:a="http://schemas.openxmlformats.org/drawingml/2006/main">
              <a:ext uri="{FF2B5EF4-FFF2-40B4-BE49-F238E27FC236}">
                <a16:creationId xmlns:a16="http://schemas.microsoft.com/office/drawing/2014/main" id="{86B75C7A-2EC9-4620-88D7-8A0483D78DB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Giao diện local ngày 28/09/2026. Auth/API mô phỏng, dữ liệu minh họa</a:t>
            </a:r>
          </a:p>
        </p:txBody>
      </p:sp>
    </p:spTree>
    <p:extLst>
      <p:ext uri="{BB962C8B-B14F-4D97-AF65-F5344CB8AC3E}">
        <p14:creationId xmlns:p14="http://schemas.microsoft.com/office/powerpoint/2010/main" val="10109929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timing>
    <p:tnLst>
      <p:par>
        <p:cTn id="1" dur="indefinite" restart="never" nodeType="tmRoot">
          <p:childTnLst>
            <p:video>
              <p:cMediaNode vol="80000">
                <p:cTn id="2" fill="hold" display="0">
                  <p:stCondLst>
                    <p:cond delay="indefinite"/>
                  </p:stCondLst>
                </p:cTn>
                <p:tgtEl>
                  <p:spTgt spid="16"/>
                </p:tgtEl>
              </p:cMediaNode>
            </p:video>
          </p:childTnLst>
        </p:cTn>
      </p:par>
    </p:tnLst>
  </p:timing>
</p:sld>
</file>

<file path=ppt/slides/slide1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46" name="!!backdrop"/>
          <p:cNvPicPr>
            <a:picLocks xmlns:a="http://schemas.openxmlformats.org/drawingml/2006/main" noChangeAspect="1"/>
          </p:cNvPicPr>
          <p:nvPr/>
        </p:nvPicPr>
        <p:blipFill>
          <a:blip xmlns:r="http://schemas.openxmlformats.org/officeDocument/2006/relationships" xmlns:a="http://schemas.openxmlformats.org/drawingml/2006/main" r:embed="Rbb005d2fa23d408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F3449AB3-3C2D-4149-9398-22ABAEE4B1D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AC53C1FA-F76C-4957-973B-316C42C3CFE5}"/>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1A37858C-B7D0-4550-ABE7-5F93CF490A10}"/>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82A67740-A6D6-45EA-9403-3F77B9197B80}"/>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12" name="!!auth">
            <a:extLst xmlns:a="http://schemas.openxmlformats.org/drawingml/2006/main">
              <a:ext uri="{FF2B5EF4-FFF2-40B4-BE49-F238E27FC236}">
                <a16:creationId xmlns:a16="http://schemas.microsoft.com/office/drawing/2014/main" id="{85E30CBF-FE3D-4486-909D-DF3901472BA1}"/>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3" name="!!auth-text">
            <a:extLst xmlns:a="http://schemas.openxmlformats.org/drawingml/2006/main">
              <a:ext uri="{FF2B5EF4-FFF2-40B4-BE49-F238E27FC236}">
                <a16:creationId xmlns:a16="http://schemas.microsoft.com/office/drawing/2014/main" id="{7D998551-720B-4CCA-9324-D690F8D2BC46}"/>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Google OAuth</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Đăng nhập tài khoản</a:t>
            </a:r>
          </a:p>
        </p:txBody>
      </p:sp>
      <p:cxnSp>
        <p:nvCxnSpPr>
          <p:cNvPr id="59"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80CE60F2-6217-4232-9647-BB4DAC4436F3}"/>
              </a:ext>
            </a:extLst>
          </p:cNvPr>
          <p:cNvSpPr>
            <a:spLocks xmlns:a="http://schemas.openxmlformats.org/drawingml/2006/main" noGrp="1"/>
          </p:cNvSpPr>
          <p:nvPr/>
        </p:nvSpPr>
        <p:spPr>
          <a:xfrm xmlns:a="http://schemas.openxmlformats.org/drawingml/2006/main">
            <a:off x="1771650" y="3448050"/>
            <a:ext cx="609600" cy="609600"/>
          </a:xfrm>
          <a:prstGeom xmlns:a="http://schemas.openxmlformats.org/drawingml/2006/main" prst="ellipse">
            <a:avLst/>
          </a:prstGeom>
          <a:solidFill xmlns:a="http://schemas.openxmlformats.org/drawingml/2006/main">
            <a:srgbClr val="FFFFFF"/>
          </a:solidFill>
          <a:ln xmlns:a="http://schemas.openxmlformats.org/drawingml/2006/main" w="9525">
            <a:solidFill>
              <a:srgbClr val="A3BCAB"/>
            </a:solidFill>
          </a:ln>
        </p:spPr>
      </p:sp>
      <p:sp>
        <p:nvSpPr>
          <p:cNvPr id="18" name="!!render">
            <a:extLst xmlns:a="http://schemas.openxmlformats.org/drawingml/2006/main">
              <a:ext uri="{FF2B5EF4-FFF2-40B4-BE49-F238E27FC236}">
                <a16:creationId xmlns:a16="http://schemas.microsoft.com/office/drawing/2014/main" id="{454B41A3-876E-4DAD-9D43-42EC2972C273}"/>
              </a:ext>
            </a:extLst>
          </p:cNvPr>
          <p:cNvSpPr>
            <a:spLocks xmlns:a="http://schemas.openxmlformats.org/drawingml/2006/main" noGrp="1"/>
          </p:cNvSpPr>
          <p:nvPr/>
        </p:nvSpPr>
        <p:spPr>
          <a:xfrm xmlns:a="http://schemas.openxmlformats.org/drawingml/2006/main">
            <a:off x="3886200" y="2295525"/>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9" name="!!render-text">
            <a:extLst xmlns:a="http://schemas.openxmlformats.org/drawingml/2006/main">
              <a:ext uri="{FF2B5EF4-FFF2-40B4-BE49-F238E27FC236}">
                <a16:creationId xmlns:a16="http://schemas.microsoft.com/office/drawing/2014/main" id="{08ADE5BB-AAE5-4892-A650-6CA36839EC88}"/>
              </a:ext>
            </a:extLst>
          </p:cNvPr>
          <p:cNvSpPr>
            <a:spLocks xmlns:a="http://schemas.openxmlformats.org/drawingml/2006/main" noGrp="1"/>
          </p:cNvSpPr>
          <p:nvPr/>
        </p:nvSpPr>
        <p:spPr>
          <a:xfrm xmlns:a="http://schemas.openxmlformats.org/drawingml/2006/main">
            <a:off x="4057650" y="2447925"/>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FastAPI · Python</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Render · REST API</a:t>
            </a:r>
          </a:p>
        </p:txBody>
      </p:sp>
      <p:cxnSp>
        <p:nvCxnSpPr>
          <p:cNvPr id="65" name="!!connector-11-1"/>
          <p:cNvCxnSpPr>
            <a:stCxn xmlns:a="http://schemas.openxmlformats.org/drawingml/2006/main" id="4" idx="3"/>
            <a:endCxn xmlns:a="http://schemas.openxmlformats.org/drawingml/2006/main" id="18" idx="1"/>
          </p:cNvCxnSpPr>
          <p:nvPr/>
        </p:nvCxnSpPr>
        <p:spPr>
          <a:xfrm xmlns:a="http://schemas.openxmlformats.org/drawingml/2006/main">
            <a:off x="2933700" y="2867025"/>
            <a:ext cx="9525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32" name="!!db">
            <a:extLst xmlns:a="http://schemas.openxmlformats.org/drawingml/2006/main">
              <a:ext uri="{FF2B5EF4-FFF2-40B4-BE49-F238E27FC236}">
                <a16:creationId xmlns:a16="http://schemas.microsoft.com/office/drawing/2014/main" id="{370AA5B0-FE51-4026-8AC2-6AE3777E3323}"/>
              </a:ext>
            </a:extLst>
          </p:cNvPr>
          <p:cNvSpPr>
            <a:spLocks xmlns:a="http://schemas.openxmlformats.org/drawingml/2006/main" noGrp="1"/>
          </p:cNvSpPr>
          <p:nvPr/>
        </p:nvSpPr>
        <p:spPr>
          <a:xfrm xmlns:a="http://schemas.openxmlformats.org/drawingml/2006/main">
            <a:off x="8010525" y="2295525"/>
            <a:ext cx="3467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33" name="!!db-text">
            <a:extLst xmlns:a="http://schemas.openxmlformats.org/drawingml/2006/main">
              <a:ext uri="{FF2B5EF4-FFF2-40B4-BE49-F238E27FC236}">
                <a16:creationId xmlns:a16="http://schemas.microsoft.com/office/drawing/2014/main" id="{2F3DD9C5-AF46-416A-8757-D61075C53B9B}"/>
              </a:ext>
            </a:extLst>
          </p:cNvPr>
          <p:cNvSpPr>
            <a:spLocks xmlns:a="http://schemas.openxmlformats.org/drawingml/2006/main" noGrp="1"/>
          </p:cNvSpPr>
          <p:nvPr/>
        </p:nvSpPr>
        <p:spPr>
          <a:xfrm xmlns:a="http://schemas.openxmlformats.org/drawingml/2006/main">
            <a:off x="8181975" y="2447925"/>
            <a:ext cx="312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PostgreSQL</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RLS · lô và lịch sử</a:t>
            </a:r>
          </a:p>
        </p:txBody>
      </p:sp>
      <p:sp>
        <p:nvSpPr>
          <p:cNvPr id="34" name="!!storage">
            <a:extLst xmlns:a="http://schemas.openxmlformats.org/drawingml/2006/main">
              <a:ext uri="{FF2B5EF4-FFF2-40B4-BE49-F238E27FC236}">
                <a16:creationId xmlns:a16="http://schemas.microsoft.com/office/drawing/2014/main" id="{E206F9A1-073A-41D2-887B-F0838774BEB5}"/>
              </a:ext>
            </a:extLst>
          </p:cNvPr>
          <p:cNvSpPr>
            <a:spLocks xmlns:a="http://schemas.openxmlformats.org/drawingml/2006/main" noGrp="1"/>
          </p:cNvSpPr>
          <p:nvPr/>
        </p:nvSpPr>
        <p:spPr>
          <a:xfrm xmlns:a="http://schemas.openxmlformats.org/drawingml/2006/main">
            <a:off x="4762500" y="4152900"/>
            <a:ext cx="3467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35" name="!!storage-text">
            <a:extLst xmlns:a="http://schemas.openxmlformats.org/drawingml/2006/main">
              <a:ext uri="{FF2B5EF4-FFF2-40B4-BE49-F238E27FC236}">
                <a16:creationId xmlns:a16="http://schemas.microsoft.com/office/drawing/2014/main" id="{9C4EB535-EC69-4C37-B3C3-3C89A519C675}"/>
              </a:ext>
            </a:extLst>
          </p:cNvPr>
          <p:cNvSpPr>
            <a:spLocks xmlns:a="http://schemas.openxmlformats.org/drawingml/2006/main" noGrp="1"/>
          </p:cNvSpPr>
          <p:nvPr/>
        </p:nvSpPr>
        <p:spPr>
          <a:xfrm xmlns:a="http://schemas.openxmlformats.org/drawingml/2006/main">
            <a:off x="4933950" y="4305300"/>
            <a:ext cx="312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Storage</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JPG / PNG / PDF</a:t>
            </a:r>
          </a:p>
        </p:txBody>
      </p:sp>
      <p:cxnSp>
        <p:nvCxnSpPr>
          <p:cNvPr id="81" name="!!connector-11-2"/>
          <p:cNvCxnSpPr>
            <a:stCxn xmlns:a="http://schemas.openxmlformats.org/drawingml/2006/main" id="18" idx="3"/>
            <a:endCxn xmlns:a="http://schemas.openxmlformats.org/drawingml/2006/main" id="32" idx="1"/>
          </p:cNvCxnSpPr>
          <p:nvPr/>
        </p:nvCxnSpPr>
        <p:spPr>
          <a:xfrm xmlns:a="http://schemas.openxmlformats.org/drawingml/2006/main">
            <a:off x="6791325" y="2867025"/>
            <a:ext cx="12192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cxnSp>
        <p:nvCxnSpPr>
          <p:cNvPr id="82" name="!!connector-11-3"/>
          <p:cNvCxnSpPr>
            <a:stCxn xmlns:a="http://schemas.openxmlformats.org/drawingml/2006/main" id="4" idx="3"/>
            <a:endCxn xmlns:a="http://schemas.openxmlformats.org/drawingml/2006/main" id="34" idx="1"/>
          </p:cNvCxnSpPr>
          <p:nvPr/>
        </p:nvCxnSpPr>
        <p:spPr>
          <a:xfrm xmlns:a="http://schemas.openxmlformats.org/drawingml/2006/main">
            <a:off x="2933700" y="2867025"/>
            <a:ext cx="1828800" cy="1857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42" name="!!db-rel">
            <a:extLst xmlns:a="http://schemas.openxmlformats.org/drawingml/2006/main">
              <a:ext uri="{FF2B5EF4-FFF2-40B4-BE49-F238E27FC236}">
                <a16:creationId xmlns:a16="http://schemas.microsoft.com/office/drawing/2014/main" id="{0B9C6568-5CC5-48C6-B940-116FE6471AA3}"/>
              </a:ext>
            </a:extLst>
          </p:cNvPr>
          <p:cNvSpPr>
            <a:spLocks xmlns:a="http://schemas.openxmlformats.org/drawingml/2006/main" noGrp="1"/>
          </p:cNvSpPr>
          <p:nvPr/>
        </p:nvSpPr>
        <p:spPr>
          <a:xfrm xmlns:a="http://schemas.openxmlformats.org/drawingml/2006/main">
            <a:off x="8010525" y="3638550"/>
            <a:ext cx="3533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A3BCAB"/>
                </a:solidFill>
                <a:latin typeface="Segoe UI"/>
                <a:ea typeface="Segoe UI"/>
                <a:cs typeface="Segoe UI"/>
              </a:defRPr>
            </a:pPr>
            <a:r>
              <a:rPr sz="1650" b="0">
                <a:solidFill>
                  <a:srgbClr val="A3BCAB"/>
                </a:solidFill>
                <a:latin typeface="Segoe UI"/>
                <a:ea typeface="Segoe UI"/>
                <a:cs typeface="Segoe UI"/>
              </a:rPr>
              <a:t>API đọc / ghi theo quyền</a:t>
            </a:r>
          </a:p>
        </p:txBody>
      </p:sp>
      <p:sp>
        <p:nvSpPr>
          <p:cNvPr id="43" name="!!storage-rel">
            <a:extLst xmlns:a="http://schemas.openxmlformats.org/drawingml/2006/main">
              <a:ext uri="{FF2B5EF4-FFF2-40B4-BE49-F238E27FC236}">
                <a16:creationId xmlns:a16="http://schemas.microsoft.com/office/drawing/2014/main" id="{276CCDAF-08E2-417B-B6B9-427805E05750}"/>
              </a:ext>
            </a:extLst>
          </p:cNvPr>
          <p:cNvSpPr>
            <a:spLocks xmlns:a="http://schemas.openxmlformats.org/drawingml/2006/main" noGrp="1"/>
          </p:cNvSpPr>
          <p:nvPr/>
        </p:nvSpPr>
        <p:spPr>
          <a:xfrm xmlns:a="http://schemas.openxmlformats.org/drawingml/2006/main">
            <a:off x="4762500" y="5600700"/>
            <a:ext cx="442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Browser tải tệp trực tiếp</a:t>
            </a:r>
          </a:p>
        </p:txBody>
      </p:sp>
      <p:sp>
        <p:nvSpPr>
          <p:cNvPr id="44" name="!!page">
            <a:extLst xmlns:a="http://schemas.openxmlformats.org/drawingml/2006/main">
              <a:ext uri="{FF2B5EF4-FFF2-40B4-BE49-F238E27FC236}">
                <a16:creationId xmlns:a16="http://schemas.microsoft.com/office/drawing/2014/main" id="{16D296FA-3DE1-4259-BAF9-0EEDB3D28BB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45" name="!!caption">
            <a:extLst xmlns:a="http://schemas.openxmlformats.org/drawingml/2006/main">
              <a:ext uri="{FF2B5EF4-FFF2-40B4-BE49-F238E27FC236}">
                <a16:creationId xmlns:a16="http://schemas.microsoft.com/office/drawing/2014/main" id="{E9167380-4C20-4749-BA6C-E4DAAEC3A94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28/09/2026 · Luồng cloud độc lập với Solana Devnet</a:t>
            </a:r>
          </a:p>
        </p:txBody>
      </p:sp>
      <p:pic>
        <p:nvPicPr>
          <p:cNvPr id="83" name="!!tech-logo-react" descr="reac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3"/>
          <ns0:srcRect xmlns:ns0="http://schemas.openxmlformats.org/drawingml/2006/main" l="0" t="0" r="0" b="0"/>
          <a:stretch xmlns:a="http://schemas.openxmlformats.org/drawingml/2006/main">
            <a:fillRect/>
          </a:stretch>
        </p:blipFill>
        <p:spPr>
          <a:xfrm xmlns:a="http://schemas.openxmlformats.org/drawingml/2006/main">
            <a:off x="866775" y="1668660"/>
            <a:ext cx="419100" cy="377429"/>
          </a:xfrm>
          <a:prstGeom xmlns:a="http://schemas.openxmlformats.org/drawingml/2006/main" prst="rect">
            <a:avLst/>
          </a:prstGeom>
        </p:spPr>
      </p:pic>
      <p:pic>
        <p:nvPicPr>
          <p:cNvPr id="84" name="!!tech-logo-vite" descr="vit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4"/>
          <ns0:srcRect xmlns:ns0="http://schemas.openxmlformats.org/drawingml/2006/main" l="0" t="0" r="500" b="1042"/>
          <a:stretch xmlns:a="http://schemas.openxmlformats.org/drawingml/2006/main">
            <a:fillRect/>
          </a:stretch>
        </p:blipFill>
        <p:spPr>
          <a:xfrm xmlns:a="http://schemas.openxmlformats.org/drawingml/2006/main">
            <a:off x="1571625" y="1657302"/>
            <a:ext cx="419100" cy="400146"/>
          </a:xfrm>
          <a:prstGeom xmlns:a="http://schemas.openxmlformats.org/drawingml/2006/main" prst="rect">
            <a:avLst/>
          </a:prstGeom>
        </p:spPr>
      </p:pic>
      <p:pic>
        <p:nvPicPr>
          <p:cNvPr id="85" name="!!tech-logo-vercel" descr="verce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5"/>
          <ns0:srcRect xmlns:ns0="http://schemas.openxmlformats.org/drawingml/2006/main" l="0" t="0" r="21" b="0"/>
          <a:stretch xmlns:a="http://schemas.openxmlformats.org/drawingml/2006/main">
            <a:fillRect/>
          </a:stretch>
        </p:blipFill>
        <p:spPr>
          <a:xfrm xmlns:a="http://schemas.openxmlformats.org/drawingml/2006/main">
            <a:off x="2276475" y="1675913"/>
            <a:ext cx="419100" cy="362924"/>
          </a:xfrm>
          <a:prstGeom xmlns:a="http://schemas.openxmlformats.org/drawingml/2006/main" prst="rect">
            <a:avLst/>
          </a:prstGeom>
        </p:spPr>
      </p:pic>
      <p:pic>
        <p:nvPicPr>
          <p:cNvPr id="86" name="!!tech-logo-fastapi" descr="fastapi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6"/>
          <ns0:srcRect xmlns:ns0="http://schemas.openxmlformats.org/drawingml/2006/main" l="8333" t="8333" r="8333" b="8654"/>
          <a:stretch xmlns:a="http://schemas.openxmlformats.org/drawingml/2006/main">
            <a:fillRect/>
          </a:stretch>
        </p:blipFill>
        <p:spPr>
          <a:xfrm xmlns:a="http://schemas.openxmlformats.org/drawingml/2006/main">
            <a:off x="4257675" y="1629654"/>
            <a:ext cx="457200" cy="455442"/>
          </a:xfrm>
          <a:prstGeom xmlns:a="http://schemas.openxmlformats.org/drawingml/2006/main" prst="rect">
            <a:avLst/>
          </a:prstGeom>
        </p:spPr>
      </p:pic>
      <p:pic>
        <p:nvPicPr>
          <p:cNvPr id="87" name="!!tech-logo-python" descr="python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7"/>
          <ns0:srcRect xmlns:ns0="http://schemas.openxmlformats.org/drawingml/2006/main" l="0" t="0" r="67934" b="67998"/>
          <a:stretch xmlns:a="http://schemas.openxmlformats.org/drawingml/2006/main">
            <a:fillRect/>
          </a:stretch>
        </p:blipFill>
        <p:spPr>
          <a:xfrm xmlns:a="http://schemas.openxmlformats.org/drawingml/2006/main">
            <a:off x="5005345" y="1609725"/>
            <a:ext cx="409660" cy="495300"/>
          </a:xfrm>
          <a:prstGeom xmlns:a="http://schemas.openxmlformats.org/drawingml/2006/main" prst="rect">
            <a:avLst/>
          </a:prstGeom>
        </p:spPr>
      </p:pic>
      <p:pic>
        <p:nvPicPr>
          <p:cNvPr id="88" name="!!tech-logo-render" descr="rende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8"/>
          <ns0:srcRect xmlns:ns0="http://schemas.openxmlformats.org/drawingml/2006/main" l="25743" t="24242" r="24302" b="25833"/>
          <a:stretch xmlns:a="http://schemas.openxmlformats.org/drawingml/2006/main">
            <a:fillRect/>
          </a:stretch>
        </p:blipFill>
        <p:spPr>
          <a:xfrm xmlns:a="http://schemas.openxmlformats.org/drawingml/2006/main">
            <a:off x="5705475" y="1628912"/>
            <a:ext cx="457200" cy="456925"/>
          </a:xfrm>
          <a:prstGeom xmlns:a="http://schemas.openxmlformats.org/drawingml/2006/main" prst="rect">
            <a:avLst/>
          </a:prstGeom>
        </p:spPr>
      </p:pic>
      <p:pic>
        <p:nvPicPr>
          <p:cNvPr id="90" name="!!tech-logo-postgresql" descr="postgresq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90"/>
          <ns0:srcRect xmlns:ns0="http://schemas.openxmlformats.org/drawingml/2006/main" l="107" t="0" r="0" b="0"/>
          <a:stretch xmlns:a="http://schemas.openxmlformats.org/drawingml/2006/main">
            <a:fillRect/>
          </a:stretch>
        </p:blipFill>
        <p:spPr>
          <a:xfrm xmlns:a="http://schemas.openxmlformats.org/drawingml/2006/main">
            <a:off x="10662157" y="1468041"/>
            <a:ext cx="697486" cy="719733"/>
          </a:xfrm>
          <a:prstGeom xmlns:a="http://schemas.openxmlformats.org/drawingml/2006/main" prst="rect">
            <a:avLst/>
          </a:prstGeom>
        </p:spPr>
      </p:pic>
      <p:pic>
        <p:nvPicPr>
          <p:cNvPr id="92" name="!!tech-logo-supabase-db" descr="Official Supabase wordmark for db"/>
          <p:cNvPicPr>
            <a:picLocks xmlns:a="http://schemas.openxmlformats.org/drawingml/2006/main" noChangeAspect="1"/>
          </p:cNvPicPr>
          <p:nvPr/>
        </p:nvPicPr>
        <p:blipFill>
          <a:blip xmlns:r="http://schemas.openxmlformats.org/officeDocument/2006/relationships" xmlns:a="http://schemas.openxmlformats.org/drawingml/2006/main" r:embed="rIdSupabaseWordmark92"/>
          <ns0:srcRect xmlns:ns0="http://schemas.openxmlformats.org/drawingml/2006/main" l="0" t="0" r="83" b="637"/>
          <a:stretch xmlns:a="http://schemas.openxmlformats.org/drawingml/2006/main">
            <a:fillRect/>
          </a:stretch>
        </p:blipFill>
        <p:spPr>
          <a:xfrm xmlns:a="http://schemas.openxmlformats.org/drawingml/2006/main">
            <a:off x="7974434" y="1613594"/>
            <a:ext cx="2520108" cy="487561"/>
          </a:xfrm>
          <a:prstGeom xmlns:a="http://schemas.openxmlformats.org/drawingml/2006/main" prst="rect">
            <a:avLst/>
          </a:prstGeom>
        </p:spPr>
      </p:pic>
      <p:pic>
        <p:nvPicPr>
          <p:cNvPr id="93" name="!!tech-logo-supabase-storage" descr="Official Supabase wordmark for storage"/>
          <p:cNvPicPr>
            <a:picLocks xmlns:a="http://schemas.openxmlformats.org/drawingml/2006/main" noChangeAspect="1"/>
          </p:cNvPicPr>
          <p:nvPr/>
        </p:nvPicPr>
        <p:blipFill>
          <a:blip xmlns:r="http://schemas.openxmlformats.org/officeDocument/2006/relationships" xmlns:a="http://schemas.openxmlformats.org/drawingml/2006/main" r:embed="rIdSupabaseWordmark93"/>
          <ns0:srcRect xmlns:ns0="http://schemas.openxmlformats.org/drawingml/2006/main" l="0" t="0" r="83" b="637"/>
          <a:stretch xmlns:a="http://schemas.openxmlformats.org/drawingml/2006/main">
            <a:fillRect/>
          </a:stretch>
        </p:blipFill>
        <p:spPr>
          <a:xfrm xmlns:a="http://schemas.openxmlformats.org/drawingml/2006/main">
            <a:off x="5286474" y="3539728"/>
            <a:ext cx="2400101" cy="464344"/>
          </a:xfrm>
          <a:prstGeom xmlns:a="http://schemas.openxmlformats.org/drawingml/2006/main" prst="rect">
            <a:avLst/>
          </a:prstGeom>
        </p:spPr>
      </p:pic>
      <p:pic>
        <p:nvPicPr>
          <p:cNvPr id="91" name="!!tech-logo-google-auth" descr="Google G logo for Google OAuth"/>
          <p:cNvPicPr>
            <a:picLocks xmlns:a="http://schemas.openxmlformats.org/drawingml/2006/main" noChangeAspect="1"/>
          </p:cNvPicPr>
          <p:nvPr/>
        </p:nvPicPr>
        <p:blipFill>
          <a:blip xmlns:r="http://schemas.openxmlformats.org/officeDocument/2006/relationships" xmlns:a="http://schemas.openxmlformats.org/drawingml/2006/main" r:embed="rIdGoogleAuthLogo"/>
          <ns0:srcRect xmlns:ns0="http://schemas.openxmlformats.org/drawingml/2006/main" l="0" t="0" r="0" b="0"/>
          <a:stretch xmlns:a="http://schemas.openxmlformats.org/drawingml/2006/main">
            <a:fillRect/>
          </a:stretch>
        </p:blipFill>
        <p:spPr>
          <a:xfrm xmlns:a="http://schemas.openxmlformats.org/drawingml/2006/main">
            <a:off x="1842807" y="3524250"/>
            <a:ext cx="448235" cy="457200"/>
          </a:xfrm>
          <a:prstGeom xmlns:a="http://schemas.openxmlformats.org/drawingml/2006/main" prst="rect">
            <a:avLst/>
          </a:prstGeom>
        </p:spPr>
      </p:pic>
    </p:spTree>
    <p:extLst>
      <p:ext uri="{BB962C8B-B14F-4D97-AF65-F5344CB8AC3E}">
        <p14:creationId xmlns:p14="http://schemas.microsoft.com/office/powerpoint/2010/main" val="84778646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2.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7" name="!!backdrop"/>
          <p:cNvPicPr>
            <a:picLocks xmlns:a="http://schemas.openxmlformats.org/drawingml/2006/main" noChangeAspect="1"/>
          </p:cNvPicPr>
          <p:nvPr/>
        </p:nvPicPr>
        <p:blipFill>
          <a:blip xmlns:r="http://schemas.openxmlformats.org/officeDocument/2006/relationships" xmlns:a="http://schemas.openxmlformats.org/drawingml/2006/main" r:embed="Ra0a2b320fd194e6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54621B2-4894-4F87-8A65-4701A2A74B1F}"/>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xmlns:a="http://schemas.openxmlformats.org/drawingml/2006/main">
              <a:ext uri="{FF2B5EF4-FFF2-40B4-BE49-F238E27FC236}">
                <a16:creationId xmlns:a16="http://schemas.microsoft.com/office/drawing/2014/main" id="{006F0FA2-56F9-43A1-ADCF-F7963F710867}"/>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4D47B876-F4ED-4AA3-AE56-1039B422A770}"/>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46777233-96D4-44E2-B924-4581551F5279}"/>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6B5979E6-9DBB-4B2F-A5E3-DF1228BBE1B3}"/>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56B6A162-448F-400C-95C1-0FDB08CC0475}"/>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3E867154-B1F2-4584-9DA5-BF17872CC1C7}"/>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B4215335-A601-4301-B915-34605D2CA208}"/>
              </a:ext>
            </a:extLst>
          </p:cNvPr>
          <p:cNvSpPr>
            <a:spLocks xmlns:a="http://schemas.openxmlformats.org/drawingml/2006/main" noGrp="1"/>
          </p:cNvSpPr>
          <p:nvPr/>
        </p:nvSpPr>
        <p:spPr>
          <a:xfrm xmlns:a="http://schemas.openxmlformats.org/drawingml/2006/main">
            <a:off x="657225" y="3190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1" name="!!custody-1-icon-0">
            <a:extLst xmlns:a="http://schemas.openxmlformats.org/drawingml/2006/main">
              <a:ext uri="{FF2B5EF4-FFF2-40B4-BE49-F238E27FC236}">
                <a16:creationId xmlns:a16="http://schemas.microsoft.com/office/drawing/2014/main" id="{78261A1C-C772-4C4C-BFAB-E9440EA7116F}"/>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12" name="!!custody-1-icon-1">
            <a:extLst xmlns:a="http://schemas.openxmlformats.org/drawingml/2006/main">
              <a:ext uri="{FF2B5EF4-FFF2-40B4-BE49-F238E27FC236}">
                <a16:creationId xmlns:a16="http://schemas.microsoft.com/office/drawing/2014/main" id="{AF85FA0C-C87E-4A9D-81B8-C0BD0C60BF5D}"/>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3" name="!!custody-1-icon-2">
            <a:extLst xmlns:a="http://schemas.openxmlformats.org/drawingml/2006/main">
              <a:ext uri="{FF2B5EF4-FFF2-40B4-BE49-F238E27FC236}">
                <a16:creationId xmlns:a16="http://schemas.microsoft.com/office/drawing/2014/main" id="{CC83A4E3-066F-46F6-AD60-DCA42988CE1E}"/>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cxnSp>
        <p:nvCxnSpPr>
          <p:cNvPr id="40"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5715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F393BCD2-C40B-46A3-B99F-7265222616A5}"/>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1B93A061-C630-46C5-AD5A-791A14144454}"/>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custody-2-selection">
            <a:extLst xmlns:a="http://schemas.openxmlformats.org/drawingml/2006/main">
              <a:ext uri="{FF2B5EF4-FFF2-40B4-BE49-F238E27FC236}">
                <a16:creationId xmlns:a16="http://schemas.microsoft.com/office/drawing/2014/main" id="{BB079700-BCE0-48A5-9C65-B4D79722D56C}"/>
              </a:ext>
            </a:extLst>
          </p:cNvPr>
          <p:cNvSpPr>
            <a:spLocks xmlns:a="http://schemas.openxmlformats.org/drawingml/2006/main" noGrp="1"/>
          </p:cNvSpPr>
          <p:nvPr/>
        </p:nvSpPr>
        <p:spPr>
          <a:xfrm xmlns:a="http://schemas.openxmlformats.org/drawingml/2006/main">
            <a:off x="581025" y="4257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custody-2-icon-0">
            <a:extLst xmlns:a="http://schemas.openxmlformats.org/drawingml/2006/main">
              <a:ext uri="{FF2B5EF4-FFF2-40B4-BE49-F238E27FC236}">
                <a16:creationId xmlns:a16="http://schemas.microsoft.com/office/drawing/2014/main" id="{F748C772-C275-4FA5-BBD5-44B8A5A6899D}"/>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FFFFFF"/>
            </a:solidFill>
            <a:prstDash val="solid"/>
          </a:ln>
        </p:spPr>
      </p:sp>
      <p:sp>
        <p:nvSpPr>
          <p:cNvPr id="19" name="!!custody-2-icon-1">
            <a:extLst xmlns:a="http://schemas.openxmlformats.org/drawingml/2006/main">
              <a:ext uri="{FF2B5EF4-FFF2-40B4-BE49-F238E27FC236}">
                <a16:creationId xmlns:a16="http://schemas.microsoft.com/office/drawing/2014/main" id="{4AD3AF33-FEF7-4DB0-96A7-5EB815F9C509}"/>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FFFFFF"/>
            </a:solidFill>
            <a:prstDash val="solid"/>
          </a:ln>
        </p:spPr>
      </p:sp>
      <p:sp>
        <p:nvSpPr>
          <p:cNvPr id="20" name="!!custody-2-icon-2">
            <a:extLst xmlns:a="http://schemas.openxmlformats.org/drawingml/2006/main">
              <a:ext uri="{FF2B5EF4-FFF2-40B4-BE49-F238E27FC236}">
                <a16:creationId xmlns:a16="http://schemas.microsoft.com/office/drawing/2014/main" id="{774A27F5-84C4-447B-80A1-E4279CCCF50E}"/>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FFFFFF"/>
            </a:solidFill>
            <a:prstDash val="solid"/>
          </a:ln>
        </p:spPr>
      </p:sp>
      <p:cxnSp>
        <p:nvCxnSpPr>
          <p:cNvPr id="47" name="!!connector-12-1"/>
          <p:cNvCxnSpPr>
            <a:stCxn xmlns:a="http://schemas.openxmlformats.org/drawingml/2006/main" id="10" idx="4"/>
            <a:endCxn xmlns:a="http://schemas.openxmlformats.org/drawingml/2006/main" id="17" idx="0"/>
          </p:cNvCxnSpPr>
          <p:nvPr/>
        </p:nvCxnSpPr>
        <p:spPr>
          <a:xfrm xmlns:a="http://schemas.openxmlformats.org/drawingml/2006/main">
            <a:off x="942975" y="3762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22" name="!!custody-2-label">
            <a:extLst xmlns:a="http://schemas.openxmlformats.org/drawingml/2006/main">
              <a:ext uri="{FF2B5EF4-FFF2-40B4-BE49-F238E27FC236}">
                <a16:creationId xmlns:a16="http://schemas.microsoft.com/office/drawing/2014/main" id="{12F8FF10-2972-4A69-9C53-BC2E1767D3E8}"/>
              </a:ext>
            </a:extLst>
          </p:cNvPr>
          <p:cNvSpPr>
            <a:spLocks xmlns:a="http://schemas.openxmlformats.org/drawingml/2006/main" noGrp="1"/>
          </p:cNvSpPr>
          <p:nvPr/>
        </p:nvSpPr>
        <p:spPr>
          <a:xfrm xmlns:a="http://schemas.openxmlformats.org/drawingml/2006/main">
            <a:off x="1447800" y="4314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Custody đổi trạng thái</a:t>
            </a:r>
          </a:p>
        </p:txBody>
      </p:sp>
      <p:sp>
        <p:nvSpPr>
          <p:cNvPr id="23" name="!!custody-2-detail">
            <a:extLst xmlns:a="http://schemas.openxmlformats.org/drawingml/2006/main">
              <a:ext uri="{FF2B5EF4-FFF2-40B4-BE49-F238E27FC236}">
                <a16:creationId xmlns:a16="http://schemas.microsoft.com/office/drawing/2014/main" id="{134A8239-6CF5-4C07-B2B2-33C145D92028}"/>
              </a:ext>
            </a:extLst>
          </p:cNvPr>
          <p:cNvSpPr>
            <a:spLocks xmlns:a="http://schemas.openxmlformats.org/drawingml/2006/main" noGrp="1"/>
          </p:cNvSpPr>
          <p:nvPr/>
        </p:nvSpPr>
        <p:spPr>
          <a:xfrm xmlns:a="http://schemas.openxmlformats.org/drawingml/2006/main">
            <a:off x="1447800" y="4886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Chỉ sau chữ ký chấp nhận</a:t>
            </a:r>
          </a:p>
        </p:txBody>
      </p:sp>
      <p:sp>
        <p:nvSpPr>
          <p:cNvPr id="24" name="!!custody-boundary">
            <a:extLst xmlns:a="http://schemas.openxmlformats.org/drawingml/2006/main">
              <a:ext uri="{FF2B5EF4-FFF2-40B4-BE49-F238E27FC236}">
                <a16:creationId xmlns:a16="http://schemas.microsoft.com/office/drawing/2014/main" id="{44DE6038-108E-461E-89F2-709B6BE4642A}"/>
              </a:ext>
            </a:extLst>
          </p:cNvPr>
          <p:cNvSpPr>
            <a:spLocks xmlns:a="http://schemas.openxmlformats.org/drawingml/2006/main" noGrp="1"/>
          </p:cNvSpPr>
          <p:nvPr/>
        </p:nvSpPr>
        <p:spPr>
          <a:xfrm xmlns:a="http://schemas.openxmlformats.org/drawingml/2006/main">
            <a:off x="609600" y="5581650"/>
            <a:ext cx="561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825525"/>
                </a:solidFill>
                <a:latin typeface="Segoe UI"/>
                <a:ea typeface="Segoe UI"/>
                <a:cs typeface="Segoe UI"/>
              </a:defRPr>
            </a:pPr>
            <a:r>
              <a:rPr sz="2025" b="1">
                <a:solidFill>
                  <a:srgbClr val="825525"/>
                </a:solidFill>
                <a:latin typeface="Segoe UI"/>
                <a:ea typeface="Segoe UI"/>
                <a:cs typeface="Segoe UI"/>
              </a:rPr>
              <a:t>Trạng thái số cần bằng chứng</a:t>
            </a:r>
          </a:p>
          <a:p xmlns:a="http://schemas.openxmlformats.org/drawingml/2006/main">
            <a:pPr>
              <a:defRPr sz="2025" b="1">
                <a:solidFill>
                  <a:srgbClr val="825525"/>
                </a:solidFill>
                <a:latin typeface="Segoe UI"/>
                <a:ea typeface="Segoe UI"/>
                <a:cs typeface="Segoe UI"/>
              </a:defRPr>
            </a:pPr>
            <a:r>
              <a:rPr sz="2025" b="1">
                <a:solidFill>
                  <a:srgbClr val="825525"/>
                </a:solidFill>
                <a:latin typeface="Segoe UI"/>
                <a:ea typeface="Segoe UI"/>
                <a:cs typeface="Segoe UI"/>
              </a:rPr>
              <a:t>về giao hàng ngoài đời</a:t>
            </a:r>
          </a:p>
        </p:txBody>
      </p:sp>
      <p:sp>
        <p:nvSpPr>
          <p:cNvPr id="25" name="!!page">
            <a:extLst xmlns:a="http://schemas.openxmlformats.org/drawingml/2006/main">
              <a:ext uri="{FF2B5EF4-FFF2-40B4-BE49-F238E27FC236}">
                <a16:creationId xmlns:a16="http://schemas.microsoft.com/office/drawing/2014/main" id="{47F99256-C6CB-489B-9756-A39B2ADF5D6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26" name="!!caption">
            <a:extLst xmlns:a="http://schemas.openxmlformats.org/drawingml/2006/main">
              <a:ext uri="{FF2B5EF4-FFF2-40B4-BE49-F238E27FC236}">
                <a16:creationId xmlns:a16="http://schemas.microsoft.com/office/drawing/2014/main" id="{587A06B3-5A8F-4095-B069-D2E0910C9C62}"/>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48" name="!!tech-logo-rust" descr="rus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48"/>
          <ns0:srcRect xmlns:ns0="http://schemas.openxmlformats.org/drawingml/2006/main" l="0" t="0" r="0" b="0"/>
          <a:stretch xmlns:a="http://schemas.openxmlformats.org/drawingml/2006/main">
            <a:fillRect/>
          </a:stretch>
        </p:blipFill>
        <p:spPr>
          <a:xfrm xmlns:a="http://schemas.openxmlformats.org/drawingml/2006/main">
            <a:off x="609600" y="1495425"/>
            <a:ext cx="304800" cy="304800"/>
          </a:xfrm>
          <a:prstGeom xmlns:a="http://schemas.openxmlformats.org/drawingml/2006/main" prst="rect">
            <a:avLst/>
          </a:prstGeom>
        </p:spPr>
      </p:pic>
      <p:sp>
        <p:nvSpPr>
          <p:cNvPr id="49" name="!!tech-label-rust">
            <a:extLst xmlns:a="http://schemas.openxmlformats.org/drawingml/2006/main">
              <a:ext uri="{FF2B5EF4-FFF2-40B4-BE49-F238E27FC236}">
                <a16:creationId xmlns:a16="http://schemas.microsoft.com/office/drawing/2014/main" id="{C0B316C9-FB1F-47D6-89DD-A327E9D0299F}"/>
              </a:ext>
            </a:extLst>
          </p:cNvPr>
          <p:cNvSpPr>
            <a:spLocks xmlns:a="http://schemas.openxmlformats.org/drawingml/2006/main" noGrp="1"/>
          </p:cNvSpPr>
          <p:nvPr/>
        </p:nvSpPr>
        <p:spPr>
          <a:xfrm xmlns:a="http://schemas.openxmlformats.org/drawingml/2006/main">
            <a:off x="1019175" y="1504950"/>
            <a:ext cx="57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Rust</a:t>
            </a:r>
          </a:p>
        </p:txBody>
      </p:sp>
      <p:pic>
        <p:nvPicPr>
          <p:cNvPr id="50" name="!!tech-logo-anchor" descr="ancho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0"/>
          <ns0:srcRect xmlns:ns0="http://schemas.openxmlformats.org/drawingml/2006/main" l="0" t="0" r="0" b="0"/>
          <a:stretch xmlns:a="http://schemas.openxmlformats.org/drawingml/2006/main">
            <a:fillRect/>
          </a:stretch>
        </p:blipFill>
        <p:spPr>
          <a:xfrm xmlns:a="http://schemas.openxmlformats.org/drawingml/2006/main">
            <a:off x="1638300" y="1495425"/>
            <a:ext cx="304800" cy="304800"/>
          </a:xfrm>
          <a:prstGeom xmlns:a="http://schemas.openxmlformats.org/drawingml/2006/main" prst="rect">
            <a:avLst/>
          </a:prstGeom>
        </p:spPr>
      </p:pic>
      <p:sp>
        <p:nvSpPr>
          <p:cNvPr id="51" name="!!tech-label-anchor">
            <a:extLst xmlns:a="http://schemas.openxmlformats.org/drawingml/2006/main">
              <a:ext uri="{FF2B5EF4-FFF2-40B4-BE49-F238E27FC236}">
                <a16:creationId xmlns:a16="http://schemas.microsoft.com/office/drawing/2014/main" id="{82178C72-A994-4D6C-A18E-7CA5B5309412}"/>
              </a:ext>
            </a:extLst>
          </p:cNvPr>
          <p:cNvSpPr>
            <a:spLocks xmlns:a="http://schemas.openxmlformats.org/drawingml/2006/main" noGrp="1"/>
          </p:cNvSpPr>
          <p:nvPr/>
        </p:nvSpPr>
        <p:spPr>
          <a:xfrm xmlns:a="http://schemas.openxmlformats.org/drawingml/2006/main">
            <a:off x="2047875" y="1504950"/>
            <a:ext cx="136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52" name="!!tech-logo-solana" descr="solana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2"/>
          <ns0:srcRect xmlns:ns0="http://schemas.openxmlformats.org/drawingml/2006/main" l="0" t="0" r="0" b="0"/>
          <a:stretch xmlns:a="http://schemas.openxmlformats.org/drawingml/2006/main">
            <a:fillRect/>
          </a:stretch>
        </p:blipFill>
        <p:spPr>
          <a:xfrm xmlns:a="http://schemas.openxmlformats.org/drawingml/2006/main">
            <a:off x="3486150" y="1514973"/>
            <a:ext cx="304800" cy="265705"/>
          </a:xfrm>
          <a:prstGeom xmlns:a="http://schemas.openxmlformats.org/drawingml/2006/main" prst="rect">
            <a:avLst/>
          </a:prstGeom>
        </p:spPr>
      </p:pic>
      <p:sp>
        <p:nvSpPr>
          <p:cNvPr id="53" name="!!tech-label-solana">
            <a:extLst xmlns:a="http://schemas.openxmlformats.org/drawingml/2006/main">
              <a:ext uri="{FF2B5EF4-FFF2-40B4-BE49-F238E27FC236}">
                <a16:creationId xmlns:a16="http://schemas.microsoft.com/office/drawing/2014/main" id="{06A2388B-CCED-42E4-BF8A-BA8B5E2D6D3F}"/>
              </a:ext>
            </a:extLst>
          </p:cNvPr>
          <p:cNvSpPr>
            <a:spLocks xmlns:a="http://schemas.openxmlformats.org/drawingml/2006/main" noGrp="1"/>
          </p:cNvSpPr>
          <p:nvPr/>
        </p:nvSpPr>
        <p:spPr>
          <a:xfrm xmlns:a="http://schemas.openxmlformats.org/drawingml/2006/main">
            <a:off x="3895725" y="1504950"/>
            <a:ext cx="1866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160643835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8729bdd3f864485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1DB35CF-1531-49E0-AE31-ADF187898EB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D2713E3-DCCB-4B46-91B7-B10FDBB8BF1A}"/>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Chữ ký và giới hạn bằng chứng</a:t>
            </a:r>
          </a:p>
        </p:txBody>
      </p:sp>
      <p:sp>
        <p:nvSpPr>
          <p:cNvPr id="4" name="!!signed-selection">
            <a:extLst xmlns:a="http://schemas.openxmlformats.org/drawingml/2006/main">
              <a:ext uri="{FF2B5EF4-FFF2-40B4-BE49-F238E27FC236}">
                <a16:creationId xmlns:a16="http://schemas.microsoft.com/office/drawing/2014/main" id="{3486F067-4EA9-47B9-A309-1E729C20B211}"/>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signed-icon-0">
            <a:extLst xmlns:a="http://schemas.openxmlformats.org/drawingml/2006/main">
              <a:ext uri="{FF2B5EF4-FFF2-40B4-BE49-F238E27FC236}">
                <a16:creationId xmlns:a16="http://schemas.microsoft.com/office/drawing/2014/main" id="{C76CE9E5-A5F8-4A5B-A37A-3721FE5BAEAB}"/>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A3BCAB"/>
            </a:solidFill>
            <a:prstDash val="solid"/>
          </a:ln>
        </p:spPr>
      </p:sp>
      <p:sp>
        <p:nvSpPr>
          <p:cNvPr id="6" name="!!signed-icon-1">
            <a:extLst xmlns:a="http://schemas.openxmlformats.org/drawingml/2006/main">
              <a:ext uri="{FF2B5EF4-FFF2-40B4-BE49-F238E27FC236}">
                <a16:creationId xmlns:a16="http://schemas.microsoft.com/office/drawing/2014/main" id="{9C417B0A-FAF2-4B73-B331-69984C2EF566}"/>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A3BCAB"/>
            </a:solidFill>
            <a:prstDash val="solid"/>
          </a:ln>
        </p:spPr>
      </p:sp>
      <p:sp>
        <p:nvSpPr>
          <p:cNvPr id="7" name="!!signed-icon-2">
            <a:extLst xmlns:a="http://schemas.openxmlformats.org/drawingml/2006/main">
              <a:ext uri="{FF2B5EF4-FFF2-40B4-BE49-F238E27FC236}">
                <a16:creationId xmlns:a16="http://schemas.microsoft.com/office/drawing/2014/main" id="{1270AE5C-E170-4228-96F7-73E319E9F734}"/>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A3BCAB"/>
            </a:solidFill>
            <a:prstDash val="solid"/>
          </a:ln>
        </p:spPr>
      </p:sp>
      <p:sp>
        <p:nvSpPr>
          <p:cNvPr id="8" name="!!signed-label">
            <a:extLst xmlns:a="http://schemas.openxmlformats.org/drawingml/2006/main">
              <a:ext uri="{FF2B5EF4-FFF2-40B4-BE49-F238E27FC236}">
                <a16:creationId xmlns:a16="http://schemas.microsoft.com/office/drawing/2014/main" id="{559706E2-D0C3-4C67-8ED7-96E3DCAC39CA}"/>
              </a:ext>
            </a:extLst>
          </p:cNvPr>
          <p:cNvSpPr>
            <a:spLocks xmlns:a="http://schemas.openxmlformats.org/drawingml/2006/main" noGrp="1"/>
          </p:cNvSpPr>
          <p:nvPr/>
        </p:nvSpPr>
        <p:spPr>
          <a:xfrm xmlns:a="http://schemas.openxmlformats.org/drawingml/2006/main">
            <a:off x="1524000" y="213360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Ví đã ký giao dịch</a:t>
            </a:r>
          </a:p>
        </p:txBody>
      </p:sp>
      <p:sp>
        <p:nvSpPr>
          <p:cNvPr id="9" name="!!signed-detail">
            <a:extLst xmlns:a="http://schemas.openxmlformats.org/drawingml/2006/main">
              <a:ext uri="{FF2B5EF4-FFF2-40B4-BE49-F238E27FC236}">
                <a16:creationId xmlns:a16="http://schemas.microsoft.com/office/drawing/2014/main" id="{470BAEFE-221C-4DC0-923A-84EAE2BC5770}"/>
              </a:ext>
            </a:extLst>
          </p:cNvPr>
          <p:cNvSpPr>
            <a:spLocks xmlns:a="http://schemas.openxmlformats.org/drawingml/2006/main" noGrp="1"/>
          </p:cNvSpPr>
          <p:nvPr/>
        </p:nvSpPr>
        <p:spPr>
          <a:xfrm xmlns:a="http://schemas.openxmlformats.org/drawingml/2006/main">
            <a:off x="1524000" y="270510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Ai đề xuất và ai chấp nhận trạng thái số</a:t>
            </a:r>
          </a:p>
        </p:txBody>
      </p:sp>
      <p:sp>
        <p:nvSpPr>
          <p:cNvPr id="10" name="!!audit-selection">
            <a:extLst xmlns:a="http://schemas.openxmlformats.org/drawingml/2006/main">
              <a:ext uri="{FF2B5EF4-FFF2-40B4-BE49-F238E27FC236}">
                <a16:creationId xmlns:a16="http://schemas.microsoft.com/office/drawing/2014/main" id="{5315FEF6-96C9-4AA2-AEF6-5954E05E31FE}"/>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1" name="!!audit-icon-0">
            <a:extLst xmlns:a="http://schemas.openxmlformats.org/drawingml/2006/main">
              <a:ext uri="{FF2B5EF4-FFF2-40B4-BE49-F238E27FC236}">
                <a16:creationId xmlns:a16="http://schemas.microsoft.com/office/drawing/2014/main" id="{FDF44D24-BD67-4583-834C-F23993DACAA1}"/>
              </a:ext>
            </a:extLst>
          </p:cNvPr>
          <p:cNvSpPr>
            <a:spLocks xmlns:a="http://schemas.openxmlformats.org/drawingml/2006/main" noGrp="1"/>
          </p:cNvSpPr>
          <p:nvPr/>
        </p:nvSpPr>
        <p:spPr>
          <a:xfrm xmlns:a="http://schemas.openxmlformats.org/drawingml/2006/main">
            <a:off x="823913" y="3586163"/>
            <a:ext cx="257175" cy="257175"/>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2" name="!!audit-icon-1">
            <a:extLst xmlns:a="http://schemas.openxmlformats.org/drawingml/2006/main">
              <a:ext uri="{FF2B5EF4-FFF2-40B4-BE49-F238E27FC236}">
                <a16:creationId xmlns:a16="http://schemas.microsoft.com/office/drawing/2014/main" id="{BCDBCF33-52B1-48BB-B53A-9C4570D219D0}"/>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A3BCAB"/>
            </a:solidFill>
            <a:prstDash val="solid"/>
          </a:ln>
        </p:spPr>
      </p:sp>
      <p:sp>
        <p:nvSpPr>
          <p:cNvPr id="13" name="!!audit-label">
            <a:extLst xmlns:a="http://schemas.openxmlformats.org/drawingml/2006/main">
              <a:ext uri="{FF2B5EF4-FFF2-40B4-BE49-F238E27FC236}">
                <a16:creationId xmlns:a16="http://schemas.microsoft.com/office/drawing/2014/main" id="{0A4C14F2-170B-4F56-859E-FC4E1B86F741}"/>
              </a:ext>
            </a:extLst>
          </p:cNvPr>
          <p:cNvSpPr>
            <a:spLocks xmlns:a="http://schemas.openxmlformats.org/drawingml/2006/main" noGrp="1"/>
          </p:cNvSpPr>
          <p:nvPr/>
        </p:nvSpPr>
        <p:spPr>
          <a:xfrm xmlns:a="http://schemas.openxmlformats.org/drawingml/2006/main">
            <a:off x="1524000" y="337185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Lịch sử để đối chiếu</a:t>
            </a:r>
          </a:p>
        </p:txBody>
      </p:sp>
      <p:sp>
        <p:nvSpPr>
          <p:cNvPr id="14" name="!!audit-detail">
            <a:extLst xmlns:a="http://schemas.openxmlformats.org/drawingml/2006/main">
              <a:ext uri="{FF2B5EF4-FFF2-40B4-BE49-F238E27FC236}">
                <a16:creationId xmlns:a16="http://schemas.microsoft.com/office/drawing/2014/main" id="{2D8361A0-2399-4435-A338-CBC6A8A190EC}"/>
              </a:ext>
            </a:extLst>
          </p:cNvPr>
          <p:cNvSpPr>
            <a:spLocks xmlns:a="http://schemas.openxmlformats.org/drawingml/2006/main" noGrp="1"/>
          </p:cNvSpPr>
          <p:nvPr/>
        </p:nvSpPr>
        <p:spPr>
          <a:xfrm xmlns:a="http://schemas.openxmlformats.org/drawingml/2006/main">
            <a:off x="1524000" y="394335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Bản ghi số và transaction liên quan</a:t>
            </a:r>
          </a:p>
        </p:txBody>
      </p:sp>
      <p:sp>
        <p:nvSpPr>
          <p:cNvPr id="15" name="!!external-source-selection">
            <a:extLst xmlns:a="http://schemas.openxmlformats.org/drawingml/2006/main">
              <a:ext uri="{FF2B5EF4-FFF2-40B4-BE49-F238E27FC236}">
                <a16:creationId xmlns:a16="http://schemas.microsoft.com/office/drawing/2014/main" id="{C50EB467-72E9-40CC-AA48-26F72B4BA418}"/>
              </a:ext>
            </a:extLst>
          </p:cNvPr>
          <p:cNvSpPr>
            <a:spLocks xmlns:a="http://schemas.openxmlformats.org/drawingml/2006/main" noGrp="1"/>
          </p:cNvSpPr>
          <p:nvPr/>
        </p:nvSpPr>
        <p:spPr>
          <a:xfrm xmlns:a="http://schemas.openxmlformats.org/drawingml/2006/main">
            <a:off x="600075" y="48672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6" name="!!external-source-icon-0">
            <a:extLst xmlns:a="http://schemas.openxmlformats.org/drawingml/2006/main">
              <a:ext uri="{FF2B5EF4-FFF2-40B4-BE49-F238E27FC236}">
                <a16:creationId xmlns:a16="http://schemas.microsoft.com/office/drawing/2014/main" id="{B7798323-9C5B-450E-88AA-60534FC8C138}"/>
              </a:ext>
            </a:extLst>
          </p:cNvPr>
          <p:cNvSpPr>
            <a:spLocks xmlns:a="http://schemas.openxmlformats.org/drawingml/2006/main" noGrp="1"/>
          </p:cNvSpPr>
          <p:nvPr/>
        </p:nvSpPr>
        <p:spPr>
          <a:xfrm xmlns:a="http://schemas.openxmlformats.org/drawingml/2006/main">
            <a:off x="799147" y="5066348"/>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7" name="!!external-source-icon-1">
            <a:extLst xmlns:a="http://schemas.openxmlformats.org/drawingml/2006/main">
              <a:ext uri="{FF2B5EF4-FFF2-40B4-BE49-F238E27FC236}">
                <a16:creationId xmlns:a16="http://schemas.microsoft.com/office/drawing/2014/main" id="{2FA73D58-6DEA-4DB4-A17C-7E508985A3F2}"/>
              </a:ext>
            </a:extLst>
          </p:cNvPr>
          <p:cNvSpPr>
            <a:spLocks xmlns:a="http://schemas.openxmlformats.org/drawingml/2006/main" noGrp="1"/>
          </p:cNvSpPr>
          <p:nvPr/>
        </p:nvSpPr>
        <p:spPr>
          <a:xfrm xmlns:a="http://schemas.openxmlformats.org/drawingml/2006/main">
            <a:off x="766572" y="5033772"/>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8" name="!!external-evidence">
            <a:extLst xmlns:a="http://schemas.openxmlformats.org/drawingml/2006/main">
              <a:ext uri="{FF2B5EF4-FFF2-40B4-BE49-F238E27FC236}">
                <a16:creationId xmlns:a16="http://schemas.microsoft.com/office/drawing/2014/main" id="{802B0583-17E6-4FB1-A88E-EB18B39DDE9A}"/>
              </a:ext>
            </a:extLst>
          </p:cNvPr>
          <p:cNvSpPr>
            <a:spLocks xmlns:a="http://schemas.openxmlformats.org/drawingml/2006/main" noGrp="1"/>
          </p:cNvSpPr>
          <p:nvPr/>
        </p:nvSpPr>
        <p:spPr>
          <a:xfrm xmlns:a="http://schemas.openxmlformats.org/drawingml/2006/main">
            <a:off x="1524000" y="4867275"/>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75" b="1">
                <a:solidFill>
                  <a:srgbClr val="C8A45B"/>
                </a:solidFill>
                <a:latin typeface="Segoe UI"/>
                <a:ea typeface="Segoe UI"/>
                <a:cs typeface="Segoe UI"/>
              </a:defRPr>
            </a:pPr>
            <a:r>
              <a:rPr sz="2775" b="1">
                <a:solidFill>
                  <a:srgbClr val="C8A45B"/>
                </a:solidFill>
                <a:latin typeface="Segoe UI"/>
                <a:ea typeface="Segoe UI"/>
                <a:cs typeface="Segoe UI"/>
              </a:rPr>
              <a:t>Cần xác minh ngoài hệ thống</a:t>
            </a:r>
          </a:p>
        </p:txBody>
      </p:sp>
      <p:sp>
        <p:nvSpPr>
          <p:cNvPr id="19" name="!!physical-evidence">
            <a:extLst xmlns:a="http://schemas.openxmlformats.org/drawingml/2006/main">
              <a:ext uri="{FF2B5EF4-FFF2-40B4-BE49-F238E27FC236}">
                <a16:creationId xmlns:a16="http://schemas.microsoft.com/office/drawing/2014/main" id="{7FA03B00-7FCB-474A-896B-31E36412DAA6}"/>
              </a:ext>
            </a:extLst>
          </p:cNvPr>
          <p:cNvSpPr>
            <a:spLocks xmlns:a="http://schemas.openxmlformats.org/drawingml/2006/main" noGrp="1"/>
          </p:cNvSpPr>
          <p:nvPr/>
        </p:nvSpPr>
        <p:spPr>
          <a:xfrm xmlns:a="http://schemas.openxmlformats.org/drawingml/2006/main">
            <a:off x="1524000" y="5562600"/>
            <a:ext cx="962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0">
                <a:solidFill>
                  <a:srgbClr val="F4F1E8"/>
                </a:solidFill>
                <a:latin typeface="Segoe UI"/>
                <a:ea typeface="Segoe UI"/>
                <a:cs typeface="Segoe UI"/>
              </a:defRPr>
            </a:pPr>
            <a:r>
              <a:rPr sz="2100" b="0">
                <a:solidFill>
                  <a:srgbClr val="F4F1E8"/>
                </a:solidFill>
                <a:latin typeface="Segoe UI"/>
                <a:ea typeface="Segoe UI"/>
                <a:cs typeface="Segoe UI"/>
              </a:rPr>
              <a:t>Mẫu vật, chứng thư lab và bàn giao vật lý</a:t>
            </a:r>
          </a:p>
        </p:txBody>
      </p:sp>
      <p:sp>
        <p:nvSpPr>
          <p:cNvPr id="20" name="!!page">
            <a:extLst xmlns:a="http://schemas.openxmlformats.org/drawingml/2006/main">
              <a:ext uri="{FF2B5EF4-FFF2-40B4-BE49-F238E27FC236}">
                <a16:creationId xmlns:a16="http://schemas.microsoft.com/office/drawing/2014/main" id="{42322DAE-CAC8-416D-9C5D-824D37F6387E}"/>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13 / 19</a:t>
            </a:r>
          </a:p>
        </p:txBody>
      </p:sp>
      <p:sp>
        <p:nvSpPr>
          <p:cNvPr id="21" name="!!caption">
            <a:extLst xmlns:a="http://schemas.openxmlformats.org/drawingml/2006/main">
              <a:ext uri="{FF2B5EF4-FFF2-40B4-BE49-F238E27FC236}">
                <a16:creationId xmlns:a16="http://schemas.microsoft.com/office/drawing/2014/main" id="{D2C910F0-3B69-494D-A67E-05503833057B}"/>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contract và kết quả local validator trong repo</a:t>
            </a:r>
          </a:p>
        </p:txBody>
      </p:sp>
    </p:spTree>
    <p:extLst>
      <p:ext uri="{BB962C8B-B14F-4D97-AF65-F5344CB8AC3E}">
        <p14:creationId xmlns:p14="http://schemas.microsoft.com/office/powerpoint/2010/main" val="99075319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0" name="!!backdrop"/>
          <p:cNvPicPr>
            <a:picLocks xmlns:a="http://schemas.openxmlformats.org/drawingml/2006/main" noChangeAspect="1"/>
          </p:cNvPicPr>
          <p:nvPr/>
        </p:nvPicPr>
        <p:blipFill>
          <a:blip xmlns:r="http://schemas.openxmlformats.org/officeDocument/2006/relationships" xmlns:a="http://schemas.openxmlformats.org/drawingml/2006/main" r:embed="R9bed401e49534a4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7FA9518-BF3F-437B-A6E7-5AE5E2E1135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pic>
        <p:nvPicPr>
          <p:cNvPr id="34" name="!!leaf-result"/>
          <p:cNvPicPr>
            <a:picLocks xmlns:a="http://schemas.openxmlformats.org/drawingml/2006/main" noChangeAspect="1"/>
          </p:cNvPicPr>
          <p:nvPr/>
        </p:nvPicPr>
        <p:blipFill>
          <a:blip xmlns:r="http://schemas.openxmlformats.org/officeDocument/2006/relationships" xmlns:a="http://schemas.openxmlformats.org/drawingml/2006/main" r:embed="R1891b92b958a47f2"/>
          <a:stretch xmlns:a="http://schemas.openxmlformats.org/drawingml/2006/main"/>
        </p:blipFill>
        <p:spPr>
          <a:xfrm xmlns:a="http://schemas.openxmlformats.org/drawingml/2006/main">
            <a:off x="5524500" y="2078543"/>
            <a:ext cx="6000750" cy="3377188"/>
          </a:xfrm>
          <a:prstGeom xmlns:a="http://schemas.openxmlformats.org/drawingml/2006/main" prst="rect">
            <a:avLst/>
          </a:prstGeom>
        </p:spPr>
      </p:pic>
      <p:sp>
        <p:nvSpPr>
          <p:cNvPr id="16" name="!!leaf-limit">
            <a:extLst xmlns:a="http://schemas.openxmlformats.org/drawingml/2006/main">
              <a:ext uri="{FF2B5EF4-FFF2-40B4-BE49-F238E27FC236}">
                <a16:creationId xmlns:a16="http://schemas.microsoft.com/office/drawing/2014/main" id="{627D00F8-E261-4033-BDF6-9135197D9B52}"/>
              </a:ext>
            </a:extLst>
          </p:cNvPr>
          <p:cNvSpPr>
            <a:spLocks xmlns:a="http://schemas.openxmlformats.org/drawingml/2006/main" noGrp="1"/>
          </p:cNvSpPr>
          <p:nvPr/>
        </p:nvSpPr>
        <p:spPr>
          <a:xfrm xmlns:a="http://schemas.openxmlformats.org/drawingml/2006/main">
            <a:off x="609600" y="2400300"/>
            <a:ext cx="4495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142F24"/>
                </a:solidFill>
                <a:latin typeface="Segoe UI"/>
                <a:ea typeface="Segoe UI"/>
                <a:cs typeface="Segoe UI"/>
              </a:defRPr>
            </a:pPr>
            <a:r>
              <a:rPr sz="2550" b="1">
                <a:solidFill>
                  <a:srgbClr val="142F24"/>
                </a:solidFill>
                <a:latin typeface="Segoe UI"/>
                <a:ea typeface="Segoe UI"/>
                <a:cs typeface="Segoe UI"/>
              </a:rPr>
              <a:t>Classifier 5 nhóm lá</a:t>
            </a:r>
          </a:p>
          <a:p xmlns:a="http://schemas.openxmlformats.org/drawingml/2006/main">
            <a:pPr>
              <a:defRPr sz="2550" b="1">
                <a:solidFill>
                  <a:srgbClr val="142F24"/>
                </a:solidFill>
                <a:latin typeface="Segoe UI"/>
                <a:ea typeface="Segoe UI"/>
                <a:cs typeface="Segoe UI"/>
              </a:defRPr>
            </a:pPr>
            <a:r>
              <a:rPr sz="2550" b="1">
                <a:solidFill>
                  <a:srgbClr val="142F24"/>
                </a:solidFill>
                <a:latin typeface="Segoe UI"/>
                <a:ea typeface="Segoe UI"/>
                <a:cs typeface="Segoe UI"/>
              </a:rPr>
              <a:t>Cần chuyên gia đối chiếu</a:t>
            </a:r>
          </a:p>
        </p:txBody>
      </p:sp>
      <p:sp>
        <p:nvSpPr>
          <p:cNvPr id="17" name="!!leaf-chemistry">
            <a:extLst xmlns:a="http://schemas.openxmlformats.org/drawingml/2006/main">
              <a:ext uri="{FF2B5EF4-FFF2-40B4-BE49-F238E27FC236}">
                <a16:creationId xmlns:a16="http://schemas.microsoft.com/office/drawing/2014/main" id="{D9C1DA34-3783-49BD-A4AD-C0FCE06F74F1}"/>
              </a:ext>
            </a:extLst>
          </p:cNvPr>
          <p:cNvSpPr>
            <a:spLocks xmlns:a="http://schemas.openxmlformats.org/drawingml/2006/main" noGrp="1"/>
          </p:cNvSpPr>
          <p:nvPr/>
        </p:nvSpPr>
        <p:spPr>
          <a:xfrm xmlns:a="http://schemas.openxmlformats.org/drawingml/2006/main">
            <a:off x="609600" y="4171950"/>
            <a:ext cx="4495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0">
                <a:solidFill>
                  <a:srgbClr val="825525"/>
                </a:solidFill>
                <a:latin typeface="Segoe UI"/>
                <a:ea typeface="Segoe UI"/>
                <a:cs typeface="Segoe UI"/>
              </a:defRPr>
            </a:pPr>
            <a:r>
              <a:rPr sz="2175" b="0">
                <a:solidFill>
                  <a:srgbClr val="825525"/>
                </a:solidFill>
                <a:latin typeface="Segoe UI"/>
                <a:ea typeface="Segoe UI"/>
                <a:cs typeface="Segoe UI"/>
              </a:rPr>
              <a:t>Ảnh lá không đo</a:t>
            </a:r>
          </a:p>
          <a:p xmlns:a="http://schemas.openxmlformats.org/drawingml/2006/main">
            <a:pPr>
              <a:defRPr sz="2175" b="0">
                <a:solidFill>
                  <a:srgbClr val="825525"/>
                </a:solidFill>
                <a:latin typeface="Segoe UI"/>
                <a:ea typeface="Segoe UI"/>
                <a:cs typeface="Segoe UI"/>
              </a:defRPr>
            </a:pPr>
            <a:r>
              <a:rPr sz="2175" b="0">
                <a:solidFill>
                  <a:srgbClr val="825525"/>
                </a:solidFill>
                <a:latin typeface="Segoe UI"/>
                <a:ea typeface="Segoe UI"/>
                <a:cs typeface="Segoe UI"/>
              </a:rPr>
              <a:t>Cadimi hoặc Vàng O</a:t>
            </a:r>
          </a:p>
        </p:txBody>
      </p:sp>
      <p:sp>
        <p:nvSpPr>
          <p:cNvPr id="18" name="!!page">
            <a:extLst xmlns:a="http://schemas.openxmlformats.org/drawingml/2006/main">
              <a:ext uri="{FF2B5EF4-FFF2-40B4-BE49-F238E27FC236}">
                <a16:creationId xmlns:a16="http://schemas.microsoft.com/office/drawing/2014/main" id="{7ABAD889-7375-425D-B909-7E0C5C864CF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14 / 19</a:t>
            </a:r>
          </a:p>
        </p:txBody>
      </p:sp>
      <p:sp>
        <p:nvSpPr>
          <p:cNvPr id="19" name="!!caption">
            <a:extLst xmlns:a="http://schemas.openxmlformats.org/drawingml/2006/main">
              <a:ext uri="{FF2B5EF4-FFF2-40B4-BE49-F238E27FC236}">
                <a16:creationId xmlns:a16="http://schemas.microsoft.com/office/drawing/2014/main" id="{5129D993-F0EB-4E45-99B0-58A7D1224AC8}"/>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AI thử nghiệm · Chi tiết đánh giá ở phụ lục</a:t>
            </a:r>
          </a:p>
        </p:txBody>
      </p:sp>
      <p:pic>
        <p:nvPicPr>
          <p:cNvPr id="35" name="!!tech-logo-onnxruntime" descr="onnxruntim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5"/>
          <ns0:srcRect xmlns:ns0="http://schemas.openxmlformats.org/drawingml/2006/main" l="9924" t="23439" r="9336" b="27816"/>
          <a:stretch xmlns:a="http://schemas.openxmlformats.org/drawingml/2006/main">
            <a:fillRect/>
          </a:stretch>
        </p:blipFill>
        <p:spPr>
          <a:xfrm xmlns:a="http://schemas.openxmlformats.org/drawingml/2006/main">
            <a:off x="930289" y="1571625"/>
            <a:ext cx="1682721" cy="571500"/>
          </a:xfrm>
          <a:prstGeom xmlns:a="http://schemas.openxmlformats.org/drawingml/2006/main" prst="rect">
            <a:avLst/>
          </a:prstGeom>
        </p:spPr>
      </p:pic>
      <p:pic>
        <p:nvPicPr>
          <p:cNvPr id="36" name="!!tech-logo-fastapi-teal" descr="fastapi-tea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6"/>
          <ns0:srcRect xmlns:ns0="http://schemas.openxmlformats.org/drawingml/2006/main" l="11621" t="30352" r="11621" b="30352"/>
          <a:stretch xmlns:a="http://schemas.openxmlformats.org/drawingml/2006/main">
            <a:fillRect/>
          </a:stretch>
        </p:blipFill>
        <p:spPr>
          <a:xfrm xmlns:a="http://schemas.openxmlformats.org/drawingml/2006/main">
            <a:off x="3238500" y="1653824"/>
            <a:ext cx="2000250" cy="369003"/>
          </a:xfrm>
          <a:prstGeom xmlns:a="http://schemas.openxmlformats.org/drawingml/2006/main" prst="rect">
            <a:avLst/>
          </a:prstGeom>
        </p:spPr>
      </p:pic>
    </p:spTree>
    <p:extLst>
      <p:ext uri="{BB962C8B-B14F-4D97-AF65-F5344CB8AC3E}">
        <p14:creationId xmlns:p14="http://schemas.microsoft.com/office/powerpoint/2010/main" val="38141309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4" name="!!backdrop"/>
          <p:cNvPicPr>
            <a:picLocks xmlns:a="http://schemas.openxmlformats.org/drawingml/2006/main" noChangeAspect="1"/>
          </p:cNvPicPr>
          <p:nvPr/>
        </p:nvPicPr>
        <p:blipFill>
          <a:blip xmlns:r="http://schemas.openxmlformats.org/officeDocument/2006/relationships" xmlns:a="http://schemas.openxmlformats.org/drawingml/2006/main" r:embed="Rdf4b09c605054bf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8C333B1-B2E8-47CE-8202-A9A63864902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thử nghiệm dự đoán</a:t>
            </a:r>
          </a:p>
        </p:txBody>
      </p:sp>
      <p:sp>
        <p:nvSpPr>
          <p:cNvPr id="3" name="!!synthetic-symbol-selection">
            <a:extLst xmlns:a="http://schemas.openxmlformats.org/drawingml/2006/main">
              <a:ext uri="{FF2B5EF4-FFF2-40B4-BE49-F238E27FC236}">
                <a16:creationId xmlns:a16="http://schemas.microsoft.com/office/drawing/2014/main" id="{687C282B-ADB5-421C-88EE-F296E807D95F}"/>
              </a:ext>
            </a:extLst>
          </p:cNvPr>
          <p:cNvSpPr>
            <a:spLocks xmlns:a="http://schemas.openxmlformats.org/drawingml/2006/main" noGrp="1"/>
          </p:cNvSpPr>
          <p:nvPr/>
        </p:nvSpPr>
        <p:spPr>
          <a:xfrm xmlns:a="http://schemas.openxmlformats.org/drawingml/2006/main">
            <a:off x="685800" y="2362200"/>
            <a:ext cx="609600" cy="609600"/>
          </a:xfrm>
          <a:prstGeom xmlns:a="http://schemas.openxmlformats.org/drawingml/2006/main" prst="hexagon">
            <a:avLst/>
          </a:prstGeom>
          <a:solidFill xmlns:a="http://schemas.openxmlformats.org/drawingml/2006/main">
            <a:srgbClr val="E5EBDD"/>
          </a:solidFill>
          <a:ln xmlns:a="http://schemas.openxmlformats.org/drawingml/2006/main" w="9525">
            <a:solidFill>
              <a:srgbClr val="166447"/>
            </a:solidFill>
          </a:ln>
        </p:spPr>
      </p:sp>
      <p:sp>
        <p:nvSpPr>
          <p:cNvPr id="4" name="!!synthetic-symbol-icon-0">
            <a:extLst xmlns:a="http://schemas.openxmlformats.org/drawingml/2006/main">
              <a:ext uri="{FF2B5EF4-FFF2-40B4-BE49-F238E27FC236}">
                <a16:creationId xmlns:a16="http://schemas.microsoft.com/office/drawing/2014/main" id="{DD079F0C-3650-415E-98BE-4E3B103458BB}"/>
              </a:ext>
            </a:extLst>
          </p:cNvPr>
          <p:cNvSpPr>
            <a:spLocks xmlns:a="http://schemas.openxmlformats.org/drawingml/2006/main" noGrp="1"/>
          </p:cNvSpPr>
          <p:nvPr/>
        </p:nvSpPr>
        <p:spPr>
          <a:xfrm xmlns:a="http://schemas.openxmlformats.org/drawingml/2006/main">
            <a:off x="923544" y="2599944"/>
            <a:ext cx="134112" cy="134112"/>
          </a:xfrm>
          <a:prstGeom xmlns:a="http://schemas.openxmlformats.org/drawingml/2006/main" prst="rect">
            <a:avLst/>
          </a:prstGeom>
          <a:noFill xmlns:a="http://schemas.openxmlformats.org/drawingml/2006/main"/>
          <a:ln xmlns:a="http://schemas.openxmlformats.org/drawingml/2006/main" w="19050">
            <a:solidFill>
              <a:srgbClr val="166447"/>
            </a:solidFill>
            <a:prstDash val="solid"/>
          </a:ln>
        </p:spPr>
      </p:sp>
      <p:sp>
        <p:nvSpPr>
          <p:cNvPr id="5" name="!!synthetic-symbol-icon-1">
            <a:extLst xmlns:a="http://schemas.openxmlformats.org/drawingml/2006/main">
              <a:ext uri="{FF2B5EF4-FFF2-40B4-BE49-F238E27FC236}">
                <a16:creationId xmlns:a16="http://schemas.microsoft.com/office/drawing/2014/main" id="{C3220D69-C9C2-413F-B763-FB7330D1BDA7}"/>
              </a:ext>
            </a:extLst>
          </p:cNvPr>
          <p:cNvSpPr>
            <a:spLocks xmlns:a="http://schemas.openxmlformats.org/drawingml/2006/main" noGrp="1"/>
          </p:cNvSpPr>
          <p:nvPr/>
        </p:nvSpPr>
        <p:spPr>
          <a:xfrm xmlns:a="http://schemas.openxmlformats.org/drawingml/2006/main">
            <a:off x="957072" y="2633472"/>
            <a:ext cx="67056" cy="67056"/>
          </a:xfrm>
          <a:prstGeom xmlns:a="http://schemas.openxmlformats.org/drawingml/2006/main" prst="rect">
            <a:avLst/>
          </a:prstGeom>
          <a:noFill xmlns:a="http://schemas.openxmlformats.org/drawingml/2006/main"/>
          <a:ln xmlns:a="http://schemas.openxmlformats.org/drawingml/2006/main" w="19050">
            <a:solidFill>
              <a:srgbClr val="166447"/>
            </a:solidFill>
            <a:prstDash val="solid"/>
          </a:ln>
        </p:spPr>
      </p:sp>
      <p:sp>
        <p:nvSpPr>
          <p:cNvPr id="6" name="!!synthetic-symbol-icon-2">
            <a:extLst xmlns:a="http://schemas.openxmlformats.org/drawingml/2006/main">
              <a:ext uri="{FF2B5EF4-FFF2-40B4-BE49-F238E27FC236}">
                <a16:creationId xmlns:a16="http://schemas.microsoft.com/office/drawing/2014/main" id="{90771EED-E7F0-4339-B8C4-7ACC4C2B251F}"/>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166447"/>
            </a:solidFill>
            <a:prstDash val="solid"/>
          </a:ln>
        </p:spPr>
      </p:sp>
      <p:sp>
        <p:nvSpPr>
          <p:cNvPr id="7" name="!!synthetic-symbol-icon-3">
            <a:extLst xmlns:a="http://schemas.openxmlformats.org/drawingml/2006/main">
              <a:ext uri="{FF2B5EF4-FFF2-40B4-BE49-F238E27FC236}">
                <a16:creationId xmlns:a16="http://schemas.microsoft.com/office/drawing/2014/main" id="{58EE848D-47F8-489E-8F93-DEB3C0A5835C}"/>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166447"/>
            </a:solidFill>
            <a:prstDash val="solid"/>
          </a:ln>
        </p:spPr>
      </p:sp>
      <p:sp>
        <p:nvSpPr>
          <p:cNvPr id="8" name="!!synthetic-symbol-icon-4">
            <a:extLst xmlns:a="http://schemas.openxmlformats.org/drawingml/2006/main">
              <a:ext uri="{FF2B5EF4-FFF2-40B4-BE49-F238E27FC236}">
                <a16:creationId xmlns:a16="http://schemas.microsoft.com/office/drawing/2014/main" id="{1423C817-29A2-4179-AC39-916BEF868263}"/>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166447"/>
            </a:solidFill>
            <a:prstDash val="solid"/>
          </a:ln>
        </p:spPr>
      </p:sp>
      <p:sp>
        <p:nvSpPr>
          <p:cNvPr id="9" name="!!synthetic-symbol-icon-5">
            <a:extLst xmlns:a="http://schemas.openxmlformats.org/drawingml/2006/main">
              <a:ext uri="{FF2B5EF4-FFF2-40B4-BE49-F238E27FC236}">
                <a16:creationId xmlns:a16="http://schemas.microsoft.com/office/drawing/2014/main" id="{775E0BBA-3E03-4394-B620-5B999CDCD94F}"/>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166447"/>
            </a:solidFill>
            <a:prstDash val="solid"/>
          </a:ln>
        </p:spPr>
      </p:sp>
      <p:sp>
        <p:nvSpPr>
          <p:cNvPr id="10" name="!!synthetic-symbol-icon-6">
            <a:extLst xmlns:a="http://schemas.openxmlformats.org/drawingml/2006/main">
              <a:ext uri="{FF2B5EF4-FFF2-40B4-BE49-F238E27FC236}">
                <a16:creationId xmlns:a16="http://schemas.microsoft.com/office/drawing/2014/main" id="{6EBE0A23-C6E4-40A6-B7C6-B08CDEE317A3}"/>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166447"/>
            </a:solidFill>
            <a:prstDash val="solid"/>
          </a:ln>
        </p:spPr>
      </p:sp>
      <p:sp>
        <p:nvSpPr>
          <p:cNvPr id="11" name="!!synthetic-symbol-icon-7">
            <a:extLst xmlns:a="http://schemas.openxmlformats.org/drawingml/2006/main">
              <a:ext uri="{FF2B5EF4-FFF2-40B4-BE49-F238E27FC236}">
                <a16:creationId xmlns:a16="http://schemas.microsoft.com/office/drawing/2014/main" id="{17ADD63E-908F-441A-AF50-86EA59E2BDF2}"/>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166447"/>
            </a:solidFill>
            <a:prstDash val="solid"/>
          </a:ln>
        </p:spPr>
      </p:sp>
      <p:sp>
        <p:nvSpPr>
          <p:cNvPr id="12" name="!!synthetic-symbol-icon-8">
            <a:extLst xmlns:a="http://schemas.openxmlformats.org/drawingml/2006/main">
              <a:ext uri="{FF2B5EF4-FFF2-40B4-BE49-F238E27FC236}">
                <a16:creationId xmlns:a16="http://schemas.microsoft.com/office/drawing/2014/main" id="{1EEC89C5-FD83-4BE1-8358-05A7344D2333}"/>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166447"/>
            </a:solidFill>
            <a:prstDash val="solid"/>
          </a:ln>
        </p:spPr>
      </p:sp>
      <p:sp>
        <p:nvSpPr>
          <p:cNvPr id="13" name="!!synthetic-symbol-icon-9">
            <a:extLst xmlns:a="http://schemas.openxmlformats.org/drawingml/2006/main">
              <a:ext uri="{FF2B5EF4-FFF2-40B4-BE49-F238E27FC236}">
                <a16:creationId xmlns:a16="http://schemas.microsoft.com/office/drawing/2014/main" id="{0A2D151E-8B76-4BDF-9E9D-6634493234E9}"/>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166447"/>
            </a:solidFill>
            <a:prstDash val="solid"/>
          </a:ln>
        </p:spPr>
      </p:sp>
      <p:sp>
        <p:nvSpPr>
          <p:cNvPr id="14" name="!!synthetic">
            <a:extLst xmlns:a="http://schemas.openxmlformats.org/drawingml/2006/main">
              <a:ext uri="{FF2B5EF4-FFF2-40B4-BE49-F238E27FC236}">
                <a16:creationId xmlns:a16="http://schemas.microsoft.com/office/drawing/2014/main" id="{7D1D60E9-BC99-4059-A68A-BCA83CE3DD1B}"/>
              </a:ext>
            </a:extLst>
          </p:cNvPr>
          <p:cNvSpPr>
            <a:spLocks xmlns:a="http://schemas.openxmlformats.org/drawingml/2006/main" noGrp="1"/>
          </p:cNvSpPr>
          <p:nvPr/>
        </p:nvSpPr>
        <p:spPr>
          <a:xfrm xmlns:a="http://schemas.openxmlformats.org/drawingml/2006/main">
            <a:off x="1600200" y="2362200"/>
            <a:ext cx="4429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850" b="1">
                <a:solidFill>
                  <a:srgbClr val="142F24"/>
                </a:solidFill>
                <a:latin typeface="Segoe UI"/>
                <a:ea typeface="Segoe UI"/>
                <a:cs typeface="Segoe UI"/>
              </a:defRPr>
            </a:pPr>
            <a:r>
              <a:rPr sz="2850" b="1">
                <a:solidFill>
                  <a:srgbClr val="142F24"/>
                </a:solidFill>
                <a:latin typeface="Segoe UI"/>
                <a:ea typeface="Segoe UI"/>
                <a:cs typeface="Segoe UI"/>
              </a:rPr>
              <a:t>Dữ liệu synthetic</a:t>
            </a:r>
          </a:p>
        </p:txBody>
      </p:sp>
      <p:sp>
        <p:nvSpPr>
          <p:cNvPr id="15" name="!!synthetic-detail">
            <a:extLst xmlns:a="http://schemas.openxmlformats.org/drawingml/2006/main">
              <a:ext uri="{FF2B5EF4-FFF2-40B4-BE49-F238E27FC236}">
                <a16:creationId xmlns:a16="http://schemas.microsoft.com/office/drawing/2014/main" id="{5A638616-357F-46C4-9C51-2B4206462FC0}"/>
              </a:ext>
            </a:extLst>
          </p:cNvPr>
          <p:cNvSpPr>
            <a:spLocks xmlns:a="http://schemas.openxmlformats.org/drawingml/2006/main" noGrp="1"/>
          </p:cNvSpPr>
          <p:nvPr/>
        </p:nvSpPr>
        <p:spPr>
          <a:xfrm xmlns:a="http://schemas.openxmlformats.org/drawingml/2006/main">
            <a:off x="1600200" y="3228975"/>
            <a:ext cx="4286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scikit-learn → ONNX Runtime</a:t>
            </a:r>
          </a:p>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Chưa có giá trị dự báo thực địa</a:t>
            </a:r>
          </a:p>
        </p:txBody>
      </p:sp>
      <p:sp>
        <p:nvSpPr>
          <p:cNvPr id="16" name="!!rule-line">
            <a:extLst xmlns:a="http://schemas.openxmlformats.org/drawingml/2006/main">
              <a:ext uri="{FF2B5EF4-FFF2-40B4-BE49-F238E27FC236}">
                <a16:creationId xmlns:a16="http://schemas.microsoft.com/office/drawing/2014/main" id="{E53A5EEA-1543-42AC-B77E-A53A28F7B2D9}"/>
              </a:ext>
            </a:extLst>
          </p:cNvPr>
          <p:cNvSpPr>
            <a:spLocks xmlns:a="http://schemas.openxmlformats.org/drawingml/2006/main" noGrp="1"/>
          </p:cNvSpPr>
          <p:nvPr/>
        </p:nvSpPr>
        <p:spPr>
          <a:xfrm xmlns:a="http://schemas.openxmlformats.org/drawingml/2006/main">
            <a:off x="609600" y="4867275"/>
            <a:ext cx="5238750" cy="19050"/>
          </a:xfrm>
          <a:prstGeom xmlns:a="http://schemas.openxmlformats.org/drawingml/2006/main" prst="rect">
            <a:avLst/>
          </a:prstGeom>
          <a:solidFill xmlns:a="http://schemas.openxmlformats.org/drawingml/2006/main">
            <a:srgbClr val="166447"/>
          </a:solidFill>
          <a:ln xmlns:a="http://schemas.openxmlformats.org/drawingml/2006/main" w="0">
            <a:noFill/>
          </a:ln>
        </p:spPr>
      </p:sp>
      <p:sp>
        <p:nvSpPr>
          <p:cNvPr id="17" name="!!rule-symbol-selection">
            <a:extLst xmlns:a="http://schemas.openxmlformats.org/drawingml/2006/main">
              <a:ext uri="{FF2B5EF4-FFF2-40B4-BE49-F238E27FC236}">
                <a16:creationId xmlns:a16="http://schemas.microsoft.com/office/drawing/2014/main" id="{DCB65B5E-6069-420A-BEBA-A29F124E028A}"/>
              </a:ext>
            </a:extLst>
          </p:cNvPr>
          <p:cNvSpPr>
            <a:spLocks xmlns:a="http://schemas.openxmlformats.org/drawingml/2006/main" noGrp="1"/>
          </p:cNvSpPr>
          <p:nvPr/>
        </p:nvSpPr>
        <p:spPr>
          <a:xfrm xmlns:a="http://schemas.openxmlformats.org/drawingml/2006/main">
            <a:off x="609600" y="5114925"/>
            <a:ext cx="666750" cy="6667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rule-symbol-icon-0">
            <a:extLst xmlns:a="http://schemas.openxmlformats.org/drawingml/2006/main">
              <a:ext uri="{FF2B5EF4-FFF2-40B4-BE49-F238E27FC236}">
                <a16:creationId xmlns:a16="http://schemas.microsoft.com/office/drawing/2014/main" id="{C2882E14-D77D-40C8-B5AF-C0DDB2337B3C}"/>
              </a:ext>
            </a:extLst>
          </p:cNvPr>
          <p:cNvSpPr>
            <a:spLocks xmlns:a="http://schemas.openxmlformats.org/drawingml/2006/main" noGrp="1"/>
          </p:cNvSpPr>
          <p:nvPr/>
        </p:nvSpPr>
        <p:spPr>
          <a:xfrm xmlns:a="http://schemas.openxmlformats.org/drawingml/2006/main">
            <a:off x="792956" y="5298281"/>
            <a:ext cx="210026" cy="210026"/>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9" name="!!rule-symbol-icon-1">
            <a:extLst xmlns:a="http://schemas.openxmlformats.org/drawingml/2006/main">
              <a:ext uri="{FF2B5EF4-FFF2-40B4-BE49-F238E27FC236}">
                <a16:creationId xmlns:a16="http://schemas.microsoft.com/office/drawing/2014/main" id="{8B273C73-AC5C-4246-9638-507713C241E6}"/>
              </a:ext>
            </a:extLst>
          </p:cNvPr>
          <p:cNvSpPr>
            <a:spLocks xmlns:a="http://schemas.openxmlformats.org/drawingml/2006/main" noGrp="1"/>
          </p:cNvSpPr>
          <p:nvPr/>
        </p:nvSpPr>
        <p:spPr>
          <a:xfrm xmlns:a="http://schemas.openxmlformats.org/drawingml/2006/main">
            <a:off x="762953" y="5268278"/>
            <a:ext cx="360045" cy="360045"/>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20" name="!!rule">
            <a:extLst xmlns:a="http://schemas.openxmlformats.org/drawingml/2006/main">
              <a:ext uri="{FF2B5EF4-FFF2-40B4-BE49-F238E27FC236}">
                <a16:creationId xmlns:a16="http://schemas.microsoft.com/office/drawing/2014/main" id="{01DEBA63-676E-4D04-9ACC-DC3F8CA4875B}"/>
              </a:ext>
            </a:extLst>
          </p:cNvPr>
          <p:cNvSpPr>
            <a:spLocks xmlns:a="http://schemas.openxmlformats.org/drawingml/2006/main" noGrp="1"/>
          </p:cNvSpPr>
          <p:nvPr/>
        </p:nvSpPr>
        <p:spPr>
          <a:xfrm xmlns:a="http://schemas.openxmlformats.org/drawingml/2006/main">
            <a:off x="1447800" y="5162550"/>
            <a:ext cx="459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66447"/>
                </a:solidFill>
                <a:latin typeface="Segoe UI"/>
                <a:ea typeface="Segoe UI"/>
                <a:cs typeface="Segoe UI"/>
              </a:defRPr>
            </a:pPr>
            <a:r>
              <a:rPr sz="2175" b="1">
                <a:solidFill>
                  <a:srgbClr val="166447"/>
                </a:solidFill>
                <a:latin typeface="Segoe UI"/>
                <a:ea typeface="Segoe UI"/>
                <a:cs typeface="Segoe UI"/>
              </a:rPr>
              <a:t>Đối chiếu ngưỡng là quy tắc</a:t>
            </a:r>
          </a:p>
        </p:txBody>
      </p:sp>
      <p:sp>
        <p:nvSpPr>
          <p:cNvPr id="21" name="!!rule-caveat">
            <a:extLst xmlns:a="http://schemas.openxmlformats.org/drawingml/2006/main">
              <a:ext uri="{FF2B5EF4-FFF2-40B4-BE49-F238E27FC236}">
                <a16:creationId xmlns:a16="http://schemas.microsoft.com/office/drawing/2014/main" id="{B77BF9E6-429B-40E8-B0D3-43B46A520A18}"/>
              </a:ext>
            </a:extLst>
          </p:cNvPr>
          <p:cNvSpPr>
            <a:spLocks xmlns:a="http://schemas.openxmlformats.org/drawingml/2006/main" noGrp="1"/>
          </p:cNvSpPr>
          <p:nvPr/>
        </p:nvSpPr>
        <p:spPr>
          <a:xfrm xmlns:a="http://schemas.openxmlformats.org/drawingml/2006/main">
            <a:off x="609600" y="5829300"/>
            <a:ext cx="5572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825525"/>
                </a:solidFill>
                <a:latin typeface="Segoe UI"/>
                <a:ea typeface="Segoe UI"/>
                <a:cs typeface="Segoe UI"/>
              </a:defRPr>
            </a:pPr>
            <a:r>
              <a:rPr sz="1725" b="0">
                <a:solidFill>
                  <a:srgbClr val="825525"/>
                </a:solidFill>
                <a:latin typeface="Segoe UI"/>
                <a:ea typeface="Segoe UI"/>
                <a:cs typeface="Segoe UI"/>
              </a:rPr>
              <a:t>Ngưỡng trong demo chưa xác minh pháp lý</a:t>
            </a:r>
          </a:p>
        </p:txBody>
      </p:sp>
      <p:sp>
        <p:nvSpPr>
          <p:cNvPr id="22" name="!!page">
            <a:extLst xmlns:a="http://schemas.openxmlformats.org/drawingml/2006/main">
              <a:ext uri="{FF2B5EF4-FFF2-40B4-BE49-F238E27FC236}">
                <a16:creationId xmlns:a16="http://schemas.microsoft.com/office/drawing/2014/main" id="{F935CFCC-753F-44EA-BD4F-48DEDCF9C40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15 / 19</a:t>
            </a:r>
          </a:p>
        </p:txBody>
      </p:sp>
      <p:sp>
        <p:nvSpPr>
          <p:cNvPr id="23" name="!!caption">
            <a:extLst xmlns:a="http://schemas.openxmlformats.org/drawingml/2006/main">
              <a:ext uri="{FF2B5EF4-FFF2-40B4-BE49-F238E27FC236}">
                <a16:creationId xmlns:a16="http://schemas.microsoft.com/office/drawing/2014/main" id="{D6DA4087-78FA-4BAE-8BF5-BD55A51086F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Mô hình tabular dùng dữ liệu synthetic</a:t>
            </a:r>
          </a:p>
        </p:txBody>
      </p:sp>
    </p:spTree>
    <p:extLst>
      <p:ext uri="{BB962C8B-B14F-4D97-AF65-F5344CB8AC3E}">
        <p14:creationId xmlns:p14="http://schemas.microsoft.com/office/powerpoint/2010/main" val="98912951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6.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38b11ac3ab4d476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CDC97E2-591B-417D-ACD4-C5E08CC3BBF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AC42F45C-8C27-4CCC-BB2F-4AC470A7FB0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MVP hiện tại</a:t>
            </a:r>
          </a:p>
        </p:txBody>
      </p:sp>
      <p:graphicFrame>
        <p:nvGraphicFramePr>
          <p:cNvPr id="12" name=""/>
          <p:cNvGraphicFramePr/>
          <p:nvPr/>
        </p:nvGraphicFramePr>
        <p:xfrm>
          <a:off xmlns:a="http://schemas.openxmlformats.org/drawingml/2006/main" x="609600" y="2114550"/>
          <a:ext xmlns:a="http://schemas.openxmlformats.org/drawingml/2006/main" cx="10896600" cy="37338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Luồng</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Hiện có</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Cần xác nhận</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Cloud</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UI, API, RLS, Google login</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Tạo lô / upload / QR trên production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Solana</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Source và local validator</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Binary Devnet khớp source hiện tại</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AI</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Classifier thử nghiệm</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Kiểm thử theo vườn/cây</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65F0D8F3-D11E-49BA-9866-9C57066DE099}"/>
              </a:ext>
            </a:extLst>
          </p:cNvPr>
          <p:cNvSpPr>
            <a:spLocks xmlns:a="http://schemas.openxmlformats.org/drawingml/2006/main" noGrp="1"/>
          </p:cNvSpPr>
          <p:nvPr/>
        </p:nvSpPr>
        <p:spPr>
          <a:xfrm xmlns:a="http://schemas.openxmlformats.org/drawingml/2006/main">
            <a:off x="609600" y="49149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mvp-next">
            <a:extLst xmlns:a="http://schemas.openxmlformats.org/drawingml/2006/main">
              <a:ext uri="{FF2B5EF4-FFF2-40B4-BE49-F238E27FC236}">
                <a16:creationId xmlns:a16="http://schemas.microsoft.com/office/drawing/2014/main" id="{696A6AC6-88E7-4B74-B87F-2F6A0A95F4BC}"/>
              </a:ext>
            </a:extLst>
          </p:cNvPr>
          <p:cNvSpPr>
            <a:spLocks xmlns:a="http://schemas.openxmlformats.org/drawingml/2006/main" noGrp="1"/>
          </p:cNvSpPr>
          <p:nvPr/>
        </p:nvSpPr>
        <p:spPr>
          <a:xfrm xmlns:a="http://schemas.openxmlformats.org/drawingml/2006/main">
            <a:off x="609600" y="60864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C8A45B"/>
                </a:solidFill>
                <a:latin typeface="Segoe UI"/>
                <a:ea typeface="Segoe UI"/>
                <a:cs typeface="Segoe UI"/>
              </a:defRPr>
            </a:pPr>
            <a:r>
              <a:rPr sz="1875" b="1">
                <a:solidFill>
                  <a:srgbClr val="C8A45B"/>
                </a:solidFill>
                <a:latin typeface="Segoe UI"/>
                <a:ea typeface="Segoe UI"/>
                <a:cs typeface="Segoe UI"/>
              </a:rPr>
              <a:t>Bước tiếp theo: kiểm chứng flow và pilot nhỏ</a:t>
            </a:r>
          </a:p>
        </p:txBody>
      </p:sp>
      <p:sp>
        <p:nvSpPr>
          <p:cNvPr id="7" name="!!page">
            <a:extLst xmlns:a="http://schemas.openxmlformats.org/drawingml/2006/main">
              <a:ext uri="{FF2B5EF4-FFF2-40B4-BE49-F238E27FC236}">
                <a16:creationId xmlns:a16="http://schemas.microsoft.com/office/drawing/2014/main" id="{34B51362-C0D7-4431-A12E-0D29608049D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16 / 19</a:t>
            </a:r>
          </a:p>
        </p:txBody>
      </p:sp>
      <p:sp>
        <p:nvSpPr>
          <p:cNvPr id="8" name="!!caption">
            <a:extLst xmlns:a="http://schemas.openxmlformats.org/drawingml/2006/main">
              <a:ext uri="{FF2B5EF4-FFF2-40B4-BE49-F238E27FC236}">
                <a16:creationId xmlns:a16="http://schemas.microsoft.com/office/drawing/2014/main" id="{2CBA6854-D63B-4536-8066-98673140B7C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Trạng thái 29/09/2026. Chưa có pilot thực địa</a:t>
            </a:r>
          </a:p>
        </p:txBody>
      </p:sp>
    </p:spTree>
    <p:extLst>
      <p:ext uri="{BB962C8B-B14F-4D97-AF65-F5344CB8AC3E}">
        <p14:creationId xmlns:p14="http://schemas.microsoft.com/office/powerpoint/2010/main" val="63908715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7.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1fb60c797b3f429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C7A8D730-FB06-4E4E-AED6-C59D68D9B00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FDCA456E-BDBE-4F6F-92A4-89FAD96F9C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Pilot với một hợp tác xã</a:t>
            </a:r>
          </a:p>
        </p:txBody>
      </p:sp>
      <p:sp>
        <p:nvSpPr>
          <p:cNvPr id="4" name="!!pilot-start-selection">
            <a:extLst xmlns:a="http://schemas.openxmlformats.org/drawingml/2006/main">
              <a:ext uri="{FF2B5EF4-FFF2-40B4-BE49-F238E27FC236}">
                <a16:creationId xmlns:a16="http://schemas.microsoft.com/office/drawing/2014/main" id="{BB66DD87-D841-4F07-B1A2-3FF723B3DE65}"/>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ilot-start-icon-0">
            <a:extLst xmlns:a="http://schemas.openxmlformats.org/drawingml/2006/main">
              <a:ext uri="{FF2B5EF4-FFF2-40B4-BE49-F238E27FC236}">
                <a16:creationId xmlns:a16="http://schemas.microsoft.com/office/drawing/2014/main" id="{CA565E7F-7304-4776-8400-32C1056D4EDE}"/>
              </a:ext>
            </a:extLst>
          </p:cNvPr>
          <p:cNvSpPr>
            <a:spLocks xmlns:a="http://schemas.openxmlformats.org/drawingml/2006/main" noGrp="1"/>
          </p:cNvSpPr>
          <p:nvPr/>
        </p:nvSpPr>
        <p:spPr>
          <a:xfrm xmlns:a="http://schemas.openxmlformats.org/drawingml/2006/main">
            <a:off x="901065" y="234791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6" name="!!pilot-start-icon-1">
            <a:extLst xmlns:a="http://schemas.openxmlformats.org/drawingml/2006/main">
              <a:ext uri="{FF2B5EF4-FFF2-40B4-BE49-F238E27FC236}">
                <a16:creationId xmlns:a16="http://schemas.microsoft.com/office/drawing/2014/main" id="{63133A5D-E4B4-4623-9F86-A1734BAD9AE1}"/>
              </a:ext>
            </a:extLst>
          </p:cNvPr>
          <p:cNvSpPr>
            <a:spLocks xmlns:a="http://schemas.openxmlformats.org/drawingml/2006/main" noGrp="1"/>
          </p:cNvSpPr>
          <p:nvPr/>
        </p:nvSpPr>
        <p:spPr>
          <a:xfrm xmlns:a="http://schemas.openxmlformats.org/drawingml/2006/main">
            <a:off x="849630" y="24893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7" name="!!pilot-start-label">
            <a:extLst xmlns:a="http://schemas.openxmlformats.org/drawingml/2006/main">
              <a:ext uri="{FF2B5EF4-FFF2-40B4-BE49-F238E27FC236}">
                <a16:creationId xmlns:a16="http://schemas.microsoft.com/office/drawing/2014/main" id="{B3AADED3-5533-4224-BE8C-996B55865D40}"/>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81643FEF-AD59-4DE1-91D9-A504E7D19C1C}"/>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ilot-measure-selection">
            <a:extLst xmlns:a="http://schemas.openxmlformats.org/drawingml/2006/main">
              <a:ext uri="{FF2B5EF4-FFF2-40B4-BE49-F238E27FC236}">
                <a16:creationId xmlns:a16="http://schemas.microsoft.com/office/drawing/2014/main" id="{E962CE5C-09BF-4686-8250-D57E1D803620}"/>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0" name="!!pilot-measure-icon-0">
            <a:extLst xmlns:a="http://schemas.openxmlformats.org/drawingml/2006/main">
              <a:ext uri="{FF2B5EF4-FFF2-40B4-BE49-F238E27FC236}">
                <a16:creationId xmlns:a16="http://schemas.microsoft.com/office/drawing/2014/main" id="{10F0826C-7FB0-4041-A2C1-C05FC98BBD55}"/>
              </a:ext>
            </a:extLst>
          </p:cNvPr>
          <p:cNvSpPr>
            <a:spLocks xmlns:a="http://schemas.openxmlformats.org/drawingml/2006/main" noGrp="1"/>
          </p:cNvSpPr>
          <p:nvPr/>
        </p:nvSpPr>
        <p:spPr>
          <a:xfrm xmlns:a="http://schemas.openxmlformats.org/drawingml/2006/main">
            <a:off x="823913" y="3586163"/>
            <a:ext cx="257175" cy="257175"/>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1" name="!!pilot-measure-icon-1">
            <a:extLst xmlns:a="http://schemas.openxmlformats.org/drawingml/2006/main">
              <a:ext uri="{FF2B5EF4-FFF2-40B4-BE49-F238E27FC236}">
                <a16:creationId xmlns:a16="http://schemas.microsoft.com/office/drawing/2014/main" id="{ED966982-A8E2-413E-A343-B7534B96A1DC}"/>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A3BCAB"/>
            </a:solidFill>
            <a:prstDash val="solid"/>
          </a:ln>
        </p:spPr>
      </p:sp>
      <p:sp>
        <p:nvSpPr>
          <p:cNvPr id="12" name="!!pilot-measure-label">
            <a:extLst xmlns:a="http://schemas.openxmlformats.org/drawingml/2006/main">
              <a:ext uri="{FF2B5EF4-FFF2-40B4-BE49-F238E27FC236}">
                <a16:creationId xmlns:a16="http://schemas.microsoft.com/office/drawing/2014/main" id="{BBC75C94-F322-43F2-9D63-DABFEADD2585}"/>
              </a:ext>
            </a:extLst>
          </p:cNvPr>
          <p:cNvSpPr>
            <a:spLocks xmlns:a="http://schemas.openxmlformats.org/drawingml/2006/main" noGrp="1"/>
          </p:cNvSpPr>
          <p:nvPr/>
        </p:nvSpPr>
        <p:spPr>
          <a:xfrm xmlns:a="http://schemas.openxmlformats.org/drawingml/2006/main">
            <a:off x="1524000" y="337185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Đo trước và sau</a:t>
            </a:r>
          </a:p>
        </p:txBody>
      </p:sp>
      <p:sp>
        <p:nvSpPr>
          <p:cNvPr id="13" name="!!pilot-measure-detail">
            <a:extLst xmlns:a="http://schemas.openxmlformats.org/drawingml/2006/main">
              <a:ext uri="{FF2B5EF4-FFF2-40B4-BE49-F238E27FC236}">
                <a16:creationId xmlns:a16="http://schemas.microsoft.com/office/drawing/2014/main" id="{CE29CEE1-9A7F-42C9-819B-1CD680FA8220}"/>
              </a:ext>
            </a:extLst>
          </p:cNvPr>
          <p:cNvSpPr>
            <a:spLocks xmlns:a="http://schemas.openxmlformats.org/drawingml/2006/main" noGrp="1"/>
          </p:cNvSpPr>
          <p:nvPr/>
        </p:nvSpPr>
        <p:spPr>
          <a:xfrm xmlns:a="http://schemas.openxmlformats.org/drawingml/2006/main">
            <a:off x="1524000" y="394335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Thời gian tìm hồ sơ, tài liệu còn thiếu</a:t>
            </a:r>
          </a:p>
        </p:txBody>
      </p:sp>
      <p:sp>
        <p:nvSpPr>
          <p:cNvPr id="14" name="!!payer-symbol-selection">
            <a:extLst xmlns:a="http://schemas.openxmlformats.org/drawingml/2006/main">
              <a:ext uri="{FF2B5EF4-FFF2-40B4-BE49-F238E27FC236}">
                <a16:creationId xmlns:a16="http://schemas.microsoft.com/office/drawing/2014/main" id="{08B75FF3-7F29-4084-A8DD-6392F80B2895}"/>
              </a:ext>
            </a:extLst>
          </p:cNvPr>
          <p:cNvSpPr>
            <a:spLocks xmlns:a="http://schemas.openxmlformats.org/drawingml/2006/main" noGrp="1"/>
          </p:cNvSpPr>
          <p:nvPr/>
        </p:nvSpPr>
        <p:spPr>
          <a:xfrm xmlns:a="http://schemas.openxmlformats.org/drawingml/2006/main">
            <a:off x="600075" y="49530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payer-symbol-icon-0">
            <a:extLst xmlns:a="http://schemas.openxmlformats.org/drawingml/2006/main">
              <a:ext uri="{FF2B5EF4-FFF2-40B4-BE49-F238E27FC236}">
                <a16:creationId xmlns:a16="http://schemas.microsoft.com/office/drawing/2014/main" id="{BE23DA3D-C2C1-4E3A-BDF6-FBF1479AE567}"/>
              </a:ext>
            </a:extLst>
          </p:cNvPr>
          <p:cNvSpPr>
            <a:spLocks xmlns:a="http://schemas.openxmlformats.org/drawingml/2006/main" noGrp="1"/>
          </p:cNvSpPr>
          <p:nvPr/>
        </p:nvSpPr>
        <p:spPr>
          <a:xfrm xmlns:a="http://schemas.openxmlformats.org/drawingml/2006/main">
            <a:off x="799147" y="5200936"/>
            <a:ext cx="325755" cy="260604"/>
          </a:xfrm>
          <a:prstGeom xmlns:a="http://schemas.openxmlformats.org/drawingml/2006/main" prst="roundRect">
            <a:avLst>
              <a:gd name="adj" fmla="val 29240"/>
            </a:avLst>
          </a:prstGeom>
          <a:noFill xmlns:a="http://schemas.openxmlformats.org/drawingml/2006/main"/>
          <a:ln xmlns:a="http://schemas.openxmlformats.org/drawingml/2006/main" w="19050">
            <a:solidFill>
              <a:srgbClr val="FFFFFF"/>
            </a:solidFill>
            <a:prstDash val="solid"/>
          </a:ln>
        </p:spPr>
      </p:sp>
      <p:sp>
        <p:nvSpPr>
          <p:cNvPr id="16" name="!!payer-symbol-icon-1">
            <a:extLst xmlns:a="http://schemas.openxmlformats.org/drawingml/2006/main">
              <a:ext uri="{FF2B5EF4-FFF2-40B4-BE49-F238E27FC236}">
                <a16:creationId xmlns:a16="http://schemas.microsoft.com/office/drawing/2014/main" id="{B1B0001B-07EF-4366-A9E0-F851E51DD4D1}"/>
              </a:ext>
            </a:extLst>
          </p:cNvPr>
          <p:cNvSpPr>
            <a:spLocks xmlns:a="http://schemas.openxmlformats.org/drawingml/2006/main" noGrp="1"/>
          </p:cNvSpPr>
          <p:nvPr/>
        </p:nvSpPr>
        <p:spPr>
          <a:xfrm xmlns:a="http://schemas.openxmlformats.org/drawingml/2006/main">
            <a:off x="1010888" y="5298662"/>
            <a:ext cx="114014" cy="97727"/>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7" name="!!payer-symbol-icon-2">
            <a:extLst xmlns:a="http://schemas.openxmlformats.org/drawingml/2006/main">
              <a:ext uri="{FF2B5EF4-FFF2-40B4-BE49-F238E27FC236}">
                <a16:creationId xmlns:a16="http://schemas.microsoft.com/office/drawing/2014/main" id="{5228A420-DFB9-48F4-9108-62D5012EF895}"/>
              </a:ext>
            </a:extLst>
          </p:cNvPr>
          <p:cNvSpPr>
            <a:spLocks xmlns:a="http://schemas.openxmlformats.org/drawingml/2006/main" noGrp="1"/>
          </p:cNvSpPr>
          <p:nvPr/>
        </p:nvSpPr>
        <p:spPr>
          <a:xfrm xmlns:a="http://schemas.openxmlformats.org/drawingml/2006/main">
            <a:off x="1043464" y="5331238"/>
            <a:ext cx="32576" cy="32576"/>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8" name="!!payer">
            <a:extLst xmlns:a="http://schemas.openxmlformats.org/drawingml/2006/main">
              <a:ext uri="{FF2B5EF4-FFF2-40B4-BE49-F238E27FC236}">
                <a16:creationId xmlns:a16="http://schemas.microsoft.com/office/drawing/2014/main" id="{93A40949-8097-434D-AB6D-9C653EF7C8D7}"/>
              </a:ext>
            </a:extLst>
          </p:cNvPr>
          <p:cNvSpPr>
            <a:spLocks xmlns:a="http://schemas.openxmlformats.org/drawingml/2006/main" noGrp="1"/>
          </p:cNvSpPr>
          <p:nvPr/>
        </p:nvSpPr>
        <p:spPr>
          <a:xfrm xmlns:a="http://schemas.openxmlformats.org/drawingml/2006/main">
            <a:off x="1524000" y="4972050"/>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C8A45B"/>
                </a:solidFill>
                <a:latin typeface="Segoe UI"/>
                <a:ea typeface="Segoe UI"/>
                <a:cs typeface="Segoe UI"/>
              </a:defRPr>
            </a:pPr>
            <a:r>
              <a:rPr sz="2550" b="1">
                <a:solidFill>
                  <a:srgbClr val="C8A45B"/>
                </a:solidFill>
                <a:latin typeface="Segoe UI"/>
                <a:ea typeface="Segoe UI"/>
                <a:cs typeface="Segoe UI"/>
              </a:rPr>
              <a:t>Giả thuyết trả phí</a:t>
            </a:r>
          </a:p>
        </p:txBody>
      </p:sp>
      <p:sp>
        <p:nvSpPr>
          <p:cNvPr id="19" name="!!payer-detail">
            <a:extLst xmlns:a="http://schemas.openxmlformats.org/drawingml/2006/main">
              <a:ext uri="{FF2B5EF4-FFF2-40B4-BE49-F238E27FC236}">
                <a16:creationId xmlns:a16="http://schemas.microsoft.com/office/drawing/2014/main" id="{8DA82F7A-6A59-4DA9-B2C1-E3D31C0FD748}"/>
              </a:ext>
            </a:extLst>
          </p:cNvPr>
          <p:cNvSpPr>
            <a:spLocks xmlns:a="http://schemas.openxmlformats.org/drawingml/2006/main" noGrp="1"/>
          </p:cNvSpPr>
          <p:nvPr/>
        </p:nvSpPr>
        <p:spPr>
          <a:xfrm xmlns:a="http://schemas.openxmlformats.org/drawingml/2006/main">
            <a:off x="1524000" y="5572125"/>
            <a:ext cx="4362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F4F1E8"/>
                </a:solidFill>
                <a:latin typeface="Segoe UI"/>
                <a:ea typeface="Segoe UI"/>
                <a:cs typeface="Segoe UI"/>
              </a:defRPr>
            </a:pPr>
            <a:r>
              <a:rPr sz="1800" b="0">
                <a:solidFill>
                  <a:srgbClr val="F4F1E8"/>
                </a:solidFill>
                <a:latin typeface="Segoe UI"/>
                <a:ea typeface="Segoe UI"/>
                <a:cs typeface="Segoe UI"/>
              </a:rPr>
              <a:t>HTX trả phí workspace nếu pilot hữu ích</a:t>
            </a:r>
          </a:p>
        </p:txBody>
      </p:sp>
      <p:sp>
        <p:nvSpPr>
          <p:cNvPr id="20" name="!!page">
            <a:extLst xmlns:a="http://schemas.openxmlformats.org/drawingml/2006/main">
              <a:ext uri="{FF2B5EF4-FFF2-40B4-BE49-F238E27FC236}">
                <a16:creationId xmlns:a16="http://schemas.microsoft.com/office/drawing/2014/main" id="{F648EFDF-5D5E-4B1D-9615-20F6508B6A5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17 / 19</a:t>
            </a:r>
          </a:p>
        </p:txBody>
      </p:sp>
      <p:sp>
        <p:nvSpPr>
          <p:cNvPr id="21" name="!!caption">
            <a:extLst xmlns:a="http://schemas.openxmlformats.org/drawingml/2006/main">
              <a:ext uri="{FF2B5EF4-FFF2-40B4-BE49-F238E27FC236}">
                <a16:creationId xmlns:a16="http://schemas.microsoft.com/office/drawing/2014/main" id="{C34CFB29-F6C1-4700-B35E-303EA94D0A4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26661298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3" name="!!backdrop"/>
          <p:cNvPicPr>
            <a:picLocks xmlns:a="http://schemas.openxmlformats.org/drawingml/2006/main" noChangeAspect="1"/>
          </p:cNvPicPr>
          <p:nvPr/>
        </p:nvPicPr>
        <p:blipFill>
          <a:blip xmlns:r="http://schemas.openxmlformats.org/officeDocument/2006/relationships" xmlns:a="http://schemas.openxmlformats.org/drawingml/2006/main" r:embed="Re2eae32bf9744ee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3FBDA18-A64B-481D-8FA6-8C2CC03E7D7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bước phát triển tiếp theo</a:t>
            </a:r>
          </a:p>
        </p:txBody>
      </p:sp>
      <p:sp>
        <p:nvSpPr>
          <p:cNvPr id="3" name="!!next-0-selection">
            <a:extLst xmlns:a="http://schemas.openxmlformats.org/drawingml/2006/main">
              <a:ext uri="{FF2B5EF4-FFF2-40B4-BE49-F238E27FC236}">
                <a16:creationId xmlns:a16="http://schemas.microsoft.com/office/drawing/2014/main" id="{B7B440DD-9C0A-4C61-9A93-D006B114A608}"/>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next-0-icon-0">
            <a:extLst xmlns:a="http://schemas.openxmlformats.org/drawingml/2006/main">
              <a:ext uri="{FF2B5EF4-FFF2-40B4-BE49-F238E27FC236}">
                <a16:creationId xmlns:a16="http://schemas.microsoft.com/office/drawing/2014/main" id="{313FDD19-18EA-4015-B1D4-8DE3235CF89F}"/>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166447"/>
            </a:solidFill>
            <a:prstDash val="solid"/>
          </a:ln>
        </p:spPr>
      </p:sp>
      <p:sp>
        <p:nvSpPr>
          <p:cNvPr id="5" name="!!next-0-icon-1">
            <a:extLst xmlns:a="http://schemas.openxmlformats.org/drawingml/2006/main">
              <a:ext uri="{FF2B5EF4-FFF2-40B4-BE49-F238E27FC236}">
                <a16:creationId xmlns:a16="http://schemas.microsoft.com/office/drawing/2014/main" id="{6F59683D-760F-48E1-A2C5-3C32BC42073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166447"/>
            </a:solidFill>
            <a:prstDash val="solid"/>
          </a:ln>
        </p:spPr>
      </p:sp>
      <p:sp>
        <p:nvSpPr>
          <p:cNvPr id="6" name="!!next-0-icon-2">
            <a:extLst xmlns:a="http://schemas.openxmlformats.org/drawingml/2006/main">
              <a:ext uri="{FF2B5EF4-FFF2-40B4-BE49-F238E27FC236}">
                <a16:creationId xmlns:a16="http://schemas.microsoft.com/office/drawing/2014/main" id="{4ED5CDE6-3F96-4A1D-BC7E-1B17F83F6C67}"/>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166447"/>
            </a:solidFill>
            <a:prstDash val="solid"/>
          </a:ln>
        </p:spPr>
      </p:sp>
      <p:sp>
        <p:nvSpPr>
          <p:cNvPr id="7" name="!!next-0-icon-3">
            <a:extLst xmlns:a="http://schemas.openxmlformats.org/drawingml/2006/main">
              <a:ext uri="{FF2B5EF4-FFF2-40B4-BE49-F238E27FC236}">
                <a16:creationId xmlns:a16="http://schemas.microsoft.com/office/drawing/2014/main" id="{EB163C6C-6CF7-482A-A702-A799832F38E9}"/>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166447"/>
            </a:solidFill>
            <a:prstDash val="solid"/>
          </a:ln>
        </p:spPr>
      </p:sp>
      <p:sp>
        <p:nvSpPr>
          <p:cNvPr id="8" name="!!next-0-icon-4">
            <a:extLst xmlns:a="http://schemas.openxmlformats.org/drawingml/2006/main">
              <a:ext uri="{FF2B5EF4-FFF2-40B4-BE49-F238E27FC236}">
                <a16:creationId xmlns:a16="http://schemas.microsoft.com/office/drawing/2014/main" id="{6224E839-9666-417D-A880-1A134F503D4F}"/>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166447"/>
            </a:solidFill>
            <a:prstDash val="solid"/>
          </a:ln>
        </p:spPr>
      </p:sp>
      <p:sp>
        <p:nvSpPr>
          <p:cNvPr id="9" name="!!next-0-label">
            <a:extLst xmlns:a="http://schemas.openxmlformats.org/drawingml/2006/main">
              <a:ext uri="{FF2B5EF4-FFF2-40B4-BE49-F238E27FC236}">
                <a16:creationId xmlns:a16="http://schemas.microsoft.com/office/drawing/2014/main" id="{B32EB303-49C9-4B08-B3D8-18F8CF0AEFC6}"/>
              </a:ext>
            </a:extLst>
          </p:cNvPr>
          <p:cNvSpPr>
            <a:spLocks xmlns:a="http://schemas.openxmlformats.org/drawingml/2006/main" noGrp="1"/>
          </p:cNvSpPr>
          <p:nvPr/>
        </p:nvSpPr>
        <p:spPr>
          <a:xfrm xmlns:a="http://schemas.openxmlformats.org/drawingml/2006/main">
            <a:off x="1524000" y="213360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1. Kiểm thử flow production</a:t>
            </a:r>
          </a:p>
        </p:txBody>
      </p:sp>
      <p:sp>
        <p:nvSpPr>
          <p:cNvPr id="10" name="!!next-0-detail">
            <a:extLst xmlns:a="http://schemas.openxmlformats.org/drawingml/2006/main">
              <a:ext uri="{FF2B5EF4-FFF2-40B4-BE49-F238E27FC236}">
                <a16:creationId xmlns:a16="http://schemas.microsoft.com/office/drawing/2014/main" id="{5F4A07F4-13D8-4A49-ACD0-42051AD4B445}"/>
              </a:ext>
            </a:extLst>
          </p:cNvPr>
          <p:cNvSpPr>
            <a:spLocks xmlns:a="http://schemas.openxmlformats.org/drawingml/2006/main" noGrp="1"/>
          </p:cNvSpPr>
          <p:nvPr/>
        </p:nvSpPr>
        <p:spPr>
          <a:xfrm xmlns:a="http://schemas.openxmlformats.org/drawingml/2006/main">
            <a:off x="1524000" y="270510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Hai tài khoản và một phiên ẩn danh</a:t>
            </a:r>
          </a:p>
        </p:txBody>
      </p:sp>
      <p:sp>
        <p:nvSpPr>
          <p:cNvPr id="11" name="!!next-1-selection">
            <a:extLst xmlns:a="http://schemas.openxmlformats.org/drawingml/2006/main">
              <a:ext uri="{FF2B5EF4-FFF2-40B4-BE49-F238E27FC236}">
                <a16:creationId xmlns:a16="http://schemas.microsoft.com/office/drawing/2014/main" id="{2428C988-E13E-41E2-98FD-9DE77E335AD8}"/>
              </a:ext>
            </a:extLst>
          </p:cNvPr>
          <p:cNvSpPr>
            <a:spLocks xmlns:a="http://schemas.openxmlformats.org/drawingml/2006/main" noGrp="1"/>
          </p:cNvSpPr>
          <p:nvPr/>
        </p:nvSpPr>
        <p:spPr>
          <a:xfrm xmlns:a="http://schemas.openxmlformats.org/drawingml/2006/main">
            <a:off x="666750" y="340042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next-1-icon-0">
            <a:extLst xmlns:a="http://schemas.openxmlformats.org/drawingml/2006/main">
              <a:ext uri="{FF2B5EF4-FFF2-40B4-BE49-F238E27FC236}">
                <a16:creationId xmlns:a16="http://schemas.microsoft.com/office/drawing/2014/main" id="{233641A4-3BB3-49F9-8375-2E8391C2ED23}"/>
              </a:ext>
            </a:extLst>
          </p:cNvPr>
          <p:cNvSpPr>
            <a:spLocks xmlns:a="http://schemas.openxmlformats.org/drawingml/2006/main" noGrp="1"/>
          </p:cNvSpPr>
          <p:nvPr/>
        </p:nvSpPr>
        <p:spPr>
          <a:xfrm xmlns:a="http://schemas.openxmlformats.org/drawingml/2006/main">
            <a:off x="901065" y="3557588"/>
            <a:ext cx="102870" cy="102870"/>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3" name="!!next-1-icon-1">
            <a:extLst xmlns:a="http://schemas.openxmlformats.org/drawingml/2006/main">
              <a:ext uri="{FF2B5EF4-FFF2-40B4-BE49-F238E27FC236}">
                <a16:creationId xmlns:a16="http://schemas.microsoft.com/office/drawing/2014/main" id="{7C5C8BA8-0488-4010-8C83-851E21ADE2C6}"/>
              </a:ext>
            </a:extLst>
          </p:cNvPr>
          <p:cNvSpPr>
            <a:spLocks xmlns:a="http://schemas.openxmlformats.org/drawingml/2006/main" noGrp="1"/>
          </p:cNvSpPr>
          <p:nvPr/>
        </p:nvSpPr>
        <p:spPr>
          <a:xfrm xmlns:a="http://schemas.openxmlformats.org/drawingml/2006/main">
            <a:off x="849630" y="3699034"/>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66447"/>
            </a:solidFill>
            <a:prstDash val="solid"/>
          </a:ln>
        </p:spPr>
      </p:sp>
      <p:sp>
        <p:nvSpPr>
          <p:cNvPr id="14" name="!!next-1-label">
            <a:extLst xmlns:a="http://schemas.openxmlformats.org/drawingml/2006/main">
              <a:ext uri="{FF2B5EF4-FFF2-40B4-BE49-F238E27FC236}">
                <a16:creationId xmlns:a16="http://schemas.microsoft.com/office/drawing/2014/main" id="{CF603A27-3F60-4C21-9DF5-551EBB5080B3}"/>
              </a:ext>
            </a:extLst>
          </p:cNvPr>
          <p:cNvSpPr>
            <a:spLocks xmlns:a="http://schemas.openxmlformats.org/drawingml/2006/main" noGrp="1"/>
          </p:cNvSpPr>
          <p:nvPr/>
        </p:nvSpPr>
        <p:spPr>
          <a:xfrm xmlns:a="http://schemas.openxmlformats.org/drawingml/2006/main">
            <a:off x="1524000" y="3343275"/>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2. Pilot với người dùng thật</a:t>
            </a:r>
          </a:p>
        </p:txBody>
      </p:sp>
      <p:sp>
        <p:nvSpPr>
          <p:cNvPr id="15" name="!!next-1-detail">
            <a:extLst xmlns:a="http://schemas.openxmlformats.org/drawingml/2006/main">
              <a:ext uri="{FF2B5EF4-FFF2-40B4-BE49-F238E27FC236}">
                <a16:creationId xmlns:a16="http://schemas.microsoft.com/office/drawing/2014/main" id="{9A5B6066-D7A5-41BB-A3A4-9EC3DF7D9859}"/>
              </a:ext>
            </a:extLst>
          </p:cNvPr>
          <p:cNvSpPr>
            <a:spLocks xmlns:a="http://schemas.openxmlformats.org/drawingml/2006/main" noGrp="1"/>
          </p:cNvSpPr>
          <p:nvPr/>
        </p:nvSpPr>
        <p:spPr>
          <a:xfrm xmlns:a="http://schemas.openxmlformats.org/drawingml/2006/main">
            <a:off x="1524000" y="3914775"/>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Xác nhận công việc và tiêu chí đo</a:t>
            </a:r>
          </a:p>
        </p:txBody>
      </p:sp>
      <p:sp>
        <p:nvSpPr>
          <p:cNvPr id="16" name="!!next-2-selection">
            <a:extLst xmlns:a="http://schemas.openxmlformats.org/drawingml/2006/main">
              <a:ext uri="{FF2B5EF4-FFF2-40B4-BE49-F238E27FC236}">
                <a16:creationId xmlns:a16="http://schemas.microsoft.com/office/drawing/2014/main" id="{39D0C219-94ED-4699-8C36-70BA77F1DA6E}"/>
              </a:ext>
            </a:extLst>
          </p:cNvPr>
          <p:cNvSpPr>
            <a:spLocks xmlns:a="http://schemas.openxmlformats.org/drawingml/2006/main" noGrp="1"/>
          </p:cNvSpPr>
          <p:nvPr/>
        </p:nvSpPr>
        <p:spPr>
          <a:xfrm xmlns:a="http://schemas.openxmlformats.org/drawingml/2006/main">
            <a:off x="590550" y="45339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7" name="!!next-2-icon-0">
            <a:extLst xmlns:a="http://schemas.openxmlformats.org/drawingml/2006/main">
              <a:ext uri="{FF2B5EF4-FFF2-40B4-BE49-F238E27FC236}">
                <a16:creationId xmlns:a16="http://schemas.microsoft.com/office/drawing/2014/main" id="{F084A78C-86C5-41C3-82DA-82AA1F58A458}"/>
              </a:ext>
            </a:extLst>
          </p:cNvPr>
          <p:cNvSpPr>
            <a:spLocks xmlns:a="http://schemas.openxmlformats.org/drawingml/2006/main" noGrp="1"/>
          </p:cNvSpPr>
          <p:nvPr/>
        </p:nvSpPr>
        <p:spPr>
          <a:xfrm xmlns:a="http://schemas.openxmlformats.org/drawingml/2006/main">
            <a:off x="789622" y="4732973"/>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8" name="!!next-2-icon-1">
            <a:extLst xmlns:a="http://schemas.openxmlformats.org/drawingml/2006/main">
              <a:ext uri="{FF2B5EF4-FFF2-40B4-BE49-F238E27FC236}">
                <a16:creationId xmlns:a16="http://schemas.microsoft.com/office/drawing/2014/main" id="{2565713A-44D3-4142-A6D8-16B1E9E4FA61}"/>
              </a:ext>
            </a:extLst>
          </p:cNvPr>
          <p:cNvSpPr>
            <a:spLocks xmlns:a="http://schemas.openxmlformats.org/drawingml/2006/main" noGrp="1"/>
          </p:cNvSpPr>
          <p:nvPr/>
        </p:nvSpPr>
        <p:spPr>
          <a:xfrm xmlns:a="http://schemas.openxmlformats.org/drawingml/2006/main">
            <a:off x="757047" y="4700397"/>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9" name="!!next-2-label">
            <a:extLst xmlns:a="http://schemas.openxmlformats.org/drawingml/2006/main">
              <a:ext uri="{FF2B5EF4-FFF2-40B4-BE49-F238E27FC236}">
                <a16:creationId xmlns:a16="http://schemas.microsoft.com/office/drawing/2014/main" id="{C21E1175-CBCA-43B8-83CC-5DFD21B19596}"/>
              </a:ext>
            </a:extLst>
          </p:cNvPr>
          <p:cNvSpPr>
            <a:spLocks xmlns:a="http://schemas.openxmlformats.org/drawingml/2006/main" noGrp="1"/>
          </p:cNvSpPr>
          <p:nvPr/>
        </p:nvSpPr>
        <p:spPr>
          <a:xfrm xmlns:a="http://schemas.openxmlformats.org/drawingml/2006/main">
            <a:off x="1524000" y="455295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3. Xác minh nguồn bằng chứng</a:t>
            </a:r>
          </a:p>
        </p:txBody>
      </p:sp>
      <p:sp>
        <p:nvSpPr>
          <p:cNvPr id="20" name="!!next-2-detail">
            <a:extLst xmlns:a="http://schemas.openxmlformats.org/drawingml/2006/main">
              <a:ext uri="{FF2B5EF4-FFF2-40B4-BE49-F238E27FC236}">
                <a16:creationId xmlns:a16="http://schemas.microsoft.com/office/drawing/2014/main" id="{EAA96D47-0BB7-454B-8F14-F5FF13C01961}"/>
              </a:ext>
            </a:extLst>
          </p:cNvPr>
          <p:cNvSpPr>
            <a:spLocks xmlns:a="http://schemas.openxmlformats.org/drawingml/2006/main" noGrp="1"/>
          </p:cNvSpPr>
          <p:nvPr/>
        </p:nvSpPr>
        <p:spPr>
          <a:xfrm xmlns:a="http://schemas.openxmlformats.org/drawingml/2006/main">
            <a:off x="1524000" y="512445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Đối tác lab, attestation và dữ liệu AI</a:t>
            </a:r>
          </a:p>
        </p:txBody>
      </p:sp>
      <p:sp>
        <p:nvSpPr>
          <p:cNvPr id="21" name="!!page">
            <a:extLst xmlns:a="http://schemas.openxmlformats.org/drawingml/2006/main">
              <a:ext uri="{FF2B5EF4-FFF2-40B4-BE49-F238E27FC236}">
                <a16:creationId xmlns:a16="http://schemas.microsoft.com/office/drawing/2014/main" id="{B9440454-B664-47AC-B531-40EC0CDDBFD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18 / 19</a:t>
            </a:r>
          </a:p>
        </p:txBody>
      </p:sp>
      <p:sp>
        <p:nvSpPr>
          <p:cNvPr id="22" name="!!caption">
            <a:extLst xmlns:a="http://schemas.openxmlformats.org/drawingml/2006/main">
              <a:ext uri="{FF2B5EF4-FFF2-40B4-BE49-F238E27FC236}">
                <a16:creationId xmlns:a16="http://schemas.microsoft.com/office/drawing/2014/main" id="{C0381A45-4D6C-4DE8-A086-C446E53B234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Roadmap đề xuất, chưa phải tính năng đã triển khai</a:t>
            </a:r>
          </a:p>
        </p:txBody>
      </p:sp>
    </p:spTree>
    <p:extLst>
      <p:ext uri="{BB962C8B-B14F-4D97-AF65-F5344CB8AC3E}">
        <p14:creationId xmlns:p14="http://schemas.microsoft.com/office/powerpoint/2010/main" val="160097585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fd62107fc4d24a5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losing-brand">
            <a:extLst xmlns:a="http://schemas.openxmlformats.org/drawingml/2006/main">
              <a:ext uri="{FF2B5EF4-FFF2-40B4-BE49-F238E27FC236}">
                <a16:creationId xmlns:a16="http://schemas.microsoft.com/office/drawing/2014/main" id="{40C3DCCC-F84F-43F5-A1EA-55DDDB27BE6C}"/>
              </a:ext>
            </a:extLst>
          </p:cNvPr>
          <p:cNvSpPr>
            <a:spLocks xmlns:a="http://schemas.openxmlformats.org/drawingml/2006/main" noGrp="1"/>
          </p:cNvSpPr>
          <p:nvPr/>
        </p:nvSpPr>
        <p:spPr>
          <a:xfrm xmlns:a="http://schemas.openxmlformats.org/drawingml/2006/main">
            <a:off x="609600" y="1838325"/>
            <a:ext cx="685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250" b="1">
                <a:solidFill>
                  <a:srgbClr val="F4F1E8"/>
                </a:solidFill>
                <a:latin typeface="Segoe UI"/>
                <a:ea typeface="Segoe UI"/>
                <a:cs typeface="Segoe UI"/>
              </a:defRPr>
            </a:pPr>
            <a:r>
              <a:rPr sz="5250" b="1">
                <a:solidFill>
                  <a:srgbClr val="F4F1E8"/>
                </a:solidFill>
                <a:latin typeface="Segoe UI"/>
                <a:ea typeface="Segoe UI"/>
                <a:cs typeface="Segoe UI"/>
              </a:rPr>
              <a:t>DurianTrust</a:t>
            </a:r>
          </a:p>
        </p:txBody>
      </p:sp>
      <p:sp>
        <p:nvSpPr>
          <p:cNvPr id="3" name="!!closing-line">
            <a:extLst xmlns:a="http://schemas.openxmlformats.org/drawingml/2006/main">
              <a:ext uri="{FF2B5EF4-FFF2-40B4-BE49-F238E27FC236}">
                <a16:creationId xmlns:a16="http://schemas.microsoft.com/office/drawing/2014/main" id="{39A50B97-0822-4558-9957-9F0B95328E4C}"/>
              </a:ext>
            </a:extLst>
          </p:cNvPr>
          <p:cNvSpPr>
            <a:spLocks xmlns:a="http://schemas.openxmlformats.org/drawingml/2006/main" noGrp="1"/>
          </p:cNvSpPr>
          <p:nvPr/>
        </p:nvSpPr>
        <p:spPr>
          <a:xfrm xmlns:a="http://schemas.openxmlformats.org/drawingml/2006/main">
            <a:off x="609600" y="3105150"/>
            <a:ext cx="609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0">
                <a:solidFill>
                  <a:srgbClr val="F4F1E8"/>
                </a:solidFill>
                <a:latin typeface="Segoe UI"/>
                <a:ea typeface="Segoe UI"/>
                <a:cs typeface="Segoe UI"/>
              </a:defRPr>
            </a:pPr>
            <a:r>
              <a:rPr sz="2625" b="0">
                <a:solidFill>
                  <a:srgbClr val="F4F1E8"/>
                </a:solidFill>
                <a:latin typeface="Segoe UI"/>
                <a:ea typeface="Segoe UI"/>
                <a:cs typeface="Segoe UI"/>
              </a:rPr>
              <a:t>Hồ sơ lô để các bên cùng đối chiếu</a:t>
            </a:r>
          </a:p>
        </p:txBody>
      </p:sp>
      <p:pic>
        <p:nvPicPr>
          <p:cNvPr id="12" name="!!close-qr"/>
          <p:cNvPicPr>
            <a:picLocks xmlns:a="http://schemas.openxmlformats.org/drawingml/2006/main" noChangeAspect="1"/>
          </p:cNvPicPr>
          <p:nvPr/>
        </p:nvPicPr>
        <p:blipFill>
          <a:blip xmlns:r="http://schemas.openxmlformats.org/officeDocument/2006/relationships" xmlns:a="http://schemas.openxmlformats.org/drawingml/2006/main" r:embed="R3ad24ff9762f465e"/>
          <a:stretch xmlns:a="http://schemas.openxmlformats.org/drawingml/2006/main"/>
        </p:blipFill>
        <p:spPr>
          <a:xfrm xmlns:a="http://schemas.openxmlformats.org/drawingml/2006/main">
            <a:off x="9039225" y="2981325"/>
            <a:ext cx="2371725" cy="2371725"/>
          </a:xfrm>
          <a:prstGeom xmlns:a="http://schemas.openxmlformats.org/drawingml/2006/main" prst="rect">
            <a:avLst/>
          </a:prstGeom>
        </p:spPr>
      </p:pic>
      <p:sp>
        <p:nvSpPr>
          <p:cNvPr id="5" name="!!website">
            <a:extLst xmlns:a="http://schemas.openxmlformats.org/drawingml/2006/main">
              <a:ext uri="{FF2B5EF4-FFF2-40B4-BE49-F238E27FC236}">
                <a16:creationId xmlns:a16="http://schemas.microsoft.com/office/drawing/2014/main" id="{1C56BB14-FC3F-4BF0-A25A-1A7658FE8117}"/>
              </a:ext>
            </a:extLst>
          </p:cNvPr>
          <p:cNvSpPr>
            <a:spLocks xmlns:a="http://schemas.openxmlformats.org/drawingml/2006/main" noGrp="1"/>
          </p:cNvSpPr>
          <p:nvPr/>
        </p:nvSpPr>
        <p:spPr>
          <a:xfrm xmlns:a="http://schemas.openxmlformats.org/drawingml/2006/main">
            <a:off x="609600" y="4714875"/>
            <a:ext cx="609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C8A45B"/>
                </a:solidFill>
                <a:latin typeface="Segoe UI"/>
                <a:ea typeface="Segoe UI"/>
                <a:cs typeface="Segoe UI"/>
              </a:defRPr>
            </a:pPr>
            <a:r>
              <a:rPr sz="2175" b="1">
                <a:solidFill>
                  <a:srgbClr val="C8A45B"/>
                </a:solidFill>
                <a:latin typeface="Segoe UI"/>
                <a:ea typeface="Segoe UI"/>
                <a:cs typeface="Segoe UI"/>
                <a:hlinkClick xmlns:r="http://schemas.openxmlformats.org/officeDocument/2006/relationships" r:id="R507fcded5dbc4481"/>
              </a:rPr>
              <a:t>durian-web3.vercel.app</a:t>
            </a:r>
          </a:p>
        </p:txBody>
      </p:sp>
      <p:sp>
        <p:nvSpPr>
          <p:cNvPr id="6" name="!!repository">
            <a:extLst xmlns:a="http://schemas.openxmlformats.org/drawingml/2006/main">
              <a:ext uri="{FF2B5EF4-FFF2-40B4-BE49-F238E27FC236}">
                <a16:creationId xmlns:a16="http://schemas.microsoft.com/office/drawing/2014/main" id="{94874AB4-129E-4533-85FC-D6B5A99FB967}"/>
              </a:ext>
            </a:extLst>
          </p:cNvPr>
          <p:cNvSpPr>
            <a:spLocks xmlns:a="http://schemas.openxmlformats.org/drawingml/2006/main" noGrp="1"/>
          </p:cNvSpPr>
          <p:nvPr/>
        </p:nvSpPr>
        <p:spPr>
          <a:xfrm xmlns:a="http://schemas.openxmlformats.org/drawingml/2006/main">
            <a:off x="609600" y="5295900"/>
            <a:ext cx="716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950" b="0">
                <a:solidFill>
                  <a:srgbClr val="F4F1E8"/>
                </a:solidFill>
                <a:latin typeface="Segoe UI"/>
                <a:ea typeface="Segoe UI"/>
                <a:cs typeface="Segoe UI"/>
              </a:defRPr>
            </a:pPr>
            <a:r>
              <a:rPr sz="1950" b="0">
                <a:solidFill>
                  <a:srgbClr val="F4F1E8"/>
                </a:solidFill>
                <a:latin typeface="Segoe UI"/>
                <a:ea typeface="Segoe UI"/>
                <a:cs typeface="Segoe UI"/>
                <a:hlinkClick xmlns:r="http://schemas.openxmlformats.org/officeDocument/2006/relationships" r:id="R98a31706a1d14fcf"/>
              </a:rPr>
              <a:t>GitHub: vinhelysia / DurainCheckerDemo</a:t>
            </a:r>
          </a:p>
        </p:txBody>
      </p:sp>
      <p:sp>
        <p:nvSpPr>
          <p:cNvPr id="7" name="!!page">
            <a:extLst xmlns:a="http://schemas.openxmlformats.org/drawingml/2006/main">
              <a:ext uri="{FF2B5EF4-FFF2-40B4-BE49-F238E27FC236}">
                <a16:creationId xmlns:a16="http://schemas.microsoft.com/office/drawing/2014/main" id="{217EA964-7D4B-41EA-B22C-44949ADC832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19 / 19</a:t>
            </a:r>
          </a:p>
        </p:txBody>
      </p:sp>
      <p:sp>
        <p:nvSpPr>
          <p:cNvPr id="8" name="!!caption">
            <a:extLst xmlns:a="http://schemas.openxmlformats.org/drawingml/2006/main">
              <a:ext uri="{FF2B5EF4-FFF2-40B4-BE49-F238E27FC236}">
                <a16:creationId xmlns:a16="http://schemas.microsoft.com/office/drawing/2014/main" id="{CF35A46F-7764-4770-BEFD-C234E0719A2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minh họa trên website</a:t>
            </a:r>
          </a:p>
        </p:txBody>
      </p:sp>
    </p:spTree>
    <p:extLst>
      <p:ext uri="{BB962C8B-B14F-4D97-AF65-F5344CB8AC3E}">
        <p14:creationId xmlns:p14="http://schemas.microsoft.com/office/powerpoint/2010/main" val="96150293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38b11ac3ab4d476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CDC97E2-591B-417D-ACD4-C5E08CC3BBF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AC42F45C-8C27-4CCC-BB2F-4AC470A7FB0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Phụ lục: đánh giá AI ảnh lá</a:t>
            </a:r>
          </a:p>
        </p:txBody>
      </p:sp>
      <p:graphicFrame>
        <p:nvGraphicFramePr>
          <p:cNvPr id="12" name=""/>
          <p:cNvGraphicFramePr/>
          <p:nvPr/>
        </p:nvGraphicFramePr>
        <p:xfrm>
          <a:off xmlns:a="http://schemas.openxmlformats.org/drawingml/2006/main" x="609600" y="2114550"/>
          <a:ext xmlns:a="http://schemas.openxmlformats.org/drawingml/2006/main" cx="10896600" cy="37338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Model</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Tập kiểm tra</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Accuracy</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Model cũ</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DurianLDD: 5 nhãn, 889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85,38% (cùng nguồn)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Model cũ</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Mendeley: 3 nhãn, 202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39,6% · Phomopsis 0/59</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Colab</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Mendeley: cùng 202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35,6% · chưa promote</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65F0D8F3-D11E-49BA-9866-9C57066DE099}"/>
              </a:ext>
            </a:extLst>
          </p:cNvPr>
          <p:cNvSpPr>
            <a:spLocks xmlns:a="http://schemas.openxmlformats.org/drawingml/2006/main" noGrp="1"/>
          </p:cNvSpPr>
          <p:nvPr/>
        </p:nvSpPr>
        <p:spPr>
          <a:xfrm xmlns:a="http://schemas.openxmlformats.org/drawingml/2006/main">
            <a:off x="609600" y="49149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mvp-next">
            <a:extLst xmlns:a="http://schemas.openxmlformats.org/drawingml/2006/main">
              <a:ext uri="{FF2B5EF4-FFF2-40B4-BE49-F238E27FC236}">
                <a16:creationId xmlns:a16="http://schemas.microsoft.com/office/drawing/2014/main" id="{696A6AC6-88E7-4B74-B87F-2F6A0A95F4BC}"/>
              </a:ext>
            </a:extLst>
          </p:cNvPr>
          <p:cNvSpPr>
            <a:spLocks xmlns:a="http://schemas.openxmlformats.org/drawingml/2006/main" noGrp="1"/>
          </p:cNvSpPr>
          <p:nvPr/>
        </p:nvSpPr>
        <p:spPr>
          <a:xfrm xmlns:a="http://schemas.openxmlformats.org/drawingml/2006/main">
            <a:off x="609600" y="60864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C8A45B"/>
                </a:solidFill>
                <a:latin typeface="Segoe UI"/>
                <a:ea typeface="Segoe UI"/>
                <a:cs typeface="Segoe UI"/>
              </a:defRPr>
            </a:pPr>
            <a:r>
              <a:rPr sz="1800" b="1">
                <a:solidFill>
                  <a:srgbClr val="C8A45B"/>
                </a:solidFill>
                <a:latin typeface="Segoe UI"/>
                <a:ea typeface="Segoe UI"/>
                <a:cs typeface="Segoe UI"/>
              </a:rPr>
              <a:t>Chưa có field test theo vườn/cây; training model cũ chưa rõ</a:t>
            </a:r>
          </a:p>
        </p:txBody>
      </p:sp>
      <p:sp>
        <p:nvSpPr>
          <p:cNvPr id="7" name="!!page">
            <a:extLst xmlns:a="http://schemas.openxmlformats.org/drawingml/2006/main">
              <a:ext uri="{FF2B5EF4-FFF2-40B4-BE49-F238E27FC236}">
                <a16:creationId xmlns:a16="http://schemas.microsoft.com/office/drawing/2014/main" id="{34B51362-C0D7-4431-A12E-0D29608049D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PL / 01</a:t>
            </a:r>
          </a:p>
        </p:txBody>
      </p:sp>
      <p:sp>
        <p:nvSpPr>
          <p:cNvPr id="8" name="!!caption">
            <a:extLst xmlns:a="http://schemas.openxmlformats.org/drawingml/2006/main">
              <a:ext uri="{FF2B5EF4-FFF2-40B4-BE49-F238E27FC236}">
                <a16:creationId xmlns:a16="http://schemas.microsoft.com/office/drawing/2014/main" id="{2CBA6854-D63B-4536-8066-98673140B7C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Nguồn: model card + Mendeley v2 · Hash model trên Render chưa xác minh</a:t>
            </a:r>
          </a:p>
        </p:txBody>
      </p:sp>
      <p:sp>
        <p:nvSpPr>
          <p:cNvPr id="13" name="!!tech-logo-credit">
            <a:extLst xmlns:a="http://schemas.openxmlformats.org/drawingml/2006/main">
              <a:ext uri="{FF2B5EF4-FFF2-40B4-BE49-F238E27FC236}">
                <a16:creationId xmlns:a16="http://schemas.microsoft.com/office/drawing/2014/main" id="{E452FC0D-8722-42B9-BC12-3B96B9170088}"/>
              </a:ext>
            </a:extLst>
          </p:cNvPr>
          <p:cNvSpPr>
            <a:spLocks xmlns:a="http://schemas.openxmlformats.org/drawingml/2006/main" noGrp="1"/>
          </p:cNvSpPr>
          <p:nvPr/>
        </p:nvSpPr>
        <p:spPr>
          <a:xfrm xmlns:a="http://schemas.openxmlformats.org/drawingml/2006/main">
            <a:off x="609600" y="143827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D9E5DD"/>
                </a:solidFill>
                <a:latin typeface="Aptos"/>
                <a:ea typeface="Aptos"/>
                <a:cs typeface="Aptos"/>
              </a:defRPr>
            </a:pPr>
            <a:r>
              <a:rPr sz="1050" b="1">
                <a:solidFill>
                  <a:srgbClr val="D9E5DD"/>
                </a:solidFill>
                <a:latin typeface="Aptos"/>
                <a:ea typeface="Aptos"/>
                <a:cs typeface="Aptos"/>
              </a:rPr>
              <a:t>Logo công nghệ thuộc các chủ sở hữu tương ứng; dùng để mô tả stack của DurianTrust.</a:t>
            </a:r>
          </a:p>
          <a:p xmlns:a="http://schemas.openxmlformats.org/drawingml/2006/main">
            <a:pPr>
              <a:defRPr sz="1050" b="1">
                <a:solidFill>
                  <a:srgbClr val="D9E5DD"/>
                </a:solidFill>
                <a:latin typeface="Aptos"/>
                <a:ea typeface="Aptos"/>
                <a:cs typeface="Aptos"/>
              </a:defRPr>
            </a:pPr>
            <a:r>
              <a:rPr sz="1050" b="1">
                <a:solidFill>
                  <a:srgbClr val="D9E5DD"/>
                </a:solidFill>
                <a:latin typeface="Aptos"/>
                <a:ea typeface="Aptos"/>
                <a:cs typeface="Aptos"/>
              </a:rPr>
              <a:t>Vercel, thiết kế Vercel, Next.js và các nhãn hiệu, thiết kế, logo liên quan là nhãn hiệu của Vercel, Inc. hoặc công ty liên kết tại Mỹ và các quốc gia khác.</a:t>
            </a:r>
          </a:p>
        </p:txBody>
      </p:sp>
    </p:spTree>
    <p:extLst>
      <p:ext uri="{BB962C8B-B14F-4D97-AF65-F5344CB8AC3E}">
        <p14:creationId xmlns:p14="http://schemas.microsoft.com/office/powerpoint/2010/main" val="6390871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20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2026-09-28T16:42:58.6320000Z</dcterms:created>
  <dcterms:modified xsi:type="dcterms:W3CDTF">2026-09-28T16:42:58.6320000Z</dcterms:modified>
</coreProperties>
</file>