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mp4" ContentType="video/mp4"/>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1fcc0eddba9f45d9"/><Relationship Type="http://schemas.openxmlformats.org/officeDocument/2006/relationships/extended-properties" Target="/docProps/app.xml" Id="R30cf8f1dc65f4d88"/><Relationship Type="http://schemas.openxmlformats.org/officeDocument/2006/relationships/officeDocument" Target="/ppt/presentation.xml" Id="R80986521a0ef4853"/></Relationships>
</file>

<file path=ppt/presentation.xml><?xml version="1.0" encoding="utf-8"?>
<p:presentation xmlns:p="http://schemas.openxmlformats.org/presentationml/2006/main">
  <p:sldMasterIdLst>
    <p:sldMasterId xmlns:r="http://schemas.openxmlformats.org/officeDocument/2006/relationships" id="2147483648" r:id="Rece99f695e12492b"/>
  </p:sldMasterIdLst>
  <p:notesMasterIdLst>
    <p:notesMasterId xmlns:r="http://schemas.openxmlformats.org/officeDocument/2006/relationships" r:id="Rcc66c67ae79c4496"/>
  </p:notesMasterIdLst>
  <p:sldIdLst>
    <p:sldId xmlns:r="http://schemas.openxmlformats.org/officeDocument/2006/relationships" id="256" r:id="Rf1b52de938e44e20"/>
    <p:sldId xmlns:r="http://schemas.openxmlformats.org/officeDocument/2006/relationships" id="257" r:id="Rece2d78f213f46ba"/>
    <p:sldId xmlns:r="http://schemas.openxmlformats.org/officeDocument/2006/relationships" id="258" r:id="R1e82bfa1b70845fe"/>
    <p:sldId xmlns:r="http://schemas.openxmlformats.org/officeDocument/2006/relationships" id="259" r:id="R4118486a4b164a9e"/>
    <p:sldId xmlns:r="http://schemas.openxmlformats.org/officeDocument/2006/relationships" id="260" r:id="R3f0a93a7ad554ee1"/>
    <p:sldId xmlns:r="http://schemas.openxmlformats.org/officeDocument/2006/relationships" id="261" r:id="R83a4a1852a3642f6"/>
    <p:sldId xmlns:r="http://schemas.openxmlformats.org/officeDocument/2006/relationships" id="262" r:id="R5cced51f7d6b4325"/>
    <p:sldId xmlns:r="http://schemas.openxmlformats.org/officeDocument/2006/relationships" id="263" r:id="R52d5fde3867347a4"/>
    <p:sldId xmlns:r="http://schemas.openxmlformats.org/officeDocument/2006/relationships" id="264" r:id="Rfe5d21ed88784a73"/>
    <p:sldId xmlns:r="http://schemas.openxmlformats.org/officeDocument/2006/relationships" id="265" r:id="Rec2a6dd2cbbe439c"/>
    <p:sldId xmlns:r="http://schemas.openxmlformats.org/officeDocument/2006/relationships" id="266" r:id="Rb702c5b7324849f8"/>
    <p:sldId xmlns:r="http://schemas.openxmlformats.org/officeDocument/2006/relationships" id="267" r:id="R1cd38f48caa84fb1"/>
    <p:sldId xmlns:r="http://schemas.openxmlformats.org/officeDocument/2006/relationships" id="268" r:id="Rd11f232f91634521"/>
    <p:sldId xmlns:r="http://schemas.openxmlformats.org/officeDocument/2006/relationships" id="269" r:id="R3e2f7170ecdf483e"/>
    <p:sldId xmlns:r="http://schemas.openxmlformats.org/officeDocument/2006/relationships" id="270" r:id="R0e81cc8468f14a74"/>
    <p:sldId xmlns:r="http://schemas.openxmlformats.org/officeDocument/2006/relationships" id="271" r:id="R38a0bc5e78a54230"/>
    <p:sldId xmlns:r="http://schemas.openxmlformats.org/officeDocument/2006/relationships" id="272" r:id="R35442344c51440ba"/>
    <p:sldId xmlns:r="http://schemas.openxmlformats.org/officeDocument/2006/relationships" id="273" r:id="Rfe7e5e97c1af48e9"/>
    <p:sldId xmlns:r="http://schemas.openxmlformats.org/officeDocument/2006/relationships" id="274" r:id="R5db28268a2504294"/>
    <p:sldId xmlns:ns0="http://schemas.openxmlformats.org/officeDocument/2006/relationships" id="275" ns0:id="rIdAIAppendix20"/>
  </p:sldIdLst>
  <p:sldSz cx="12192000" cy="6858000"/>
  <p:notesSz cx="6858000" cy="9144000"/>
  <p:custShowLst>
    <p:custShow name="19 y chinh" id="1">
      <p:sldLst>
        <p:sld xmlns:ns1="http://schemas.openxmlformats.org/officeDocument/2006/relationships" ns1:id="Rf1b52de938e44e20"/>
        <p:sld xmlns:ns2="http://schemas.openxmlformats.org/officeDocument/2006/relationships" ns2:id="Rece2d78f213f46ba"/>
        <p:sld xmlns:ns3="http://schemas.openxmlformats.org/officeDocument/2006/relationships" ns3:id="R1e82bfa1b70845fe"/>
        <p:sld xmlns:ns4="http://schemas.openxmlformats.org/officeDocument/2006/relationships" ns4:id="R4118486a4b164a9e"/>
        <p:sld xmlns:ns5="http://schemas.openxmlformats.org/officeDocument/2006/relationships" ns5:id="R3f0a93a7ad554ee1"/>
        <p:sld xmlns:ns6="http://schemas.openxmlformats.org/officeDocument/2006/relationships" ns6:id="R83a4a1852a3642f6"/>
        <p:sld xmlns:ns7="http://schemas.openxmlformats.org/officeDocument/2006/relationships" ns7:id="R5cced51f7d6b4325"/>
        <p:sld xmlns:ns8="http://schemas.openxmlformats.org/officeDocument/2006/relationships" ns8:id="R52d5fde3867347a4"/>
        <p:sld xmlns:ns9="http://schemas.openxmlformats.org/officeDocument/2006/relationships" ns9:id="Rfe5d21ed88784a73"/>
        <p:sld xmlns:ns10="http://schemas.openxmlformats.org/officeDocument/2006/relationships" ns10:id="Rec2a6dd2cbbe439c"/>
        <p:sld xmlns:ns11="http://schemas.openxmlformats.org/officeDocument/2006/relationships" ns11:id="Rb702c5b7324849f8"/>
        <p:sld xmlns:ns12="http://schemas.openxmlformats.org/officeDocument/2006/relationships" ns12:id="R1cd38f48caa84fb1"/>
        <p:sld xmlns:ns13="http://schemas.openxmlformats.org/officeDocument/2006/relationships" ns13:id="Rd11f232f91634521"/>
        <p:sld xmlns:ns14="http://schemas.openxmlformats.org/officeDocument/2006/relationships" ns14:id="R3e2f7170ecdf483e"/>
        <p:sld xmlns:ns15="http://schemas.openxmlformats.org/officeDocument/2006/relationships" ns15:id="R0e81cc8468f14a74"/>
        <p:sld xmlns:ns16="http://schemas.openxmlformats.org/officeDocument/2006/relationships" ns16:id="R38a0bc5e78a54230"/>
        <p:sld xmlns:ns17="http://schemas.openxmlformats.org/officeDocument/2006/relationships" ns17:id="R35442344c51440ba"/>
        <p:sld xmlns:ns18="http://schemas.openxmlformats.org/officeDocument/2006/relationships" ns18:id="Rfe7e5e97c1af48e9"/>
        <p:sld xmlns:ns19="http://schemas.openxmlformats.org/officeDocument/2006/relationships" ns19:id="R5db28268a2504294"/>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b094ed9b9cb9420a"/><Relationship Type="http://schemas.openxmlformats.org/officeDocument/2006/relationships/slideMaster" Target="/ppt/slideMasters/slideMaster1.xml" Id="Rece99f695e12492b"/><Relationship Type="http://schemas.openxmlformats.org/officeDocument/2006/relationships/notesMaster" Target="/ppt/notesMasters/notesMaster1.xml" Id="Rcc66c67ae79c4496"/><Relationship Type="http://schemas.openxmlformats.org/officeDocument/2006/relationships/presProps" Target="/ppt/presProps.xml" Id="Re0f09200fa5b49dd"/><Relationship Type="http://schemas.openxmlformats.org/officeDocument/2006/relationships/tableStyles" Target="/ppt/tableStyles.xml" Id="R2458a31ce26e4404"/><Relationship Type="http://schemas.openxmlformats.org/officeDocument/2006/relationships/slide" Target="/ppt/slides/slide1.xml" Id="Rf1b52de938e44e20"/><Relationship Type="http://schemas.openxmlformats.org/officeDocument/2006/relationships/slide" Target="/ppt/slides/slide2.xml" Id="Rece2d78f213f46ba"/><Relationship Type="http://schemas.openxmlformats.org/officeDocument/2006/relationships/slide" Target="/ppt/slides/slide3.xml" Id="R1e82bfa1b70845fe"/><Relationship Type="http://schemas.openxmlformats.org/officeDocument/2006/relationships/slide" Target="/ppt/slides/slide4.xml" Id="R4118486a4b164a9e"/><Relationship Type="http://schemas.openxmlformats.org/officeDocument/2006/relationships/slide" Target="/ppt/slides/slide5.xml" Id="R3f0a93a7ad554ee1"/><Relationship Type="http://schemas.openxmlformats.org/officeDocument/2006/relationships/slide" Target="/ppt/slides/slide6.xml" Id="R83a4a1852a3642f6"/><Relationship Type="http://schemas.openxmlformats.org/officeDocument/2006/relationships/slide" Target="/ppt/slides/slide7.xml" Id="R5cced51f7d6b4325"/><Relationship Type="http://schemas.openxmlformats.org/officeDocument/2006/relationships/slide" Target="/ppt/slides/slide8.xml" Id="R52d5fde3867347a4"/><Relationship Type="http://schemas.openxmlformats.org/officeDocument/2006/relationships/slide" Target="/ppt/slides/slide9.xml" Id="Rfe5d21ed88784a73"/><Relationship Type="http://schemas.openxmlformats.org/officeDocument/2006/relationships/slide" Target="/ppt/slides/slide10.xml" Id="Rec2a6dd2cbbe439c"/><Relationship Type="http://schemas.openxmlformats.org/officeDocument/2006/relationships/slide" Target="/ppt/slides/slide11.xml" Id="Rb702c5b7324849f8"/><Relationship Type="http://schemas.openxmlformats.org/officeDocument/2006/relationships/slide" Target="/ppt/slides/slide12.xml" Id="R1cd38f48caa84fb1"/><Relationship Type="http://schemas.openxmlformats.org/officeDocument/2006/relationships/slide" Target="/ppt/slides/slide13.xml" Id="Rd11f232f91634521"/><Relationship Type="http://schemas.openxmlformats.org/officeDocument/2006/relationships/slide" Target="/ppt/slides/slide14.xml" Id="R3e2f7170ecdf483e"/><Relationship Type="http://schemas.openxmlformats.org/officeDocument/2006/relationships/slide" Target="/ppt/slides/slide15.xml" Id="R0e81cc8468f14a74"/><Relationship Type="http://schemas.openxmlformats.org/officeDocument/2006/relationships/slide" Target="/ppt/slides/slide16.xml" Id="R38a0bc5e78a54230"/><Relationship Type="http://schemas.openxmlformats.org/officeDocument/2006/relationships/slide" Target="/ppt/slides/slide17.xml" Id="R35442344c51440ba"/><Relationship Type="http://schemas.openxmlformats.org/officeDocument/2006/relationships/slide" Target="/ppt/slides/slide18.xml" Id="Rfe7e5e97c1af48e9"/><Relationship Type="http://schemas.openxmlformats.org/officeDocument/2006/relationships/slide" Target="/ppt/slides/slide19.xml" Id="R5db28268a2504294"/><Relationship Id="rIdAIAppendix20" Type="http://schemas.openxmlformats.org/officeDocument/2006/relationships/slide" Target="/ppt/slides/slide20.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f3707c20fae5408e"/></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8a4b2c5dfb114c0f"/><Relationship Type="http://schemas.openxmlformats.org/officeDocument/2006/relationships/notesMaster" Target="/ppt/notesMasters/notesMaster1.xml" Id="R7e2dc775e04e44f9"/></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c15a476588754fca"/><Relationship Type="http://schemas.openxmlformats.org/officeDocument/2006/relationships/notesMaster" Target="/ppt/notesMasters/notesMaster1.xml" Id="Rc1c63e065d2f418e"/></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5aa8aa733cf04350"/><Relationship Type="http://schemas.openxmlformats.org/officeDocument/2006/relationships/notesMaster" Target="/ppt/notesMasters/notesMaster1.xml" Id="R591cf215b114424a"/></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02e8d41af8364bdb"/><Relationship Type="http://schemas.openxmlformats.org/officeDocument/2006/relationships/notesMaster" Target="/ppt/notesMasters/notesMaster1.xml" Id="R9749d4c534cf4509"/></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90a4ddc651a24d0f"/><Relationship Type="http://schemas.openxmlformats.org/officeDocument/2006/relationships/notesMaster" Target="/ppt/notesMasters/notesMaster1.xml" Id="R50abcf46d5744f48"/></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387f025d48484289"/><Relationship Type="http://schemas.openxmlformats.org/officeDocument/2006/relationships/notesMaster" Target="/ppt/notesMasters/notesMaster1.xml" Id="Ra0cf8dd2c56f41e6"/></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2d493afa64ff434b"/><Relationship Type="http://schemas.openxmlformats.org/officeDocument/2006/relationships/notesMaster" Target="/ppt/notesMasters/notesMaster1.xml" Id="Rc03bc0a440fd4917"/></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1bb1a2b2df954465"/><Relationship Type="http://schemas.openxmlformats.org/officeDocument/2006/relationships/notesMaster" Target="/ppt/notesMasters/notesMaster1.xml" Id="Ra52c40fb1ee14fce"/></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4827438ac5d46d5"/><Relationship Type="http://schemas.openxmlformats.org/officeDocument/2006/relationships/notesMaster" Target="/ppt/notesMasters/notesMaster1.xml" Id="R650e5e35aeb24d6b"/></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5403492ca870417e"/><Relationship Type="http://schemas.openxmlformats.org/officeDocument/2006/relationships/notesMaster" Target="/ppt/notesMasters/notesMaster1.xml" Id="Rdc5e6bd15cd045c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d32bf777020b4624"/><Relationship Type="http://schemas.openxmlformats.org/officeDocument/2006/relationships/notesMaster" Target="/ppt/notesMasters/notesMaster1.xml" Id="Rc468bd4e7d424663"/></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148560cbd184a15"/><Relationship Type="http://schemas.openxmlformats.org/officeDocument/2006/relationships/notesMaster" Target="/ppt/notesMasters/notesMaster1.xml" Id="Rc5ce4f674d43416a"/></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bc5e451fa3cb40f6"/><Relationship Type="http://schemas.openxmlformats.org/officeDocument/2006/relationships/notesMaster" Target="/ppt/notesMasters/notesMaster1.xml" Id="Rcb27cc4b4ac64bb4"/></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9d584f9f1f664fbe"/><Relationship Type="http://schemas.openxmlformats.org/officeDocument/2006/relationships/notesMaster" Target="/ppt/notesMasters/notesMaster1.xml" Id="R39f37d3f5b554324"/></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6591e0b25c6d4824"/><Relationship Type="http://schemas.openxmlformats.org/officeDocument/2006/relationships/notesMaster" Target="/ppt/notesMasters/notesMaster1.xml" Id="R5c05fb6c63f74b57"/></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8089f97661f64091"/><Relationship Type="http://schemas.openxmlformats.org/officeDocument/2006/relationships/notesMaster" Target="/ppt/notesMasters/notesMaster1.xml" Id="R63d4d53531d94556"/></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c6740f6a097a482e"/><Relationship Type="http://schemas.openxmlformats.org/officeDocument/2006/relationships/notesMaster" Target="/ppt/notesMasters/notesMaster1.xml" Id="R6f36dd39a7d44380"/></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c879fb8e1a6c4a04"/><Relationship Type="http://schemas.openxmlformats.org/officeDocument/2006/relationships/notesMaster" Target="/ppt/notesMasters/notesMaster1.xml" Id="R8ab906a8750442f2"/></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4fee880f093b4820"/><Relationship Type="http://schemas.openxmlformats.org/officeDocument/2006/relationships/notesMaster" Target="/ppt/notesMasters/notesMaster1.xml" Id="Rc67050b480ef41e1"/></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8089f97661f64091"/><Relationship Type="http://schemas.openxmlformats.org/officeDocument/2006/relationships/notesMaster" Target="/ppt/notesMasters/notesMaster1.xml" Id="R63d4d53531d94556"/></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(22 giây cho toàn mục): 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 | Bản cuối 30/09/2026; dữ liệu TEST, chưa xác minh trọn vẹn production.</ns0:t>
            </ns0:r>
          </ns0:p>
          <a:p xmlns:a="http://schemas.openxmlformats.org/drawingml/2006/main">
            <a:r>
              <a:t>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22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(45 giây cho toàn mục): 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 | Bản cuối 30/09/2026; dữ liệu TEST, chưa xác minh trọn vẹn production.</ns0:t>
            </ns0:r>
          </ns0:p>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29/09/2026.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(30 giây cho toàn mục): 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 | Bản cuối 30/09/2026; dữ liệu TEST, chưa xác minh trọn vẹn production.</ns0:t>
            </ns0:r>
          </ns0:p>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(25 giây cho toàn mục): 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 | Bản cuối 30/09/2026; dữ liệu TEST, chưa xác minh trọn vẹn production.</ns0:t>
            </ns0:r>
          </ns0:p>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Tình huống minh họa dùng HTX chuẩn bị lô MAU-2026-01 tại Lâm Đồng, giống Ri6, khối lượng 850 kg và ngày thu hoạch 29/09/2026. Lô mới mặc định riêng tư. Màn quản lý tách thông tin, tài liệu, lịch sử và chia sẻ QR. Ảnh dùng giao diện compact chạy local với dữ liệu TEST và Auth/API mô phỏng. Chưa có kiểm chứng đầy đủ lượt ghi trên production. | Bản cuối 30/09/2026; dữ liệu TEST, chưa xác minh trọn vẹn production.</ns0:t>
            </ns0:r>
          </ns0:p>
          <a:p xmlns:a="http://schemas.openxmlformats.org/drawingml/2006/main">
            <a:r>
              <a:t>Tình huống minh họa dùng HTX chuẩn bị lô MAU-2026-01 tại Lâm Đồng, giống Ri6, khối lượng 850 kg và ngày thu hoạch 29/09/2026.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Mỗi lô có thể đính kèm ảnh JPG, PNG hoặc tài liệu PDF, cùng nguồn và ngày. Tài liệu TEST trong demo mô tả lô minh họa, không phải phiếu kiểm nghiệm. Hệ thống kiểm tra loại tệp và dung lượng tối đa 5 MB. Việc đính kèm chưa xác minh người phát hành hoặc tính thật của phiếu. | Bản cuối 30/09/2026; dữ liệu TEST, chưa xác minh trọn vẹn production.</ns0:t>
            </ns0:r>
          </ns0:p>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(18 giây cho toàn mục): Mỗi mốc lưu tên, ngày, địa điểm và ghi chú thành một bản ghi mới. Ngày sự kiện do người dùng khai báo. Giao hàng trên cloud là ghi nhận một phía, chưa phải chữ ký chấp nhận của bên nhận. | Bản cuối 30/09/2026; dữ liệu TEST, chưa xác minh trọn vẹn production.</ns0:t>
            </ns0:r>
          </ns0:p>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Bên mua mở hồ sơ công khai qua QR mà không cần đăng nhập. QR trên slide dẫn đến hồ sơ mẫu. Với lô thật, chủ hồ sơ chọn công khai cả thông tin và tài liệu. QR có thể bị sao chép, nên không xác thực trái sầu riêng. | Bản cuối 30/09/2026; dữ liệu TEST, chưa xác minh trọn vẹn production.</ns0:t>
            </ns0:r>
          </ns0:p>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 | Bản cuối 30/09/2026; dữ liệu TEST, chưa xác minh trọn vẹn production.</ns0:t>
            </ns0:r>
          </ns0:p>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(90 giây cho toàn mục): Bấm vào video 90 giây đã nhúng. HTX minh họa tạo lô riêng tư MAU-2026-01, thêm tài liệu TEST mô tả lô, rồi thêm mốc đóng gói. Chủ hồ sơ kiểm tra nội dung trước khi công khai QR. Bên mua mở hồ sơ chỉ đọc và tìm tài liệu đúng lô. Cuối video, HTX chuyển lại riêng tư để chặn lượt đọc mới. Video dùng ảnh chụp giao diện compact app local cùng con trỏ và highlight minh họa. Auth/API dùng fixture mô phỏng. Đây chưa phải ghi hình liên tục hoặc bằng chứng hoàn tất flow production. PDF là tài liệu demo, không phải phiếu kiểm nghiệm. Nếu PowerPoint không phát, dùng link video dự phòng hoặc file MP4 đi kèm. | Bản cuối 30/09/2026; dữ liệu TEST, chưa xác minh trọn vẹn production.</ns0:t>
            </ns0:r>
          </ns0:p>
          <a:p xmlns:a="http://schemas.openxmlformats.org/drawingml/2006/main">
            <a:r>
              <a:t>Bấm vào video 90 giây đã nhúng. HTX minh họa tạo lô MAU-2026-01, đính kèm ảnh và tài liệu mô tả lô, rồi thêm mốc đóng gói. Chủ hồ sơ kiểm tra nội dung trước khi công khai QR. Bên mua mở hồ sơ chỉ đọc và tìm tài liệu đúng lô. Cuối video, HTX chuyển lại riêng tư để chặn lượt đọc mới. Video dùng ảnh giao diện app local cùng con trỏ và highlight minh họa. Auth và API được mô phỏng, không chứng minh hoàn tất flow trên production. PDF là tài liệu demo, không phải phiếu kiểm nghiệm. Nếu PowerPoint không phát, dùng link video dự phòng hoặc file MP4 đi kèm.</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https://durian-web3.vercel.app/submission/DurianTrust_HTX_Demo_90s.mp4</a:t>
            </a:r>
          </a:p>
          <a:p xmlns:a="http://schemas.openxmlformats.org/drawingml/2006/main">
            <a:r>
              <a:t>Ảnh giao diện do submission/review/capture-cloud-workflow.mjs ghi từ app local. Video dựng bởi submission/review/render-cloud-demo.py. Ảnh sầu riêng: Sodanie Chea, CC BY 2.0, https://commons.wikimedia.org/wiki/File:Durian_(8425934020).jpg. Native video theo tài liệu Microsoft: https://learn.microsoft.com/en-us/office/open-xml/presentation/how-to-add-a-video-to-a-slide-in-a-presentation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90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Frontend dùng React 19 để dựng giao diện và Vite 8 để chạy development server, build website. Website deploy trên Vercel. Backend dùng Python với framework FastAPI, chạy bằng Uvicorn trên Render. Người dùng đăng nhập bằng Google. Supabase quản lý session và JWT phía sau Google login.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 | Bản cuối 30/09/2026; dữ liệu TEST, chưa xác minh trọn vẹn production.</ns0:t>
            </ns0:r>
          </ns0:p>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ns0:p xmlns:ns0="http://schemas.openxmlformats.org/drawingml/2006/main">
            <ns0:r>
              <ns0:t>Google logo: https://developers.google.com/identity/branding-guidelines . Logo G gốc dùng cùng nền trắng để nhận diện Google OAuth. Supabase vẫn quản lý session/JWT phía sau Google login; nhãn đăng nhập trên sơ đồ được rút gọn, cấu hình xác thực không thay đổi.</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(40 giây cho toàn mục): 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 | Bản cuối 30/09/2026; dữ liệu TEST, chưa xác minh trọn vẹn production.</ns0:t>
            </ns0:r>
          </ns0:p>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 | Bản cuối 30/09/2026; dữ liệu TEST, chưa xác minh trọn vẹn production.</ns0:t>
            </ns0:r>
          </ns0:p>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 | Bản cuối 30/09/2026; dữ liệu TEST, chưa xác minh trọn vẹn production.</ns0:t>
            </ns0:r>
          </ns0:p>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ns0:p xmlns:ns0="http://schemas.openxmlformats.org/drawingml/2006/main">
            <ns0:r>
              <ns0:t>Logo ONNX Runtime: https://github.com/microsoft/onnxruntime/blob/main/docs/images/ONNX_Runtime_logo.png ; FastAPI: https://fastapi.tiangolo.com/img/logo-margin/logo-teal.png . Giữ artwork/tỷ lệ gốc, chỉ crop phần canvas trong suốt.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(25 giây cho toàn mục): 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 | Bản cuối 30/09/2026; dữ liệu TEST, chưa xác minh trọn vẹn production.</ns0:t>
            </ns0:r>
          </ns0:p>
          <a:p xmlns:a="http://schemas.openxmlformats.org/drawingml/2006/main">
            <a:r>
              <a:t>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ml/train.py, ml/train_disease.py, ml/requirements.txt, api/predict.py và api/predict_disease.py. Không dùng kết quả trên synthetic data như đánh giá thực địa.</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 | Bản cuối 30/09/2026; dữ liệu TEST, chưa xác minh trọn vẹn production.</ns0:t>
            </ns0:r>
          </ns0:p>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 | Bản cuối 30/09/2026; dữ liệu TEST, chưa xác minh trọn vẹn production.</ns0:t>
            </ns0:r>
          </ns0:p>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(30 giây cho toàn mục): 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 | Bản cuối 30/09/2026; dữ liệu TEST, chưa xác minh trọn vẹn production.</ns0:t>
            </ns0:r>
          </ns0:p>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 | Bản cuối 30/09/2026; dữ liệu TEST, chưa xác minh trọn vẹn production.</ns0:t>
            </ns0:r>
          </ns0:p>
          <a:p xmlns:a="http://schemas.openxmlformats.org/drawingml/2006/main">
            <a:r>
              <a:t>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cũ trên DurianLDD: test 889 ảnh, năm nhãn, accuracy 85,38%. Training provenance của model cũ chưa rõ; có thể model đã thấy ảnh nguồn này, nên đây chưa phải independent test được chứng minh. Trên cùng 202 ảnh thuộc ba nhãn đối chiếu Mendeley Data v2, model cũ đúng 80/202 (39,6%), Phomopsis 0/59; candidate Colab đúng 72/202 (35,6%). Đây không phải hai phép đo trên cùng dataset/taxonomy. Mapping nhãn và dHash không chứng minh độc lập theo vườn/cây. Chưa xác nhận hash model đang chạy trên Render. Candidate không được promote. Model vẫn chỉ dùng như gợi ý cần chuyên gia kiểm tra. Phụ lục nằm ngoài bài nói 10 phút; mở khi hỏi đáp.</a:t>
            </a:r>
          </a:p>
          <a:p xmlns:a="http://schemas.openxmlformats.org/drawingml/2006/main">
            <a:r>
              <a:t/>
            </a:r>
          </a:p>
          <a:p xmlns:a="http://schemas.openxmlformats.org/drawingml/2006/main">
            <a:r>
              <a:t>Nguồn: https://github.com/vinhelysia/DurainCheckerDemo/blob/main/submission/review/ai-training/MODEL_CARD.md ; https://github.com/vinhelysia/DurainCheckerDemo/blob/main/submission/review/ai-training/MENDELEY_EXTERNAL_EVAL.md ; https://data.mendeley.com/datasets/pxzvksbwnj/2 (CC BY 4.0).</a:t>
            </a:r>
          </a:p>
          <a:p xmlns:a="http://schemas.openxmlformats.org/drawingml/2006/main">
            <a:r>
              <a:t/>
            </a:r>
          </a:p>
          <a:p xmlns:a="http://schemas.openxmlformats.org/drawingml/2006/main">
            <a:r>
              <a:t>Hỏi đáp; ngoài thời lượng 10 phút.</a:t>
            </a:r>
          </a:p>
          <ns0:p xmlns:ns0="http://schemas.openxmlformats.org/drawingml/2006/main">
            <ns0:r>
              <ns0:t>Brand credits: các logo công nghệ thuộc chủ sở hữu tương ứng. Hướng dẫn brand: https://vercel.com/geist/brands ; https://supabase.com/brand-assets ; https://solana.com/branding . Rust logo artwork: Rust Foundation, CC BY https://creativecommons.org/licenses/by/4.0/ .</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b7ab41daca87483a"/></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eba9d3ad6f714cdb"/><Relationship Type="http://schemas.openxmlformats.org/officeDocument/2006/relationships/slideLayout" Target="/ppt/slideLayouts/slideLayout1.xml" Id="R86b3f61852664e7d"/></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b3f61852664e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9885445d354d4535"/><Relationship Type="http://schemas.openxmlformats.org/officeDocument/2006/relationships/image" Target="/ppt/media/image.png" Id="Rccbd35ae987c4209"/><Relationship Type="http://schemas.openxmlformats.org/officeDocument/2006/relationships/image" Target="/ppt/media/image2.png" Id="Ref944ebcb4ee4246"/><Relationship Type="http://schemas.openxmlformats.org/officeDocument/2006/relationships/notesSlide" Target="/ppt/notesSlides/notesSlide1.xml" Id="Ra12400c51ec0411f"/></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a1ae07cd1aa64625"/><Relationship Type="http://schemas.openxmlformats.org/officeDocument/2006/relationships/image" Target="/ppt/media/image3.png" Id="Rc902704ff26f4167"/><Relationship Type="http://schemas.openxmlformats.org/officeDocument/2006/relationships/notesSlide" Target="/ppt/notesSlides/notesSlide2.xml" Id="R3338948e17984203"/></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876630e72a474ac9"/><Relationship Type="http://schemas.openxmlformats.org/officeDocument/2006/relationships/image" Target="/ppt/media/image4.png" Id="R120a87e8372843c7"/><Relationship Type="http://schemas.openxmlformats.org/officeDocument/2006/relationships/notesSlide" Target="/ppt/notesSlides/notesSlide3.xml" Id="Rcac484720bad495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3d32904b037b44bc"/><Relationship Type="http://schemas.openxmlformats.org/officeDocument/2006/relationships/image" Target="/ppt/media/image5.png" Id="Re1daacbea43c4010"/><Relationship Type="http://schemas.openxmlformats.org/officeDocument/2006/relationships/notesSlide" Target="/ppt/notesSlides/notesSlide4.xml" Id="Rd3049ca662904dec"/></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409c87da176744e6"/><Relationship Type="http://schemas.openxmlformats.org/officeDocument/2006/relationships/image" Target="../media/image3.png" Id="Rded4afec3b9d4beb"/><Relationship Type="http://schemas.openxmlformats.org/officeDocument/2006/relationships/image" Target="/ppt/media/image7.png" Id="Rfcfafd7cbbdc4c63"/><Relationship Type="http://schemas.openxmlformats.org/officeDocument/2006/relationships/notesSlide" Target="/ppt/notesSlides/notesSlide5.xml" Id="R8fcd75ebeff74339"/></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c78a110a1d3346b2"/><Relationship Type="http://schemas.openxmlformats.org/officeDocument/2006/relationships/image" Target="../media/image3.png" Id="Ra660be63b46e4ce5"/><Relationship Type="http://schemas.openxmlformats.org/officeDocument/2006/relationships/notesSlide" Target="/ppt/notesSlides/notesSlide6.xml" Id="Rd8e019079f084df8"/></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61734f3f10f94bbc"/><Relationship Type="http://schemas.openxmlformats.org/officeDocument/2006/relationships/image" Target="../media/image5.png" Id="Rdd5e8c9d20684524"/><Relationship Type="http://schemas.openxmlformats.org/officeDocument/2006/relationships/notesSlide" Target="/ppt/notesSlides/notesSlide7.xml" Id="R96dc2ccede074699"/></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aecd6495d27e4c5b"/><Relationship Type="http://schemas.openxmlformats.org/officeDocument/2006/relationships/image" Target="../media/image5.png" Id="R425a049249bf4a8f"/><Relationship Type="http://schemas.openxmlformats.org/officeDocument/2006/relationships/image" Target="/ppt/media/image11.png" Id="Rd4567655c96c4f8b"/><Relationship Type="http://schemas.openxmlformats.org/officeDocument/2006/relationships/image" Target="/ppt/media/image12.png" Id="R060fc1388c584c0c"/><Relationship Type="http://schemas.openxmlformats.org/officeDocument/2006/relationships/notesSlide" Target="/ppt/notesSlides/notesSlide8.xml" Id="R76563ebfa64142ea"/></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cadcf60d27984fe1"/><Relationship Type="http://schemas.openxmlformats.org/officeDocument/2006/relationships/image" Target="../media/image5.png" Id="R0fceed8865554af1"/><Relationship Type="http://schemas.openxmlformats.org/officeDocument/2006/relationships/notesSlide" Target="/ppt/notesSlides/notesSlide9.xml" Id="R0fa6a9b470004565"/></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1eed4fc525bf4a67"/><Relationship Type="http://schemas.openxmlformats.org/officeDocument/2006/relationships/image" Target="../media/image5.png" Id="Rdd0224d0a66d42b1"/><Relationship Type="http://schemas.openxmlformats.org/officeDocument/2006/relationships/image" Target="/ppt/media/image15.png" Id="R65d90f062ea444bd"/><Relationship Type="http://schemas.openxmlformats.org/officeDocument/2006/relationships/hyperlink" Target="https://durian-web3.vercel.app/submission/DurianTrust_HTX_Demo_90s.mp4" TargetMode="External" Id="Rf729ac327b2b4031"/><Relationship Type="http://schemas.openxmlformats.org/officeDocument/2006/relationships/notesSlide" Target="/ppt/notesSlides/notesSlide10.xml" Id="Ra7df2cbc1bc6480c"/><Relationship Id="rIdDemoVideo" Type="http://schemas.openxmlformats.org/officeDocument/2006/relationships/video" Target="../media/durian-demo.mp4"/><Relationship Id="rIdDemoMedia" Type="http://schemas.microsoft.com/office/2007/relationships/media" Target="../media/durian-demo.mp4"/></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bdfcb92fee6546d9"/><Relationship Type="http://schemas.openxmlformats.org/officeDocument/2006/relationships/image" Target="../media/image5.png" Id="Rbb005d2fa23d408c"/><Relationship Type="http://schemas.openxmlformats.org/officeDocument/2006/relationships/notesSlide" Target="/ppt/notesSlides/notesSlide11.xml" Id="Rfd6d625c9a7d483e"/><Relationship Id="rIdTechLogo83" Type="http://schemas.openxmlformats.org/officeDocument/2006/relationships/image" Target="/ppt/media/tech-logo-react.png"/><Relationship Id="rIdTechLogo84" Type="http://schemas.openxmlformats.org/officeDocument/2006/relationships/image" Target="/ppt/media/tech-logo-vite.png"/><Relationship Id="rIdTechLogo85" Type="http://schemas.openxmlformats.org/officeDocument/2006/relationships/image" Target="/ppt/media/tech-logo-vercel.png"/><Relationship Id="rIdTechLogo86" Type="http://schemas.openxmlformats.org/officeDocument/2006/relationships/image" Target="/ppt/media/tech-logo-fastapi.png"/><Relationship Id="rIdTechLogo87" Type="http://schemas.openxmlformats.org/officeDocument/2006/relationships/image" Target="/ppt/media/tech-logo-python.png"/><Relationship Id="rIdTechLogo88" Type="http://schemas.openxmlformats.org/officeDocument/2006/relationships/image" Target="/ppt/media/tech-logo-render.png"/><Relationship Id="rIdTechLogo89" Type="http://schemas.openxmlformats.org/officeDocument/2006/relationships/image" Target="/ppt/media/tech-logo-supabase.png"/><Relationship Id="rIdTechLogo90" Type="http://schemas.openxmlformats.org/officeDocument/2006/relationships/image" Target="/ppt/media/tech-logo-postgresql.png"/><Relationship Id="rIdTechLogo91" Type="http://schemas.openxmlformats.org/officeDocument/2006/relationships/image" Target="/ppt/media/tech-logo-supabase.png"/><Relationship Id="rIdSupabaseWordmark92" Type="http://schemas.openxmlformats.org/officeDocument/2006/relationships/image" Target="/ppt/media/supabase-wordmark-dark.png"/><Relationship Id="rIdSupabaseWordmark93" Type="http://schemas.openxmlformats.org/officeDocument/2006/relationships/image" Target="/ppt/media/supabase-wordmark-dark.png"/><Relationship Id="rIdGoogleAuthLogo" Type="http://schemas.openxmlformats.org/officeDocument/2006/relationships/image" Target="/ppt/media/google-auth-logo.png"/></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86d46b8d07674d55"/><Relationship Type="http://schemas.openxmlformats.org/officeDocument/2006/relationships/image" Target="/ppt/media/image17.png" Id="Ra0a2b320fd194e62"/><Relationship Type="http://schemas.openxmlformats.org/officeDocument/2006/relationships/notesSlide" Target="/ppt/notesSlides/notesSlide12.xml" Id="R74dd6456e6324345"/><Relationship Id="rIdTechLogo48" Type="http://schemas.openxmlformats.org/officeDocument/2006/relationships/image" Target="/ppt/media/tech-logo-rust.png"/><Relationship Id="rIdTechLogo50" Type="http://schemas.openxmlformats.org/officeDocument/2006/relationships/image" Target="/ppt/media/tech-logo-anchor.png"/><Relationship Id="rIdTechLogo52" Type="http://schemas.openxmlformats.org/officeDocument/2006/relationships/image" Target="/ppt/media/tech-logo-solana.png"/></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de35e8f3d21f43a2"/><Relationship Type="http://schemas.openxmlformats.org/officeDocument/2006/relationships/image" Target="../media/image5.png" Id="R8729bdd3f864485d"/><Relationship Type="http://schemas.openxmlformats.org/officeDocument/2006/relationships/notesSlide" Target="/ppt/notesSlides/notesSlide13.xml" Id="Rf42849e5a95042ab"/></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03230bf5f8d248b6"/><Relationship Type="http://schemas.openxmlformats.org/officeDocument/2006/relationships/image" Target="/ppt/media/image19.png" Id="R9bed401e49534a48"/><Relationship Type="http://schemas.openxmlformats.org/officeDocument/2006/relationships/image" Target="/ppt/media/image20.png" Id="R1891b92b958a47f2"/><Relationship Type="http://schemas.openxmlformats.org/officeDocument/2006/relationships/notesSlide" Target="/ppt/notesSlides/notesSlide14.xml" Id="Re5bbd41a46d74601"/><Relationship Id="rIdTechLogo35" Type="http://schemas.openxmlformats.org/officeDocument/2006/relationships/image" Target="/ppt/media/tech-logo-onnxruntime.png"/><Relationship Id="rIdTechLogo36" Type="http://schemas.openxmlformats.org/officeDocument/2006/relationships/image" Target="/ppt/media/tech-logo-fastapi-teal.png"/></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0343713f83a24327"/><Relationship Type="http://schemas.openxmlformats.org/officeDocument/2006/relationships/image" Target="../media/image19.png" Id="Rdf4b09c605054bf4"/><Relationship Type="http://schemas.openxmlformats.org/officeDocument/2006/relationships/notesSlide" Target="/ppt/notesSlides/notesSlide15.xml" Id="Rb8464952756c42b7"/></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462be2f6a6dd4a03"/><Relationship Type="http://schemas.openxmlformats.org/officeDocument/2006/relationships/image" Target="../media/image5.png" Id="R38b11ac3ab4d4767"/><Relationship Type="http://schemas.openxmlformats.org/officeDocument/2006/relationships/notesSlide" Target="/ppt/notesSlides/notesSlide16.xml" Id="Ra68ed06022484793"/></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81650926ece489b"/><Relationship Type="http://schemas.openxmlformats.org/officeDocument/2006/relationships/image" Target="../media/image4.png" Id="R1fb60c797b3f4293"/><Relationship Type="http://schemas.openxmlformats.org/officeDocument/2006/relationships/notesSlide" Target="/ppt/notesSlides/notesSlide17.xml" Id="Rfe3b074506e941d9"/></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062ee6c425db41b8"/><Relationship Type="http://schemas.openxmlformats.org/officeDocument/2006/relationships/image" Target="../media/image3.png" Id="Re2eae32bf9744ee2"/><Relationship Type="http://schemas.openxmlformats.org/officeDocument/2006/relationships/notesSlide" Target="/ppt/notesSlides/notesSlide18.xml" Id="Re8c83962a3ce49b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60b513b6627141ae"/><Relationship Type="http://schemas.openxmlformats.org/officeDocument/2006/relationships/image" Target="../media/image.png" Id="Rfd62107fc4d24a53"/><Relationship Type="http://schemas.openxmlformats.org/officeDocument/2006/relationships/image" Target="../media/image11.png" Id="R3ad24ff9762f465e"/><Relationship Type="http://schemas.openxmlformats.org/officeDocument/2006/relationships/hyperlink" Target="https://durian-web3.vercel.app/#/records/example" TargetMode="External" Id="R507fcded5dbc4481"/><Relationship Type="http://schemas.openxmlformats.org/officeDocument/2006/relationships/hyperlink" Target="https://github.com/vinhelysia/DurainCheckerDemo" TargetMode="External" Id="R98a31706a1d14fcf"/><Relationship Type="http://schemas.openxmlformats.org/officeDocument/2006/relationships/notesSlide" Target="/ppt/notesSlides/notesSlide19.xml" Id="R6fb25180fa864aa5"/></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462be2f6a6dd4a03"/><Relationship Type="http://schemas.openxmlformats.org/officeDocument/2006/relationships/image" Target="../media/image5.png" Id="R38b11ac3ab4d4767"/><Relationship Type="http://schemas.openxmlformats.org/officeDocument/2006/relationships/notesSlide" Target="/ppt/notesSlides/notesSlide20.xml" Id="Ra68ed06022484793"/></Relationships>
</file>

<file path=ppt/slides/slide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ccbd35ae987c420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F2A77A16-825F-4FE0-A4D0-A4306B5D6E0A}"/>
              </a:ext>
            </a:extLst>
          </p:cNvPr>
          <p:cNvSpPr>
            <a:spLocks xmlns:a="http://schemas.openxmlformats.org/drawingml/2006/main" noGrp="1"/>
          </p:cNvSpPr>
          <p:nvPr/>
        </p:nvSpPr>
        <p:spPr>
          <a:xfrm xmlns:a="http://schemas.openxmlformats.org/drawingml/2006/main">
            <a:off x="609600" y="222885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6300" b="1">
                <a:solidFill>
                  <a:srgbClr val="F4F1E8"/>
                </a:solidFill>
                <a:latin typeface="Segoe UI"/>
                <a:ea typeface="Segoe UI"/>
                <a:cs typeface="Segoe UI"/>
              </a:defRPr>
            </a:pPr>
            <a:r>
              <a:rPr sz="6300" b="1">
                <a:solidFill>
                  <a:srgbClr val="F4F1E8"/>
                </a:solidFill>
                <a:latin typeface="Segoe UI"/>
                <a:ea typeface="Segoe UI"/>
                <a:cs typeface="Segoe UI"/>
              </a:rPr>
              <a:t>DurianTrust</a:t>
            </a:r>
          </a:p>
        </p:txBody>
      </p:sp>
      <p:sp>
        <p:nvSpPr>
          <p:cNvPr id="3" name="!!promise">
            <a:extLst xmlns:a="http://schemas.openxmlformats.org/drawingml/2006/main">
              <a:ext uri="{FF2B5EF4-FFF2-40B4-BE49-F238E27FC236}">
                <a16:creationId xmlns:a16="http://schemas.microsoft.com/office/drawing/2014/main" id="{B0A20E54-8F13-4E8D-A4F4-6BD38148938D}"/>
              </a:ext>
            </a:extLst>
          </p:cNvPr>
          <p:cNvSpPr>
            <a:spLocks xmlns:a="http://schemas.openxmlformats.org/drawingml/2006/main" noGrp="1"/>
          </p:cNvSpPr>
          <p:nvPr/>
        </p:nvSpPr>
        <p:spPr>
          <a:xfrm xmlns:a="http://schemas.openxmlformats.org/drawingml/2006/main">
            <a:off x="647700" y="3524250"/>
            <a:ext cx="6000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Hồ sơ lô sầu riêng</a:t>
            </a:r>
          </a:p>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cho hợp tác xã và bên mua</a:t>
            </a:r>
          </a:p>
        </p:txBody>
      </p:sp>
      <p:sp>
        <p:nvSpPr>
          <p:cNvPr id="4" name="!!competition">
            <a:extLst xmlns:a="http://schemas.openxmlformats.org/drawingml/2006/main">
              <a:ext uri="{FF2B5EF4-FFF2-40B4-BE49-F238E27FC236}">
                <a16:creationId xmlns:a16="http://schemas.microsoft.com/office/drawing/2014/main" id="{C45F701D-1C11-4B00-ACA3-F186F8084065}"/>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2" name="!!logo"/>
          <p:cNvPicPr>
            <a:picLocks xmlns:a="http://schemas.openxmlformats.org/drawingml/2006/main" noChangeAspect="1"/>
          </p:cNvPicPr>
          <p:nvPr/>
        </p:nvPicPr>
        <p:blipFill>
          <a:blip xmlns:r="http://schemas.openxmlformats.org/officeDocument/2006/relationships" xmlns:a="http://schemas.openxmlformats.org/drawingml/2006/main" r:embed="Ref944ebcb4ee4246"/>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6" name="!!page">
            <a:extLst xmlns:a="http://schemas.openxmlformats.org/drawingml/2006/main">
              <a:ext uri="{FF2B5EF4-FFF2-40B4-BE49-F238E27FC236}">
                <a16:creationId xmlns:a16="http://schemas.microsoft.com/office/drawing/2014/main" id="{F3D6199A-2ADD-4F7A-A1B0-E2E52032130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7" name="!!caption">
            <a:extLst xmlns:a="http://schemas.openxmlformats.org/drawingml/2006/main">
              <a:ext uri="{FF2B5EF4-FFF2-40B4-BE49-F238E27FC236}">
                <a16:creationId xmlns:a16="http://schemas.microsoft.com/office/drawing/2014/main" id="{2FE4368B-771D-49CE-B2F5-777481FC7F8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4691290"/>
      </p:ext>
    </p:extLst>
  </p:cSld>
</p:sld>
</file>

<file path=ppt/slides/slide2.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c902704ff26f41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5479B50E-3565-467A-BCA9-C9243634D51A}"/>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BB47E37-E9EA-43BD-8891-028D2D606757}"/>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95D4136F-3D83-4D9E-846B-E93779B28646}"/>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2F069339-62FE-4E14-A086-E4F870003FAA}"/>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42B796DC-9EF8-4D78-8AD5-DF9F072C5431}"/>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60875367-0F09-4DC3-B792-71BF59B926D1}"/>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8C8280F5-BBC2-4F8A-B946-A5FA520317D4}"/>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5D180CC4-B13E-4D36-8AFC-85CB12C927B0}"/>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AC6DF858-0E8A-4EAF-B0B2-38B4A7E9443E}"/>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CD94D742-11D9-44FC-88F4-BA3E2B1CE3F5}"/>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E673D880-131F-45D7-B5EC-C9E0A44CF8EE}"/>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6C44A08E-F126-44B1-AE1B-2E429D8411D9}"/>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2BB4F16B-FAB5-41F9-8C2D-209BE3C5BE99}"/>
              </a:ext>
            </a:extLst>
          </p:cNvPr>
          <p:cNvSpPr>
            <a:spLocks xmlns:a="http://schemas.openxmlformats.org/drawingml/2006/main" noGrp="1"/>
          </p:cNvSpPr>
          <p:nvPr/>
        </p:nvSpPr>
        <p:spPr>
          <a:xfrm xmlns:a="http://schemas.openxmlformats.org/drawingml/2006/main">
            <a:off x="647700" y="45148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5" name="!!fragment-2-icon-0">
            <a:extLst xmlns:a="http://schemas.openxmlformats.org/drawingml/2006/main">
              <a:ext uri="{FF2B5EF4-FFF2-40B4-BE49-F238E27FC236}">
                <a16:creationId xmlns:a16="http://schemas.microsoft.com/office/drawing/2014/main" id="{927BD5FF-9654-435A-B53F-5C3A8E8A0507}"/>
              </a:ext>
            </a:extLst>
          </p:cNvPr>
          <p:cNvSpPr>
            <a:spLocks xmlns:a="http://schemas.openxmlformats.org/drawingml/2006/main" noGrp="1"/>
          </p:cNvSpPr>
          <p:nvPr/>
        </p:nvSpPr>
        <p:spPr>
          <a:xfrm xmlns:a="http://schemas.openxmlformats.org/drawingml/2006/main">
            <a:off x="882015" y="4672013"/>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6" name="!!fragment-2-icon-1">
            <a:extLst xmlns:a="http://schemas.openxmlformats.org/drawingml/2006/main">
              <a:ext uri="{FF2B5EF4-FFF2-40B4-BE49-F238E27FC236}">
                <a16:creationId xmlns:a16="http://schemas.microsoft.com/office/drawing/2014/main" id="{C6363D71-5A7C-43F1-A30E-5FD5A90CC305}"/>
              </a:ext>
            </a:extLst>
          </p:cNvPr>
          <p:cNvSpPr>
            <a:spLocks xmlns:a="http://schemas.openxmlformats.org/drawingml/2006/main" noGrp="1"/>
          </p:cNvSpPr>
          <p:nvPr/>
        </p:nvSpPr>
        <p:spPr>
          <a:xfrm xmlns:a="http://schemas.openxmlformats.org/drawingml/2006/main">
            <a:off x="830580" y="48134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7" name="!!fragment-2">
            <a:extLst xmlns:a="http://schemas.openxmlformats.org/drawingml/2006/main">
              <a:ext uri="{FF2B5EF4-FFF2-40B4-BE49-F238E27FC236}">
                <a16:creationId xmlns:a16="http://schemas.microsoft.com/office/drawing/2014/main" id="{1F9CA28A-6829-4853-B295-3A5302701854}"/>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5377DA09-5827-4D76-BFE0-BB8A33EAE4FB}"/>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join-rule">
            <a:extLst xmlns:a="http://schemas.openxmlformats.org/drawingml/2006/main">
              <a:ext uri="{FF2B5EF4-FFF2-40B4-BE49-F238E27FC236}">
                <a16:creationId xmlns:a16="http://schemas.microsoft.com/office/drawing/2014/main" id="{F76272F1-F6E8-4C2D-805A-5EF0AB53E775}"/>
              </a:ext>
            </a:extLst>
          </p:cNvPr>
          <p:cNvSpPr>
            <a:spLocks xmlns:a="http://schemas.openxmlformats.org/drawingml/2006/main" noGrp="1"/>
          </p:cNvSpPr>
          <p:nvPr/>
        </p:nvSpPr>
        <p:spPr>
          <a:xfrm xmlns:a="http://schemas.openxmlformats.org/drawingml/2006/main">
            <a:off x="609600" y="5600700"/>
            <a:ext cx="514350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20" name="!!joined-file-selection">
            <a:extLst xmlns:a="http://schemas.openxmlformats.org/drawingml/2006/main">
              <a:ext uri="{FF2B5EF4-FFF2-40B4-BE49-F238E27FC236}">
                <a16:creationId xmlns:a16="http://schemas.microsoft.com/office/drawing/2014/main" id="{2D22C641-26E2-4246-8F07-EFFAD378A55D}"/>
              </a:ext>
            </a:extLst>
          </p:cNvPr>
          <p:cNvSpPr>
            <a:spLocks xmlns:a="http://schemas.openxmlformats.org/drawingml/2006/main" noGrp="1"/>
          </p:cNvSpPr>
          <p:nvPr/>
        </p:nvSpPr>
        <p:spPr>
          <a:xfrm xmlns:a="http://schemas.openxmlformats.org/drawingml/2006/main">
            <a:off x="647700" y="5657850"/>
            <a:ext cx="590550" cy="5905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1" name="!!joined-file-icon-0">
            <a:extLst xmlns:a="http://schemas.openxmlformats.org/drawingml/2006/main">
              <a:ext uri="{FF2B5EF4-FFF2-40B4-BE49-F238E27FC236}">
                <a16:creationId xmlns:a16="http://schemas.microsoft.com/office/drawing/2014/main" id="{61CCBEA7-CB47-479E-93E6-1DCB45A58066}"/>
              </a:ext>
            </a:extLst>
          </p:cNvPr>
          <p:cNvSpPr>
            <a:spLocks xmlns:a="http://schemas.openxmlformats.org/drawingml/2006/main" noGrp="1"/>
          </p:cNvSpPr>
          <p:nvPr/>
        </p:nvSpPr>
        <p:spPr>
          <a:xfrm xmlns:a="http://schemas.openxmlformats.org/drawingml/2006/main">
            <a:off x="783526" y="5793677"/>
            <a:ext cx="318897" cy="318897"/>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22" name="!!join">
            <a:extLst xmlns:a="http://schemas.openxmlformats.org/drawingml/2006/main">
              <a:ext uri="{FF2B5EF4-FFF2-40B4-BE49-F238E27FC236}">
                <a16:creationId xmlns:a16="http://schemas.microsoft.com/office/drawing/2014/main" id="{3DF30464-C758-4134-8135-B7FAF7D60943}"/>
              </a:ext>
            </a:extLst>
          </p:cNvPr>
          <p:cNvSpPr>
            <a:spLocks xmlns:a="http://schemas.openxmlformats.org/drawingml/2006/main" noGrp="1"/>
          </p:cNvSpPr>
          <p:nvPr/>
        </p:nvSpPr>
        <p:spPr>
          <a:xfrm xmlns:a="http://schemas.openxmlformats.org/drawingml/2006/main">
            <a:off x="1447800" y="5819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166447"/>
                </a:solidFill>
                <a:latin typeface="Segoe UI"/>
                <a:ea typeface="Segoe UI"/>
                <a:cs typeface="Segoe UI"/>
              </a:defRPr>
            </a:pPr>
            <a:r>
              <a:rPr sz="2250" b="1">
                <a:solidFill>
                  <a:srgbClr val="166447"/>
                </a:solidFill>
                <a:latin typeface="Segoe UI"/>
                <a:ea typeface="Segoe UI"/>
                <a:cs typeface="Segoe UI"/>
              </a:rPr>
              <a:t>Website liên kết hồ sơ lô</a:t>
            </a:r>
          </a:p>
        </p:txBody>
      </p:sp>
      <p:sp>
        <p:nvSpPr>
          <p:cNvPr id="23" name="!!page">
            <a:extLst xmlns:a="http://schemas.openxmlformats.org/drawingml/2006/main">
              <a:ext uri="{FF2B5EF4-FFF2-40B4-BE49-F238E27FC236}">
                <a16:creationId xmlns:a16="http://schemas.microsoft.com/office/drawing/2014/main" id="{DADD512B-EE87-40CF-92E7-9EA688F2A10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4" name="!!caption">
            <a:extLst xmlns:a="http://schemas.openxmlformats.org/drawingml/2006/main">
              <a:ext uri="{FF2B5EF4-FFF2-40B4-BE49-F238E27FC236}">
                <a16:creationId xmlns:a16="http://schemas.microsoft.com/office/drawing/2014/main" id="{985451AB-3936-40B0-9CD7-1E0A1C7845A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123982386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120a87e8372843c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9DDB6CC-CD48-4345-A125-8CA2D7133F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E53A772-59C5-4CED-8D0C-B4E897657F8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419E23E9-E0A2-4737-9057-7F0707E583AB}"/>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B556E0F7-A108-466A-BC59-BC29AB99BA0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907B697E-3939-4D68-A2C7-4CD58D880A0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EE1871FE-9945-49D3-8996-741B985BD865}"/>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12B4B475-FF98-43BF-B4C7-85CCDAA3C121}"/>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D196CC18-9D41-4FAF-ACAA-7CC035393B42}"/>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buyer-icon-0">
            <a:extLst xmlns:a="http://schemas.openxmlformats.org/drawingml/2006/main">
              <a:ext uri="{FF2B5EF4-FFF2-40B4-BE49-F238E27FC236}">
                <a16:creationId xmlns:a16="http://schemas.microsoft.com/office/drawing/2014/main" id="{DD1E6927-3B71-4260-B2C4-8EB1F3F3A88B}"/>
              </a:ext>
            </a:extLst>
          </p:cNvPr>
          <p:cNvSpPr>
            <a:spLocks xmlns:a="http://schemas.openxmlformats.org/drawingml/2006/main" noGrp="1"/>
          </p:cNvSpPr>
          <p:nvPr/>
        </p:nvSpPr>
        <p:spPr>
          <a:xfrm xmlns:a="http://schemas.openxmlformats.org/drawingml/2006/main">
            <a:off x="901065" y="358616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buyer-icon-1">
            <a:extLst xmlns:a="http://schemas.openxmlformats.org/drawingml/2006/main">
              <a:ext uri="{FF2B5EF4-FFF2-40B4-BE49-F238E27FC236}">
                <a16:creationId xmlns:a16="http://schemas.microsoft.com/office/drawing/2014/main" id="{37BD1316-D853-43B1-B08C-4E7056BE4874}"/>
              </a:ext>
            </a:extLst>
          </p:cNvPr>
          <p:cNvSpPr>
            <a:spLocks xmlns:a="http://schemas.openxmlformats.org/drawingml/2006/main" noGrp="1"/>
          </p:cNvSpPr>
          <p:nvPr/>
        </p:nvSpPr>
        <p:spPr>
          <a:xfrm xmlns:a="http://schemas.openxmlformats.org/drawingml/2006/main">
            <a:off x="849630" y="372760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2" name="!!buyer-label">
            <a:extLst xmlns:a="http://schemas.openxmlformats.org/drawingml/2006/main">
              <a:ext uri="{FF2B5EF4-FFF2-40B4-BE49-F238E27FC236}">
                <a16:creationId xmlns:a16="http://schemas.microsoft.com/office/drawing/2014/main" id="{94884D32-6A00-4CD8-8C77-E04CEE850A74}"/>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42C053E5-A612-491B-8389-361D987ABE07}"/>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shared-record-selection">
            <a:extLst xmlns:a="http://schemas.openxmlformats.org/drawingml/2006/main">
              <a:ext uri="{FF2B5EF4-FFF2-40B4-BE49-F238E27FC236}">
                <a16:creationId xmlns:a16="http://schemas.microsoft.com/office/drawing/2014/main" id="{2AAE6CF4-BFF3-42F6-A136-31B5E4043253}"/>
              </a:ext>
            </a:extLst>
          </p:cNvPr>
          <p:cNvSpPr>
            <a:spLocks xmlns:a="http://schemas.openxmlformats.org/drawingml/2006/main" noGrp="1"/>
          </p:cNvSpPr>
          <p:nvPr/>
        </p:nvSpPr>
        <p:spPr>
          <a:xfrm xmlns:a="http://schemas.openxmlformats.org/drawingml/2006/main">
            <a:off x="600075" y="50958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shared-record-icon-0">
            <a:extLst xmlns:a="http://schemas.openxmlformats.org/drawingml/2006/main">
              <a:ext uri="{FF2B5EF4-FFF2-40B4-BE49-F238E27FC236}">
                <a16:creationId xmlns:a16="http://schemas.microsoft.com/office/drawing/2014/main" id="{09EAE64E-530F-4F62-81C0-E43C39BC44CE}"/>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6" name="!!shared-record-icon-1">
            <a:extLst xmlns:a="http://schemas.openxmlformats.org/drawingml/2006/main">
              <a:ext uri="{FF2B5EF4-FFF2-40B4-BE49-F238E27FC236}">
                <a16:creationId xmlns:a16="http://schemas.microsoft.com/office/drawing/2014/main" id="{434D5CA1-0ECF-4FF7-B456-3C59F5E36FF0}"/>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7" name="!!shared-record-icon-2">
            <a:extLst xmlns:a="http://schemas.openxmlformats.org/drawingml/2006/main">
              <a:ext uri="{FF2B5EF4-FFF2-40B4-BE49-F238E27FC236}">
                <a16:creationId xmlns:a16="http://schemas.microsoft.com/office/drawing/2014/main" id="{5801C0FC-0CCE-4241-8A27-1C7BA24F92EF}"/>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8" name="!!shared-record-icon-3">
            <a:extLst xmlns:a="http://schemas.openxmlformats.org/drawingml/2006/main">
              <a:ext uri="{FF2B5EF4-FFF2-40B4-BE49-F238E27FC236}">
                <a16:creationId xmlns:a16="http://schemas.microsoft.com/office/drawing/2014/main" id="{F0498C18-7B45-42FD-BE04-77FD65DD7634}"/>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9" name="!!user-goal">
            <a:extLst xmlns:a="http://schemas.openxmlformats.org/drawingml/2006/main">
              <a:ext uri="{FF2B5EF4-FFF2-40B4-BE49-F238E27FC236}">
                <a16:creationId xmlns:a16="http://schemas.microsoft.com/office/drawing/2014/main" id="{2B13C006-F5C3-49CF-A097-0A0D637C8C90}"/>
              </a:ext>
            </a:extLst>
          </p:cNvPr>
          <p:cNvSpPr>
            <a:spLocks xmlns:a="http://schemas.openxmlformats.org/drawingml/2006/main" noGrp="1"/>
          </p:cNvSpPr>
          <p:nvPr/>
        </p:nvSpPr>
        <p:spPr>
          <a:xfrm xmlns:a="http://schemas.openxmlformats.org/drawingml/2006/main">
            <a:off x="1524000" y="5086350"/>
            <a:ext cx="438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Một hồ sơ dùng chung</a:t>
            </a:r>
          </a:p>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trong cuộc trao đổi về lô</a:t>
            </a:r>
          </a:p>
        </p:txBody>
      </p:sp>
      <p:sp>
        <p:nvSpPr>
          <p:cNvPr id="20" name="!!page">
            <a:extLst xmlns:a="http://schemas.openxmlformats.org/drawingml/2006/main">
              <a:ext uri="{FF2B5EF4-FFF2-40B4-BE49-F238E27FC236}">
                <a16:creationId xmlns:a16="http://schemas.microsoft.com/office/drawing/2014/main" id="{8011ABCF-553B-44E6-82D5-9137A6A505C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21" name="!!caption">
            <a:extLst xmlns:a="http://schemas.openxmlformats.org/drawingml/2006/main">
              <a:ext uri="{FF2B5EF4-FFF2-40B4-BE49-F238E27FC236}">
                <a16:creationId xmlns:a16="http://schemas.microsoft.com/office/drawing/2014/main" id="{7A9EC8C4-E7D2-4119-B6E9-F0017962324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205033891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0" name="!!backdrop"/>
          <p:cNvPicPr>
            <a:picLocks xmlns:a="http://schemas.openxmlformats.org/drawingml/2006/main" noChangeAspect="1"/>
          </p:cNvPicPr>
          <p:nvPr/>
        </p:nvPicPr>
        <p:blipFill>
          <a:blip xmlns:r="http://schemas.openxmlformats.org/officeDocument/2006/relationships" xmlns:a="http://schemas.openxmlformats.org/drawingml/2006/main" r:embed="Re1daacbea43c401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B7A0E81-7419-4EA3-9D7F-F98766E1D8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15922F8-1023-48BF-BC0B-E2B08826BF7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89406869-6855-430B-959C-491D1BD37384}"/>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5B00ED3F-DB0D-44E7-A049-13D7D55F73F0}"/>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190C63F6-532C-4C6F-A0BE-48ABF412177E}"/>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3D562147-1EA3-425C-8329-9160DDC22858}"/>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10B0AEB9-9162-4873-8A2F-9B5F12E6574B}"/>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54254E10-F2C4-4BE3-A2B0-2954C6D2FBC2}"/>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4968CC20-FCE8-4F46-8F0C-A4F62D49FFC0}"/>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7CB05A56-F233-49DB-AD3F-29FC114DB9CB}"/>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622BDDA8-9A23-420C-B99C-E8C41E92E4A0}"/>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42"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C87CB70C-7573-49C6-92D1-7F65F7DBE93D}"/>
              </a:ext>
            </a:extLst>
          </p:cNvPr>
          <p:cNvSpPr>
            <a:spLocks xmlns:a="http://schemas.openxmlformats.org/drawingml/2006/main" noGrp="1"/>
          </p:cNvSpPr>
          <p:nvPr/>
        </p:nvSpPr>
        <p:spPr>
          <a:xfrm xmlns:a="http://schemas.openxmlformats.org/drawingml/2006/main">
            <a:off x="663892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5" name="!!flow-2-icon-0">
            <a:extLst xmlns:a="http://schemas.openxmlformats.org/drawingml/2006/main">
              <a:ext uri="{FF2B5EF4-FFF2-40B4-BE49-F238E27FC236}">
                <a16:creationId xmlns:a16="http://schemas.microsoft.com/office/drawing/2014/main" id="{BCEBC7B9-6419-4DB4-97B8-D2F55B07E6EF}"/>
              </a:ext>
            </a:extLst>
          </p:cNvPr>
          <p:cNvSpPr>
            <a:spLocks xmlns:a="http://schemas.openxmlformats.org/drawingml/2006/main" noGrp="1"/>
          </p:cNvSpPr>
          <p:nvPr/>
        </p:nvSpPr>
        <p:spPr>
          <a:xfrm xmlns:a="http://schemas.openxmlformats.org/drawingml/2006/main">
            <a:off x="6942773" y="2866073"/>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6" name="!!flow-2-icon-1">
            <a:extLst xmlns:a="http://schemas.openxmlformats.org/drawingml/2006/main">
              <a:ext uri="{FF2B5EF4-FFF2-40B4-BE49-F238E27FC236}">
                <a16:creationId xmlns:a16="http://schemas.microsoft.com/office/drawing/2014/main" id="{4AAFF4DA-D10F-4357-A267-D7591E1E7250}"/>
              </a:ext>
            </a:extLst>
          </p:cNvPr>
          <p:cNvSpPr>
            <a:spLocks xmlns:a="http://schemas.openxmlformats.org/drawingml/2006/main" noGrp="1"/>
          </p:cNvSpPr>
          <p:nvPr/>
        </p:nvSpPr>
        <p:spPr>
          <a:xfrm xmlns:a="http://schemas.openxmlformats.org/drawingml/2006/main">
            <a:off x="6893052" y="2816352"/>
            <a:ext cx="596646" cy="59664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1309">
            <a:solidFill>
              <a:srgbClr val="A3BCAB"/>
            </a:solidFill>
            <a:prstDash val="solid"/>
          </a:ln>
        </p:spPr>
      </p:sp>
      <p:sp>
        <p:nvSpPr>
          <p:cNvPr id="17" name="!!flow-label-2">
            <a:extLst xmlns:a="http://schemas.openxmlformats.org/drawingml/2006/main">
              <a:ext uri="{FF2B5EF4-FFF2-40B4-BE49-F238E27FC236}">
                <a16:creationId xmlns:a16="http://schemas.microsoft.com/office/drawing/2014/main" id="{80EC7D9C-27AC-4FB7-B5F3-B46903ACD7C8}"/>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Lịch sử</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hành trình</a:t>
            </a:r>
          </a:p>
        </p:txBody>
      </p:sp>
      <p:cxnSp>
        <p:nvCxnSpPr>
          <p:cNvPr id="47"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3-selection">
            <a:extLst xmlns:a="http://schemas.openxmlformats.org/drawingml/2006/main">
              <a:ext uri="{FF2B5EF4-FFF2-40B4-BE49-F238E27FC236}">
                <a16:creationId xmlns:a16="http://schemas.microsoft.com/office/drawing/2014/main" id="{C67C84E1-5AF4-4B6C-86F2-F1ACEC3D7A64}"/>
              </a:ext>
            </a:extLst>
          </p:cNvPr>
          <p:cNvSpPr>
            <a:spLocks xmlns:a="http://schemas.openxmlformats.org/drawingml/2006/main" noGrp="1"/>
          </p:cNvSpPr>
          <p:nvPr/>
        </p:nvSpPr>
        <p:spPr>
          <a:xfrm xmlns:a="http://schemas.openxmlformats.org/drawingml/2006/main">
            <a:off x="928687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flow-3-icon-0">
            <a:extLst xmlns:a="http://schemas.openxmlformats.org/drawingml/2006/main">
              <a:ext uri="{FF2B5EF4-FFF2-40B4-BE49-F238E27FC236}">
                <a16:creationId xmlns:a16="http://schemas.microsoft.com/office/drawing/2014/main" id="{18A7F6C5-73BA-49BC-AF19-27DDAFFF0FCB}"/>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26820">
            <a:solidFill>
              <a:srgbClr val="FFFFFF"/>
            </a:solidFill>
            <a:prstDash val="solid"/>
          </a:ln>
        </p:spPr>
      </p:sp>
      <p:sp>
        <p:nvSpPr>
          <p:cNvPr id="21" name="!!flow-3-icon-1">
            <a:extLst xmlns:a="http://schemas.openxmlformats.org/drawingml/2006/main">
              <a:ext uri="{FF2B5EF4-FFF2-40B4-BE49-F238E27FC236}">
                <a16:creationId xmlns:a16="http://schemas.microsoft.com/office/drawing/2014/main" id="{6316A285-305B-4352-A481-09E4B560D0E4}"/>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26820">
            <a:solidFill>
              <a:srgbClr val="FFFFFF"/>
            </a:solidFill>
            <a:prstDash val="solid"/>
          </a:ln>
        </p:spPr>
      </p:sp>
      <p:sp>
        <p:nvSpPr>
          <p:cNvPr id="22" name="!!flow-3-icon-2">
            <a:extLst xmlns:a="http://schemas.openxmlformats.org/drawingml/2006/main">
              <a:ext uri="{FF2B5EF4-FFF2-40B4-BE49-F238E27FC236}">
                <a16:creationId xmlns:a16="http://schemas.microsoft.com/office/drawing/2014/main" id="{11E5284B-F0F1-4E97-B17F-7E661C508B63}"/>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26820">
            <a:solidFill>
              <a:srgbClr val="FFFFFF"/>
            </a:solidFill>
            <a:prstDash val="solid"/>
          </a:ln>
        </p:spPr>
      </p:sp>
      <p:sp>
        <p:nvSpPr>
          <p:cNvPr id="23" name="!!flow-3-icon-3">
            <a:extLst xmlns:a="http://schemas.openxmlformats.org/drawingml/2006/main">
              <a:ext uri="{FF2B5EF4-FFF2-40B4-BE49-F238E27FC236}">
                <a16:creationId xmlns:a16="http://schemas.microsoft.com/office/drawing/2014/main" id="{F3291014-4C85-4A34-9A34-0E275B8D9800}"/>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26820">
            <a:solidFill>
              <a:srgbClr val="FFFFFF"/>
            </a:solidFill>
            <a:prstDash val="solid"/>
          </a:ln>
        </p:spPr>
      </p:sp>
      <p:sp>
        <p:nvSpPr>
          <p:cNvPr id="24" name="!!flow-3-icon-4">
            <a:extLst xmlns:a="http://schemas.openxmlformats.org/drawingml/2006/main">
              <a:ext uri="{FF2B5EF4-FFF2-40B4-BE49-F238E27FC236}">
                <a16:creationId xmlns:a16="http://schemas.microsoft.com/office/drawing/2014/main" id="{ABACAEAA-F057-44C2-AE50-26FF165FFD88}"/>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26820">
            <a:solidFill>
              <a:srgbClr val="FFFFFF"/>
            </a:solidFill>
            <a:prstDash val="solid"/>
          </a:ln>
        </p:spPr>
      </p:sp>
      <p:sp>
        <p:nvSpPr>
          <p:cNvPr id="25" name="!!flow-label-3">
            <a:extLst xmlns:a="http://schemas.openxmlformats.org/drawingml/2006/main">
              <a:ext uri="{FF2B5EF4-FFF2-40B4-BE49-F238E27FC236}">
                <a16:creationId xmlns:a16="http://schemas.microsoft.com/office/drawing/2014/main" id="{680F69C5-D6DA-4023-BCEE-6181945D1DF7}"/>
              </a:ext>
            </a:extLst>
          </p:cNvPr>
          <p:cNvSpPr>
            <a:spLocks xmlns:a="http://schemas.openxmlformats.org/drawingml/2006/main" noGrp="1"/>
          </p:cNvSpPr>
          <p:nvPr/>
        </p:nvSpPr>
        <p:spPr>
          <a:xfrm xmlns:a="http://schemas.openxmlformats.org/drawingml/2006/main">
            <a:off x="885825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QR</a:t>
            </a:r>
          </a:p>
        </p:txBody>
      </p:sp>
      <p:cxnSp>
        <p:nvCxnSpPr>
          <p:cNvPr id="55" name="!!connector-4-2"/>
          <p:cNvCxnSpPr>
            <a:stCxn xmlns:a="http://schemas.openxmlformats.org/drawingml/2006/main" id="14" idx="6"/>
            <a:endCxn xmlns:a="http://schemas.openxmlformats.org/drawingml/2006/main" id="19" idx="2"/>
          </p:cNvCxnSpPr>
          <p:nvPr/>
        </p:nvCxnSpPr>
        <p:spPr>
          <a:xfrm xmlns:a="http://schemas.openxmlformats.org/drawingml/2006/main">
            <a:off x="774382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7" name="!!flow-note">
            <a:extLst xmlns:a="http://schemas.openxmlformats.org/drawingml/2006/main">
              <a:ext uri="{FF2B5EF4-FFF2-40B4-BE49-F238E27FC236}">
                <a16:creationId xmlns:a16="http://schemas.microsoft.com/office/drawing/2014/main" id="{A199C694-67C4-423F-905E-E5402D7CA20E}"/>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chủ động chọn thời điểm chia sẻ</a:t>
            </a:r>
          </a:p>
        </p:txBody>
      </p:sp>
      <p:sp>
        <p:nvSpPr>
          <p:cNvPr id="28" name="!!page">
            <a:extLst xmlns:a="http://schemas.openxmlformats.org/drawingml/2006/main">
              <a:ext uri="{FF2B5EF4-FFF2-40B4-BE49-F238E27FC236}">
                <a16:creationId xmlns:a16="http://schemas.microsoft.com/office/drawing/2014/main" id="{D7C8FC48-D2EA-42FA-BFDA-8696FEB6B3D0}"/>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9" name="!!caption">
            <a:extLst xmlns:a="http://schemas.openxmlformats.org/drawingml/2006/main">
              <a:ext uri="{FF2B5EF4-FFF2-40B4-BE49-F238E27FC236}">
                <a16:creationId xmlns:a16="http://schemas.microsoft.com/office/drawing/2014/main" id="{0F38173F-B4CC-4970-918C-91DAB9E92A8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62807517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ded4afec3b9d4be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F8752A9F-B044-4BCE-ABBD-3EACDB1B0B7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31" name="!!workspace"/>
          <p:cNvPicPr>
            <a:picLocks xmlns:a="http://schemas.openxmlformats.org/drawingml/2006/main" noChangeAspect="1"/>
          </p:cNvPicPr>
          <p:nvPr/>
        </p:nvPicPr>
        <p:blipFill>
          <a:blip xmlns:r="http://schemas.openxmlformats.org/officeDocument/2006/relationships" xmlns:a="http://schemas.openxmlformats.org/drawingml/2006/main" r:embed="Rfcfafd7cbbdc4c63"/>
          <a:stretch xmlns:a="http://schemas.openxmlformats.org/drawingml/2006/main"/>
        </p:blipFill>
        <p:spPr>
          <a:xfrm xmlns:a="http://schemas.openxmlformats.org/drawingml/2006/main">
            <a:off x="6612823" y="2133600"/>
            <a:ext cx="4300355" cy="31623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D710E56E-E0F5-4D3E-B1A7-4E10893660CE}"/>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C9EF8C15-8BB3-4E30-BE7A-56E0D279DCD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8707C964-A6C9-4EA9-9F75-CD230D168C45}"/>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240BA6A6-64D9-497A-A164-6C72CEABC536}"/>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E362D558-DB8B-4F00-8120-07D32181A61E}"/>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3481E4D0-2AEB-4CB3-9BBD-BB1CFD82BA2D}"/>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89B7E6A9-7691-4FDE-AC1E-89F6F1496B9B}"/>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3D428A24-1AA9-4832-BCA1-00B3ACDEED5B}"/>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6CB7A44F-B785-4B76-A862-B51E1EFED46C}"/>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CFAE4E59-D1FE-4740-A6BC-6440AF702DE6}"/>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9CD256B4-599A-4E69-ACE7-C651F59D999D}"/>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423E4421-2150-4AE7-9034-695F1620E8E1}"/>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17B0D108-1497-480C-9532-BE267D377BF7}"/>
              </a:ext>
            </a:extLst>
          </p:cNvPr>
          <p:cNvSpPr>
            <a:spLocks xmlns:a="http://schemas.openxmlformats.org/drawingml/2006/main" noGrp="1"/>
          </p:cNvSpPr>
          <p:nvPr/>
        </p:nvSpPr>
        <p:spPr>
          <a:xfrm xmlns:a="http://schemas.openxmlformats.org/drawingml/2006/main">
            <a:off x="666750" y="407670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7" name="!!field-2-icon-0">
            <a:extLst xmlns:a="http://schemas.openxmlformats.org/drawingml/2006/main">
              <a:ext uri="{FF2B5EF4-FFF2-40B4-BE49-F238E27FC236}">
                <a16:creationId xmlns:a16="http://schemas.microsoft.com/office/drawing/2014/main" id="{75E0AD48-B4E0-474E-80E1-29E3556333BE}"/>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166447"/>
            </a:solidFill>
            <a:prstDash val="solid"/>
          </a:ln>
        </p:spPr>
      </p:sp>
      <p:sp>
        <p:nvSpPr>
          <p:cNvPr id="18" name="!!field-2-icon-1">
            <a:extLst xmlns:a="http://schemas.openxmlformats.org/drawingml/2006/main">
              <a:ext uri="{FF2B5EF4-FFF2-40B4-BE49-F238E27FC236}">
                <a16:creationId xmlns:a16="http://schemas.microsoft.com/office/drawing/2014/main" id="{0BB7E097-5D09-4B7F-84EE-72592BC08CCD}"/>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166447"/>
            </a:solidFill>
            <a:prstDash val="solid"/>
          </a:ln>
        </p:spPr>
      </p:sp>
      <p:sp>
        <p:nvSpPr>
          <p:cNvPr id="19" name="!!field-2-icon-2">
            <a:extLst xmlns:a="http://schemas.openxmlformats.org/drawingml/2006/main">
              <a:ext uri="{FF2B5EF4-FFF2-40B4-BE49-F238E27FC236}">
                <a16:creationId xmlns:a16="http://schemas.microsoft.com/office/drawing/2014/main" id="{D5B79981-AFE5-4945-9865-6F53FEB1B4A9}"/>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166447"/>
            </a:solidFill>
            <a:prstDash val="solid"/>
          </a:ln>
        </p:spPr>
      </p:sp>
      <p:sp>
        <p:nvSpPr>
          <p:cNvPr id="20" name="!!field-label-2">
            <a:extLst xmlns:a="http://schemas.openxmlformats.org/drawingml/2006/main">
              <a:ext uri="{FF2B5EF4-FFF2-40B4-BE49-F238E27FC236}">
                <a16:creationId xmlns:a16="http://schemas.microsoft.com/office/drawing/2014/main" id="{485EFC86-9088-42AD-8A66-185D3724045A}"/>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C067D7AD-8720-4FE4-A94D-75F8075EFCC1}"/>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Ri6, 850 kg</a:t>
            </a:r>
          </a:p>
        </p:txBody>
      </p:sp>
      <p:sp>
        <p:nvSpPr>
          <p:cNvPr id="22" name="!!field-3-selection">
            <a:extLst xmlns:a="http://schemas.openxmlformats.org/drawingml/2006/main">
              <a:ext uri="{FF2B5EF4-FFF2-40B4-BE49-F238E27FC236}">
                <a16:creationId xmlns:a16="http://schemas.microsoft.com/office/drawing/2014/main" id="{E61F8F2A-DF9A-481B-91C2-1A6E08194BC1}"/>
              </a:ext>
            </a:extLst>
          </p:cNvPr>
          <p:cNvSpPr>
            <a:spLocks xmlns:a="http://schemas.openxmlformats.org/drawingml/2006/main" noGrp="1"/>
          </p:cNvSpPr>
          <p:nvPr/>
        </p:nvSpPr>
        <p:spPr>
          <a:xfrm xmlns:a="http://schemas.openxmlformats.org/drawingml/2006/main">
            <a:off x="609600" y="501967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3" name="!!field-3-icon-0">
            <a:extLst xmlns:a="http://schemas.openxmlformats.org/drawingml/2006/main">
              <a:ext uri="{FF2B5EF4-FFF2-40B4-BE49-F238E27FC236}">
                <a16:creationId xmlns:a16="http://schemas.microsoft.com/office/drawing/2014/main" id="{84B530AF-1388-475D-99A5-252D1673C833}"/>
              </a:ext>
            </a:extLst>
          </p:cNvPr>
          <p:cNvSpPr>
            <a:spLocks xmlns:a="http://schemas.openxmlformats.org/drawingml/2006/main" noGrp="1"/>
          </p:cNvSpPr>
          <p:nvPr/>
        </p:nvSpPr>
        <p:spPr>
          <a:xfrm xmlns:a="http://schemas.openxmlformats.org/drawingml/2006/main">
            <a:off x="777240" y="5187315"/>
            <a:ext cx="274320" cy="274320"/>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24" name="!!field-3-icon-1">
            <a:extLst xmlns:a="http://schemas.openxmlformats.org/drawingml/2006/main">
              <a:ext uri="{FF2B5EF4-FFF2-40B4-BE49-F238E27FC236}">
                <a16:creationId xmlns:a16="http://schemas.microsoft.com/office/drawing/2014/main" id="{727CBF6D-FE27-4D5F-99E6-DE1050DE00F6}"/>
              </a:ext>
            </a:extLst>
          </p:cNvPr>
          <p:cNvSpPr>
            <a:spLocks xmlns:a="http://schemas.openxmlformats.org/drawingml/2006/main" noGrp="1"/>
          </p:cNvSpPr>
          <p:nvPr/>
        </p:nvSpPr>
        <p:spPr>
          <a:xfrm xmlns:a="http://schemas.openxmlformats.org/drawingml/2006/main">
            <a:off x="749808" y="5159883"/>
            <a:ext cx="329184" cy="329184"/>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25" name="!!field-label-3">
            <a:extLst xmlns:a="http://schemas.openxmlformats.org/drawingml/2006/main">
              <a:ext uri="{FF2B5EF4-FFF2-40B4-BE49-F238E27FC236}">
                <a16:creationId xmlns:a16="http://schemas.microsoft.com/office/drawing/2014/main" id="{5C926408-BAD8-42C8-B695-1162C45A7ACF}"/>
              </a:ext>
            </a:extLst>
          </p:cNvPr>
          <p:cNvSpPr>
            <a:spLocks xmlns:a="http://schemas.openxmlformats.org/drawingml/2006/main" noGrp="1"/>
          </p:cNvSpPr>
          <p:nvPr/>
        </p:nvSpPr>
        <p:spPr>
          <a:xfrm xmlns:a="http://schemas.openxmlformats.org/drawingml/2006/main">
            <a:off x="1371600" y="49530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Thu hoạch</a:t>
            </a:r>
          </a:p>
        </p:txBody>
      </p:sp>
      <p:sp>
        <p:nvSpPr>
          <p:cNvPr id="26" name="!!field-value-3">
            <a:extLst xmlns:a="http://schemas.openxmlformats.org/drawingml/2006/main">
              <a:ext uri="{FF2B5EF4-FFF2-40B4-BE49-F238E27FC236}">
                <a16:creationId xmlns:a16="http://schemas.microsoft.com/office/drawing/2014/main" id="{FA1BDA0A-55FF-4D66-ADE8-8514FF467E85}"/>
              </a:ext>
            </a:extLst>
          </p:cNvPr>
          <p:cNvSpPr>
            <a:spLocks xmlns:a="http://schemas.openxmlformats.org/drawingml/2006/main" noGrp="1"/>
          </p:cNvSpPr>
          <p:nvPr/>
        </p:nvSpPr>
        <p:spPr>
          <a:xfrm xmlns:a="http://schemas.openxmlformats.org/drawingml/2006/main">
            <a:off x="1371600" y="530542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29/09/2026</a:t>
            </a:r>
          </a:p>
        </p:txBody>
      </p:sp>
      <p:sp>
        <p:nvSpPr>
          <p:cNvPr id="27" name="!!page">
            <a:extLst xmlns:a="http://schemas.openxmlformats.org/drawingml/2006/main">
              <a:ext uri="{FF2B5EF4-FFF2-40B4-BE49-F238E27FC236}">
                <a16:creationId xmlns:a16="http://schemas.microsoft.com/office/drawing/2014/main" id="{7EA3CFA1-7032-4BBD-A18C-0BC2272E525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8" name="!!caption">
            <a:extLst xmlns:a="http://schemas.openxmlformats.org/drawingml/2006/main">
              <a:ext uri="{FF2B5EF4-FFF2-40B4-BE49-F238E27FC236}">
                <a16:creationId xmlns:a16="http://schemas.microsoft.com/office/drawing/2014/main" id="{C33938C8-DBE6-4325-8920-58CEDE18728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(TEST). Giao diện compact local, Auth/API mô phỏng</a:t>
            </a:r>
          </a:p>
        </p:txBody>
      </p:sp>
    </p:spTree>
    <p:extLst>
      <p:ext uri="{BB962C8B-B14F-4D97-AF65-F5344CB8AC3E}">
        <p14:creationId xmlns:p14="http://schemas.microsoft.com/office/powerpoint/2010/main" val="82858248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a660be63b46e4ce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A890CE52-ABA0-4C45-A0E3-BE270A2193F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AB7FB611-D410-426E-A663-DED5EF85589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03D22095-B3DF-4A99-B788-B9EDC85C9E8F}"/>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068B55E2-7F81-4891-BA55-E0EB0ED869EE}"/>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136B542D-EDD3-4985-8609-7BD9DA7CD2DD}"/>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6C1AED66-D234-4F0B-A3A4-9CA17C5E707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8" name="!!source-icon-0">
            <a:extLst xmlns:a="http://schemas.openxmlformats.org/drawingml/2006/main">
              <a:ext uri="{FF2B5EF4-FFF2-40B4-BE49-F238E27FC236}">
                <a16:creationId xmlns:a16="http://schemas.microsoft.com/office/drawing/2014/main" id="{8DDD0D1B-A8E4-416E-B5D8-0DB86D123F1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9" name="!!source-icon-1">
            <a:extLst xmlns:a="http://schemas.openxmlformats.org/drawingml/2006/main">
              <a:ext uri="{FF2B5EF4-FFF2-40B4-BE49-F238E27FC236}">
                <a16:creationId xmlns:a16="http://schemas.microsoft.com/office/drawing/2014/main" id="{F36BC03A-E344-4F17-875C-CE7DB21CDA4B}"/>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0" name="!!source-icon-2">
            <a:extLst xmlns:a="http://schemas.openxmlformats.org/drawingml/2006/main">
              <a:ext uri="{FF2B5EF4-FFF2-40B4-BE49-F238E27FC236}">
                <a16:creationId xmlns:a16="http://schemas.microsoft.com/office/drawing/2014/main" id="{3E0633DF-75BB-427C-9B76-C17E21A6FEDB}"/>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1" name="!!source-label">
            <a:extLst xmlns:a="http://schemas.openxmlformats.org/drawingml/2006/main">
              <a:ext uri="{FF2B5EF4-FFF2-40B4-BE49-F238E27FC236}">
                <a16:creationId xmlns:a16="http://schemas.microsoft.com/office/drawing/2014/main" id="{78CDF297-2F2B-4545-BFF3-2A31D959F79A}"/>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05F00643-65C7-4D5F-BA45-79C13D7B3A92}"/>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evidence-file-selection">
            <a:extLst xmlns:a="http://schemas.openxmlformats.org/drawingml/2006/main">
              <a:ext uri="{FF2B5EF4-FFF2-40B4-BE49-F238E27FC236}">
                <a16:creationId xmlns:a16="http://schemas.microsoft.com/office/drawing/2014/main" id="{E9B187B0-AB6C-4789-940B-1A11D734CE9D}"/>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idence-file-icon-0">
            <a:extLst xmlns:a="http://schemas.openxmlformats.org/drawingml/2006/main">
              <a:ext uri="{FF2B5EF4-FFF2-40B4-BE49-F238E27FC236}">
                <a16:creationId xmlns:a16="http://schemas.microsoft.com/office/drawing/2014/main" id="{07246162-BAAE-44CA-A2AF-AE7C984524D9}"/>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5" name="!!evidence-file-icon-1">
            <a:extLst xmlns:a="http://schemas.openxmlformats.org/drawingml/2006/main">
              <a:ext uri="{FF2B5EF4-FFF2-40B4-BE49-F238E27FC236}">
                <a16:creationId xmlns:a16="http://schemas.microsoft.com/office/drawing/2014/main" id="{B0DB0859-CF78-4B21-857F-43AA04AB6564}"/>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6" name="!!evidence-file-icon-2">
            <a:extLst xmlns:a="http://schemas.openxmlformats.org/drawingml/2006/main">
              <a:ext uri="{FF2B5EF4-FFF2-40B4-BE49-F238E27FC236}">
                <a16:creationId xmlns:a16="http://schemas.microsoft.com/office/drawing/2014/main" id="{EA52E993-179B-4904-BC95-E647CA1674ED}"/>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7" name="!!evidence-file-icon-3">
            <a:extLst xmlns:a="http://schemas.openxmlformats.org/drawingml/2006/main">
              <a:ext uri="{FF2B5EF4-FFF2-40B4-BE49-F238E27FC236}">
                <a16:creationId xmlns:a16="http://schemas.microsoft.com/office/drawing/2014/main" id="{63AED97D-4C6E-45D8-B3D2-8B3C02036E2F}"/>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8" name="!!attachment-limit">
            <a:extLst xmlns:a="http://schemas.openxmlformats.org/drawingml/2006/main">
              <a:ext uri="{FF2B5EF4-FFF2-40B4-BE49-F238E27FC236}">
                <a16:creationId xmlns:a16="http://schemas.microsoft.com/office/drawing/2014/main" id="{C0A58C80-53CE-4ABE-8180-8364306887FB}"/>
              </a:ext>
            </a:extLst>
          </p:cNvPr>
          <p:cNvSpPr>
            <a:spLocks xmlns:a="http://schemas.openxmlformats.org/drawingml/2006/main" noGrp="1"/>
          </p:cNvSpPr>
          <p:nvPr/>
        </p:nvSpPr>
        <p:spPr>
          <a:xfrm xmlns:a="http://schemas.openxmlformats.org/drawingml/2006/main">
            <a:off x="1524000" y="49530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66447"/>
                </a:solidFill>
                <a:latin typeface="Segoe UI"/>
                <a:ea typeface="Segoe UI"/>
                <a:cs typeface="Segoe UI"/>
              </a:defRPr>
            </a:pPr>
            <a:r>
              <a:rPr sz="2400" b="1">
                <a:solidFill>
                  <a:srgbClr val="166447"/>
                </a:solidFill>
                <a:latin typeface="Segoe UI"/>
                <a:ea typeface="Segoe UI"/>
                <a:cs typeface="Segoe UI"/>
              </a:rPr>
              <a:t>Có tệp để đối chiếu</a:t>
            </a:r>
          </a:p>
        </p:txBody>
      </p:sp>
      <p:sp>
        <p:nvSpPr>
          <p:cNvPr id="19" name="!!attachment-caveat">
            <a:extLst xmlns:a="http://schemas.openxmlformats.org/drawingml/2006/main">
              <a:ext uri="{FF2B5EF4-FFF2-40B4-BE49-F238E27FC236}">
                <a16:creationId xmlns:a16="http://schemas.microsoft.com/office/drawing/2014/main" id="{2A65FE3D-BBA8-48BF-975C-066A84BA5202}"/>
              </a:ext>
            </a:extLst>
          </p:cNvPr>
          <p:cNvSpPr>
            <a:spLocks xmlns:a="http://schemas.openxmlformats.org/drawingml/2006/main" noGrp="1"/>
          </p:cNvSpPr>
          <p:nvPr/>
        </p:nvSpPr>
        <p:spPr>
          <a:xfrm xmlns:a="http://schemas.openxmlformats.org/drawingml/2006/main">
            <a:off x="1524000" y="5505450"/>
            <a:ext cx="4429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825525"/>
                </a:solidFill>
                <a:latin typeface="Segoe UI"/>
                <a:ea typeface="Segoe UI"/>
                <a:cs typeface="Segoe UI"/>
              </a:defRPr>
            </a:pPr>
            <a:r>
              <a:rPr sz="1875" b="0">
                <a:solidFill>
                  <a:srgbClr val="825525"/>
                </a:solidFill>
                <a:latin typeface="Segoe UI"/>
                <a:ea typeface="Segoe UI"/>
                <a:cs typeface="Segoe UI"/>
              </a:rPr>
              <a:t>Chưa xác minh với đơn vị phát hành</a:t>
            </a:r>
          </a:p>
        </p:txBody>
      </p:sp>
      <p:sp>
        <p:nvSpPr>
          <p:cNvPr id="20" name="!!page">
            <a:extLst xmlns:a="http://schemas.openxmlformats.org/drawingml/2006/main">
              <a:ext uri="{FF2B5EF4-FFF2-40B4-BE49-F238E27FC236}">
                <a16:creationId xmlns:a16="http://schemas.microsoft.com/office/drawing/2014/main" id="{A21BEF75-D898-429A-92F3-F6067F195F8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21" name="!!caption">
            <a:extLst xmlns:a="http://schemas.openxmlformats.org/drawingml/2006/main">
              <a:ext uri="{FF2B5EF4-FFF2-40B4-BE49-F238E27FC236}">
                <a16:creationId xmlns:a16="http://schemas.microsoft.com/office/drawing/2014/main" id="{2B1D07BD-405D-424C-8DC8-9948E47DC71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11087897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3" name="!!backdrop"/>
          <p:cNvPicPr>
            <a:picLocks xmlns:a="http://schemas.openxmlformats.org/drawingml/2006/main" noChangeAspect="1"/>
          </p:cNvPicPr>
          <p:nvPr/>
        </p:nvPicPr>
        <p:blipFill>
          <a:blip xmlns:r="http://schemas.openxmlformats.org/officeDocument/2006/relationships" xmlns:a="http://schemas.openxmlformats.org/drawingml/2006/main" r:embed="Rdd5e8c9d2068452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735F70B5-9168-4665-A312-906D3A2754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540088A-69D0-427E-80FC-B2AC2FDC245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2A9BB37E-32DC-4C48-BC1C-F80CF062663C}"/>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DB924180-96F7-4C1D-A2AC-649226ABB56B}"/>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3CDCABBF-1E94-40AF-B7B5-F30B42880559}"/>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F4E7322B-6E2A-4A77-9B66-8007A40A57B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BCEA9B0A-039E-40CD-90F5-7543040B7325}"/>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76252023-DC9C-4B29-AF2A-BD1E792EC1EC}"/>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CD006BED-D12E-47C8-BEB5-594EDC8C779F}"/>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629DBC02-14FC-4BB3-A541-79AAE8CEFEF0}"/>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44"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C555038B-99AD-4B08-8E4F-721F01710CEE}"/>
              </a:ext>
            </a:extLst>
          </p:cNvPr>
          <p:cNvSpPr>
            <a:spLocks xmlns:a="http://schemas.openxmlformats.org/drawingml/2006/main" noGrp="1"/>
          </p:cNvSpPr>
          <p:nvPr/>
        </p:nvSpPr>
        <p:spPr>
          <a:xfrm xmlns:a="http://schemas.openxmlformats.org/drawingml/2006/main">
            <a:off x="663892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4" name="!!event-2-icon-0">
            <a:extLst xmlns:a="http://schemas.openxmlformats.org/drawingml/2006/main">
              <a:ext uri="{FF2B5EF4-FFF2-40B4-BE49-F238E27FC236}">
                <a16:creationId xmlns:a16="http://schemas.microsoft.com/office/drawing/2014/main" id="{647738CB-02C3-4154-8B42-96D1F33F0BEE}"/>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1309">
            <a:solidFill>
              <a:srgbClr val="A3BCAB"/>
            </a:solidFill>
            <a:prstDash val="solid"/>
          </a:ln>
        </p:spPr>
      </p:sp>
      <p:sp>
        <p:nvSpPr>
          <p:cNvPr id="15" name="!!event-2-icon-1">
            <a:extLst xmlns:a="http://schemas.openxmlformats.org/drawingml/2006/main">
              <a:ext uri="{FF2B5EF4-FFF2-40B4-BE49-F238E27FC236}">
                <a16:creationId xmlns:a16="http://schemas.microsoft.com/office/drawing/2014/main" id="{6AECE61D-B159-4063-86BF-CAA34C6FB1D7}"/>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1309">
            <a:solidFill>
              <a:srgbClr val="A3BCAB"/>
            </a:solidFill>
            <a:prstDash val="solid"/>
          </a:ln>
        </p:spPr>
      </p:sp>
      <p:sp>
        <p:nvSpPr>
          <p:cNvPr id="16" name="!!event-2-icon-2">
            <a:extLst xmlns:a="http://schemas.openxmlformats.org/drawingml/2006/main">
              <a:ext uri="{FF2B5EF4-FFF2-40B4-BE49-F238E27FC236}">
                <a16:creationId xmlns:a16="http://schemas.microsoft.com/office/drawing/2014/main" id="{98A9B9DE-6ED1-4C1A-85A6-BAD51504B87A}"/>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1309">
            <a:solidFill>
              <a:srgbClr val="A3BCAB"/>
            </a:solidFill>
            <a:prstDash val="solid"/>
          </a:ln>
        </p:spPr>
      </p:sp>
      <p:sp>
        <p:nvSpPr>
          <p:cNvPr id="17" name="!!event-label-2">
            <a:extLst xmlns:a="http://schemas.openxmlformats.org/drawingml/2006/main">
              <a:ext uri="{FF2B5EF4-FFF2-40B4-BE49-F238E27FC236}">
                <a16:creationId xmlns:a16="http://schemas.microsoft.com/office/drawing/2014/main" id="{8B1DB373-9BA2-4A8A-9DF8-16C920B87140}"/>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Đóng gói</a:t>
            </a:r>
          </a:p>
        </p:txBody>
      </p:sp>
      <p:cxnSp>
        <p:nvCxnSpPr>
          <p:cNvPr id="50"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event-3-selection">
            <a:extLst xmlns:a="http://schemas.openxmlformats.org/drawingml/2006/main">
              <a:ext uri="{FF2B5EF4-FFF2-40B4-BE49-F238E27FC236}">
                <a16:creationId xmlns:a16="http://schemas.microsoft.com/office/drawing/2014/main" id="{0B05B990-CF50-4850-8E37-E703B1C92A70}"/>
              </a:ext>
            </a:extLst>
          </p:cNvPr>
          <p:cNvSpPr>
            <a:spLocks xmlns:a="http://schemas.openxmlformats.org/drawingml/2006/main" noGrp="1"/>
          </p:cNvSpPr>
          <p:nvPr/>
        </p:nvSpPr>
        <p:spPr>
          <a:xfrm xmlns:a="http://schemas.openxmlformats.org/drawingml/2006/main">
            <a:off x="928687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event-3-icon-0">
            <a:extLst xmlns:a="http://schemas.openxmlformats.org/drawingml/2006/main">
              <a:ext uri="{FF2B5EF4-FFF2-40B4-BE49-F238E27FC236}">
                <a16:creationId xmlns:a16="http://schemas.microsoft.com/office/drawing/2014/main" id="{B125B225-F60F-4B73-81F5-6C96702713EF}"/>
              </a:ext>
            </a:extLst>
          </p:cNvPr>
          <p:cNvSpPr>
            <a:spLocks xmlns:a="http://schemas.openxmlformats.org/drawingml/2006/main" noGrp="1"/>
          </p:cNvSpPr>
          <p:nvPr/>
        </p:nvSpPr>
        <p:spPr>
          <a:xfrm xmlns:a="http://schemas.openxmlformats.org/drawingml/2006/main">
            <a:off x="9669304" y="2590848"/>
            <a:ext cx="375476" cy="406765"/>
          </a:xfrm>
          <a:prstGeom xmlns:a="http://schemas.openxmlformats.org/drawingml/2006/main" prst="rect">
            <a:avLst/>
          </a:prstGeom>
          <a:noFill xmlns:a="http://schemas.openxmlformats.org/drawingml/2006/main"/>
          <a:ln xmlns:a="http://schemas.openxmlformats.org/drawingml/2006/main" w="26820">
            <a:solidFill>
              <a:srgbClr val="FFFFFF"/>
            </a:solidFill>
            <a:prstDash val="solid"/>
          </a:ln>
        </p:spPr>
      </p:sp>
      <p:sp>
        <p:nvSpPr>
          <p:cNvPr id="21" name="!!event-3-icon-1">
            <a:extLst xmlns:a="http://schemas.openxmlformats.org/drawingml/2006/main">
              <a:ext uri="{FF2B5EF4-FFF2-40B4-BE49-F238E27FC236}">
                <a16:creationId xmlns:a16="http://schemas.microsoft.com/office/drawing/2014/main" id="{E6AB1353-79D8-4D5C-9C32-73454001018B}"/>
              </a:ext>
            </a:extLst>
          </p:cNvPr>
          <p:cNvSpPr>
            <a:spLocks xmlns:a="http://schemas.openxmlformats.org/drawingml/2006/main" noGrp="1"/>
          </p:cNvSpPr>
          <p:nvPr/>
        </p:nvSpPr>
        <p:spPr>
          <a:xfrm xmlns:a="http://schemas.openxmlformats.org/drawingml/2006/main">
            <a:off x="9606725" y="2434400"/>
            <a:ext cx="750951" cy="750951"/>
          </a:xfrm>
          <a:custGeom xmlns:a="http://schemas.openxmlformats.org/drawingml/2006/main">
            <a:pathLst>
              <a:path w="228600" h="228600">
                <a:moveTo>
                  <a:pt x="133350" y="85725"/>
                </a:moveTo>
                <a:lnTo>
                  <a:pt x="180975" y="85725"/>
                </a:lnTo>
                <a:lnTo>
                  <a:pt x="209550" y="123825"/>
                </a:lnTo>
                <a:lnTo>
                  <a:pt x="209550" y="171450"/>
                </a:lnTo>
                <a:lnTo>
                  <a:pt x="133350" y="171450"/>
                </a:lnTo>
                <a:close/>
              </a:path>
            </a:pathLst>
          </a:custGeom>
          <a:noFill xmlns:a="http://schemas.openxmlformats.org/drawingml/2006/main"/>
          <a:ln xmlns:a="http://schemas.openxmlformats.org/drawingml/2006/main" w="26820">
            <a:solidFill>
              <a:srgbClr val="FFFFFF"/>
            </a:solidFill>
            <a:prstDash val="solid"/>
          </a:ln>
        </p:spPr>
      </p:sp>
      <p:sp>
        <p:nvSpPr>
          <p:cNvPr id="22" name="!!event-3-icon-2">
            <a:extLst xmlns:a="http://schemas.openxmlformats.org/drawingml/2006/main">
              <a:ext uri="{FF2B5EF4-FFF2-40B4-BE49-F238E27FC236}">
                <a16:creationId xmlns:a16="http://schemas.microsoft.com/office/drawing/2014/main" id="{5C6669D6-34A6-4A1B-B0EE-BE1F8D4AB271}"/>
              </a:ext>
            </a:extLst>
          </p:cNvPr>
          <p:cNvSpPr>
            <a:spLocks xmlns:a="http://schemas.openxmlformats.org/drawingml/2006/main" noGrp="1"/>
          </p:cNvSpPr>
          <p:nvPr/>
        </p:nvSpPr>
        <p:spPr>
          <a:xfrm xmlns:a="http://schemas.openxmlformats.org/drawingml/2006/main">
            <a:off x="9731883"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3" name="!!event-3-icon-3">
            <a:extLst xmlns:a="http://schemas.openxmlformats.org/drawingml/2006/main">
              <a:ext uri="{FF2B5EF4-FFF2-40B4-BE49-F238E27FC236}">
                <a16:creationId xmlns:a16="http://schemas.microsoft.com/office/drawing/2014/main" id="{D5883958-A468-4CFB-9E21-87B0D7A9731F}"/>
              </a:ext>
            </a:extLst>
          </p:cNvPr>
          <p:cNvSpPr>
            <a:spLocks xmlns:a="http://schemas.openxmlformats.org/drawingml/2006/main" noGrp="1"/>
          </p:cNvSpPr>
          <p:nvPr/>
        </p:nvSpPr>
        <p:spPr>
          <a:xfrm xmlns:a="http://schemas.openxmlformats.org/drawingml/2006/main">
            <a:off x="10107359"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4" name="!!event-label-3">
            <a:extLst xmlns:a="http://schemas.openxmlformats.org/drawingml/2006/main">
              <a:ext uri="{FF2B5EF4-FFF2-40B4-BE49-F238E27FC236}">
                <a16:creationId xmlns:a16="http://schemas.microsoft.com/office/drawing/2014/main" id="{08ECE30C-C58D-4B26-862C-4AB9C959BF0F}"/>
              </a:ext>
            </a:extLst>
          </p:cNvPr>
          <p:cNvSpPr>
            <a:spLocks xmlns:a="http://schemas.openxmlformats.org/drawingml/2006/main" noGrp="1"/>
          </p:cNvSpPr>
          <p:nvPr/>
        </p:nvSpPr>
        <p:spPr>
          <a:xfrm xmlns:a="http://schemas.openxmlformats.org/drawingml/2006/main">
            <a:off x="885825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Giao hàng</a:t>
            </a:r>
          </a:p>
        </p:txBody>
      </p:sp>
      <p:cxnSp>
        <p:nvCxnSpPr>
          <p:cNvPr id="57" name="!!connector-7-2"/>
          <p:cNvCxnSpPr>
            <a:stCxn xmlns:a="http://schemas.openxmlformats.org/drawingml/2006/main" id="13" idx="6"/>
            <a:endCxn xmlns:a="http://schemas.openxmlformats.org/drawingml/2006/main" id="19" idx="2"/>
          </p:cNvCxnSpPr>
          <p:nvPr/>
        </p:nvCxnSpPr>
        <p:spPr>
          <a:xfrm xmlns:a="http://schemas.openxmlformats.org/drawingml/2006/main">
            <a:off x="774382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date-0">
            <a:extLst xmlns:a="http://schemas.openxmlformats.org/drawingml/2006/main">
              <a:ext uri="{FF2B5EF4-FFF2-40B4-BE49-F238E27FC236}">
                <a16:creationId xmlns:a16="http://schemas.microsoft.com/office/drawing/2014/main" id="{7BC0179D-3903-4633-89A3-F1FF85C97BDD}"/>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27" name="!!date-1">
            <a:extLst xmlns:a="http://schemas.openxmlformats.org/drawingml/2006/main">
              <a:ext uri="{FF2B5EF4-FFF2-40B4-BE49-F238E27FC236}">
                <a16:creationId xmlns:a16="http://schemas.microsoft.com/office/drawing/2014/main" id="{E77A83FE-133D-4389-BFDE-5285C2EBF12F}"/>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28" name="!!date-2">
            <a:extLst xmlns:a="http://schemas.openxmlformats.org/drawingml/2006/main">
              <a:ext uri="{FF2B5EF4-FFF2-40B4-BE49-F238E27FC236}">
                <a16:creationId xmlns:a16="http://schemas.microsoft.com/office/drawing/2014/main" id="{23D62574-54E2-470D-B55E-3CC1B2E1397C}"/>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29" name="!!date-3">
            <a:extLst xmlns:a="http://schemas.openxmlformats.org/drawingml/2006/main">
              <a:ext uri="{FF2B5EF4-FFF2-40B4-BE49-F238E27FC236}">
                <a16:creationId xmlns:a16="http://schemas.microsoft.com/office/drawing/2014/main" id="{3501BC63-284C-41FC-89F8-0C1E419BEF54}"/>
              </a:ext>
            </a:extLst>
          </p:cNvPr>
          <p:cNvSpPr>
            <a:spLocks xmlns:a="http://schemas.openxmlformats.org/drawingml/2006/main" noGrp="1"/>
          </p:cNvSpPr>
          <p:nvPr/>
        </p:nvSpPr>
        <p:spPr>
          <a:xfrm xmlns:a="http://schemas.openxmlformats.org/drawingml/2006/main">
            <a:off x="885825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30" name="!!history-conclusion">
            <a:extLst xmlns:a="http://schemas.openxmlformats.org/drawingml/2006/main">
              <a:ext uri="{FF2B5EF4-FFF2-40B4-BE49-F238E27FC236}">
                <a16:creationId xmlns:a16="http://schemas.microsoft.com/office/drawing/2014/main" id="{B06DE568-9BF8-4BC4-B259-A3C9CAA6350D}"/>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C8A45B"/>
                </a:solidFill>
                <a:latin typeface="Segoe UI"/>
                <a:ea typeface="Segoe UI"/>
                <a:cs typeface="Segoe UI"/>
              </a:defRPr>
            </a:pPr>
            <a:r>
              <a:rPr sz="2400" b="1">
                <a:solidFill>
                  <a:srgbClr val="C8A45B"/>
                </a:solidFill>
                <a:latin typeface="Segoe UI"/>
                <a:ea typeface="Segoe UI"/>
                <a:cs typeface="Segoe UI"/>
              </a:rPr>
              <a:t>Giao hàng cloud là ghi nhận một phía</a:t>
            </a:r>
          </a:p>
        </p:txBody>
      </p:sp>
      <p:sp>
        <p:nvSpPr>
          <p:cNvPr id="31" name="!!page">
            <a:extLst xmlns:a="http://schemas.openxmlformats.org/drawingml/2006/main">
              <a:ext uri="{FF2B5EF4-FFF2-40B4-BE49-F238E27FC236}">
                <a16:creationId xmlns:a16="http://schemas.microsoft.com/office/drawing/2014/main" id="{370473F4-3396-4955-B581-D9D25DF2E0E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32" name="!!caption">
            <a:extLst xmlns:a="http://schemas.openxmlformats.org/drawingml/2006/main">
              <a:ext uri="{FF2B5EF4-FFF2-40B4-BE49-F238E27FC236}">
                <a16:creationId xmlns:a16="http://schemas.microsoft.com/office/drawing/2014/main" id="{A2642773-ADC5-4402-B46C-7A9D33DB81E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12743728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425a049249bf4a8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B78F9CC0-1555-4CA6-8660-3066BD4F41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84A750AF-FDD3-4D18-875D-366A6B01F0C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9" name="!!buyer-qr"/>
          <p:cNvPicPr>
            <a:picLocks xmlns:a="http://schemas.openxmlformats.org/drawingml/2006/main" noChangeAspect="1"/>
          </p:cNvPicPr>
          <p:nvPr/>
        </p:nvPicPr>
        <p:blipFill>
          <a:blip xmlns:r="http://schemas.openxmlformats.org/officeDocument/2006/relationships" xmlns:a="http://schemas.openxmlformats.org/drawingml/2006/main" r:embed="Rd4567655c96c4f8b"/>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49A0A075-E9F0-4594-9B9A-72E28A198DCA}"/>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D3A556C7-3613-422B-B325-6CB62FC5FBE1}"/>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22" name="!!buyer-record"/>
          <p:cNvPicPr>
            <a:picLocks xmlns:a="http://schemas.openxmlformats.org/drawingml/2006/main" noChangeAspect="1"/>
          </p:cNvPicPr>
          <p:nvPr/>
        </p:nvPicPr>
        <p:blipFill>
          <a:blip xmlns:r="http://schemas.openxmlformats.org/officeDocument/2006/relationships" xmlns:a="http://schemas.openxmlformats.org/drawingml/2006/main" r:embed="R060fc1388c584c0c"/>
          <a:stretch xmlns:a="http://schemas.openxmlformats.org/drawingml/2006/main"/>
        </p:blipFill>
        <p:spPr>
          <a:xfrm xmlns:a="http://schemas.openxmlformats.org/drawingml/2006/main">
            <a:off x="7471505" y="1714500"/>
            <a:ext cx="2068640" cy="44767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86D68194-AAC9-41AF-B0C6-D6B753D0BEAF}"/>
              </a:ext>
            </a:extLst>
          </p:cNvPr>
          <p:cNvSpPr>
            <a:spLocks xmlns:a="http://schemas.openxmlformats.org/drawingml/2006/main" noGrp="1"/>
          </p:cNvSpPr>
          <p:nvPr/>
        </p:nvSpPr>
        <p:spPr>
          <a:xfrm xmlns:a="http://schemas.openxmlformats.org/drawingml/2006/main">
            <a:off x="7381875"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buyer-view-selection">
            <a:extLst xmlns:a="http://schemas.openxmlformats.org/drawingml/2006/main">
              <a:ext uri="{FF2B5EF4-FFF2-40B4-BE49-F238E27FC236}">
                <a16:creationId xmlns:a16="http://schemas.microsoft.com/office/drawing/2014/main" id="{8BF0B226-DDC2-41D5-8656-57CCABC133C9}"/>
              </a:ext>
            </a:extLst>
          </p:cNvPr>
          <p:cNvSpPr>
            <a:spLocks xmlns:a="http://schemas.openxmlformats.org/drawingml/2006/main" noGrp="1"/>
          </p:cNvSpPr>
          <p:nvPr/>
        </p:nvSpPr>
        <p:spPr>
          <a:xfrm xmlns:a="http://schemas.openxmlformats.org/drawingml/2006/main">
            <a:off x="3638550" y="1828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view-icon-0">
            <a:extLst xmlns:a="http://schemas.openxmlformats.org/drawingml/2006/main">
              <a:ext uri="{FF2B5EF4-FFF2-40B4-BE49-F238E27FC236}">
                <a16:creationId xmlns:a16="http://schemas.microsoft.com/office/drawing/2014/main" id="{2A9431F1-C19F-45F3-8535-563C346BC3F7}"/>
              </a:ext>
            </a:extLst>
          </p:cNvPr>
          <p:cNvSpPr>
            <a:spLocks xmlns:a="http://schemas.openxmlformats.org/drawingml/2006/main" noGrp="1"/>
          </p:cNvSpPr>
          <p:nvPr/>
        </p:nvSpPr>
        <p:spPr>
          <a:xfrm xmlns:a="http://schemas.openxmlformats.org/drawingml/2006/main">
            <a:off x="3935349" y="2027872"/>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view-icon-1">
            <a:extLst xmlns:a="http://schemas.openxmlformats.org/drawingml/2006/main">
              <a:ext uri="{FF2B5EF4-FFF2-40B4-BE49-F238E27FC236}">
                <a16:creationId xmlns:a16="http://schemas.microsoft.com/office/drawing/2014/main" id="{F4CE7FFE-B084-4D5A-A3FC-0802A4E26F78}"/>
              </a:ext>
            </a:extLst>
          </p:cNvPr>
          <p:cNvSpPr>
            <a:spLocks xmlns:a="http://schemas.openxmlformats.org/drawingml/2006/main" noGrp="1"/>
          </p:cNvSpPr>
          <p:nvPr/>
        </p:nvSpPr>
        <p:spPr>
          <a:xfrm xmlns:a="http://schemas.openxmlformats.org/drawingml/2006/main">
            <a:off x="3870198" y="2207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permission">
            <a:extLst xmlns:a="http://schemas.openxmlformats.org/drawingml/2006/main">
              <a:ext uri="{FF2B5EF4-FFF2-40B4-BE49-F238E27FC236}">
                <a16:creationId xmlns:a16="http://schemas.microsoft.com/office/drawing/2014/main" id="{AA0F2303-64DF-4EE5-9B66-5E516C4BB9D5}"/>
              </a:ext>
            </a:extLst>
          </p:cNvPr>
          <p:cNvSpPr>
            <a:spLocks xmlns:a="http://schemas.openxmlformats.org/drawingml/2006/main" noGrp="1"/>
          </p:cNvSpPr>
          <p:nvPr/>
        </p:nvSpPr>
        <p:spPr>
          <a:xfrm xmlns:a="http://schemas.openxmlformats.org/drawingml/2006/main">
            <a:off x="3638550" y="2857500"/>
            <a:ext cx="3381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Bên mua xem</a:t>
            </a:r>
          </a:p>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Chủ hồ sơ quản lý</a:t>
            </a:r>
          </a:p>
        </p:txBody>
      </p:sp>
      <p:sp>
        <p:nvSpPr>
          <p:cNvPr id="13" name="!!qr-caveat">
            <a:extLst xmlns:a="http://schemas.openxmlformats.org/drawingml/2006/main">
              <a:ext uri="{FF2B5EF4-FFF2-40B4-BE49-F238E27FC236}">
                <a16:creationId xmlns:a16="http://schemas.microsoft.com/office/drawing/2014/main" id="{BFDEF318-3C19-4462-9D3F-7333F2747EDD}"/>
              </a:ext>
            </a:extLst>
          </p:cNvPr>
          <p:cNvSpPr>
            <a:spLocks xmlns:a="http://schemas.openxmlformats.org/drawingml/2006/main" noGrp="1"/>
          </p:cNvSpPr>
          <p:nvPr/>
        </p:nvSpPr>
        <p:spPr>
          <a:xfrm xmlns:a="http://schemas.openxmlformats.org/drawingml/2006/main">
            <a:off x="3638550" y="4476750"/>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C8A45B"/>
                </a:solidFill>
                <a:latin typeface="Segoe UI"/>
                <a:ea typeface="Segoe UI"/>
                <a:cs typeface="Segoe UI"/>
              </a:defRPr>
            </a:pPr>
            <a:r>
              <a:rPr sz="2025" b="0">
                <a:solidFill>
                  <a:srgbClr val="C8A45B"/>
                </a:solidFill>
                <a:latin typeface="Segoe UI"/>
                <a:ea typeface="Segoe UI"/>
                <a:cs typeface="Segoe UI"/>
              </a:rPr>
              <a:t>QR có thể bị sao chép</a:t>
            </a:r>
          </a:p>
        </p:txBody>
      </p:sp>
      <p:sp>
        <p:nvSpPr>
          <p:cNvPr id="14" name="!!page">
            <a:extLst xmlns:a="http://schemas.openxmlformats.org/drawingml/2006/main">
              <a:ext uri="{FF2B5EF4-FFF2-40B4-BE49-F238E27FC236}">
                <a16:creationId xmlns:a16="http://schemas.microsoft.com/office/drawing/2014/main" id="{5CA1F0E2-B940-4C20-B217-0DC25FEF214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5" name="!!caption">
            <a:extLst xmlns:a="http://schemas.openxmlformats.org/drawingml/2006/main">
              <a:ext uri="{FF2B5EF4-FFF2-40B4-BE49-F238E27FC236}">
                <a16:creationId xmlns:a16="http://schemas.microsoft.com/office/drawing/2014/main" id="{8AD9D6C5-22D8-4EFB-997D-31E26634AFC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34142312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0fceed8865554af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040EA0F5-0BF0-43D1-A8F4-A2BEB792CB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C850875-D1BC-42C2-9E20-9503F38EF343}"/>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DE45F474-DC39-4FE1-B773-1C01AD1BB222}"/>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46016564-647F-42A1-91E7-A439A82539AB}"/>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D83ACDF9-A939-43C0-A367-6C0BE2B7EFEF}"/>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843411B7-EEBE-40DF-AF69-97EE0429808B}"/>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2D15462C-CBEF-4D2C-A2A8-CEDFFD9F1342}"/>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A8EF1D32-4E12-42E6-8431-532E85EC50C6}"/>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9F46815C-7688-46CE-9D88-B03528EDB83B}"/>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6F50D4C3-4FE0-460D-B6BD-28DA7CD162D1}"/>
              </a:ext>
            </a:extLst>
          </p:cNvPr>
          <p:cNvSpPr>
            <a:spLocks xmlns:a="http://schemas.openxmlformats.org/drawingml/2006/main" noGrp="1"/>
          </p:cNvSpPr>
          <p:nvPr/>
        </p:nvSpPr>
        <p:spPr>
          <a:xfrm xmlns:a="http://schemas.openxmlformats.org/drawingml/2006/main">
            <a:off x="4905375"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2" name="!!permission-1-icon-0">
            <a:extLst xmlns:a="http://schemas.openxmlformats.org/drawingml/2006/main">
              <a:ext uri="{FF2B5EF4-FFF2-40B4-BE49-F238E27FC236}">
                <a16:creationId xmlns:a16="http://schemas.microsoft.com/office/drawing/2014/main" id="{AD6B03EC-18A0-447D-8E86-74357C79053D}"/>
              </a:ext>
            </a:extLst>
          </p:cNvPr>
          <p:cNvSpPr>
            <a:spLocks xmlns:a="http://schemas.openxmlformats.org/drawingml/2006/main" noGrp="1"/>
          </p:cNvSpPr>
          <p:nvPr/>
        </p:nvSpPr>
        <p:spPr>
          <a:xfrm xmlns:a="http://schemas.openxmlformats.org/drawingml/2006/main">
            <a:off x="5209223" y="2532698"/>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3" name="!!permission-1-icon-1">
            <a:extLst xmlns:a="http://schemas.openxmlformats.org/drawingml/2006/main">
              <a:ext uri="{FF2B5EF4-FFF2-40B4-BE49-F238E27FC236}">
                <a16:creationId xmlns:a16="http://schemas.microsoft.com/office/drawing/2014/main" id="{5517A183-4A08-4171-B894-A09A17A09502}"/>
              </a:ext>
            </a:extLst>
          </p:cNvPr>
          <p:cNvSpPr>
            <a:spLocks xmlns:a="http://schemas.openxmlformats.org/drawingml/2006/main" noGrp="1"/>
          </p:cNvSpPr>
          <p:nvPr/>
        </p:nvSpPr>
        <p:spPr>
          <a:xfrm xmlns:a="http://schemas.openxmlformats.org/drawingml/2006/main">
            <a:off x="5358384" y="2532698"/>
            <a:ext cx="198882"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4" name="!!permission-1-icon-2">
            <a:extLst xmlns:a="http://schemas.openxmlformats.org/drawingml/2006/main">
              <a:ext uri="{FF2B5EF4-FFF2-40B4-BE49-F238E27FC236}">
                <a16:creationId xmlns:a16="http://schemas.microsoft.com/office/drawing/2014/main" id="{3DEE09C0-AF59-4527-80F6-912D022B9D44}"/>
              </a:ext>
            </a:extLst>
          </p:cNvPr>
          <p:cNvSpPr>
            <a:spLocks xmlns:a="http://schemas.openxmlformats.org/drawingml/2006/main" noGrp="1"/>
          </p:cNvSpPr>
          <p:nvPr/>
        </p:nvSpPr>
        <p:spPr>
          <a:xfrm xmlns:a="http://schemas.openxmlformats.org/drawingml/2006/main">
            <a:off x="5159502" y="2482977"/>
            <a:ext cx="596646" cy="59664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1309">
            <a:solidFill>
              <a:srgbClr val="A3BCAB"/>
            </a:solidFill>
            <a:prstDash val="solid"/>
          </a:ln>
        </p:spPr>
      </p:sp>
      <p:sp>
        <p:nvSpPr>
          <p:cNvPr id="15" name="!!permission-label-1">
            <a:extLst xmlns:a="http://schemas.openxmlformats.org/drawingml/2006/main">
              <a:ext uri="{FF2B5EF4-FFF2-40B4-BE49-F238E27FC236}">
                <a16:creationId xmlns:a16="http://schemas.microsoft.com/office/drawing/2014/main" id="{E87FA661-A453-4043-B6F1-E8A62654E75E}"/>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70989A7E-D14C-40F7-ACC4-49ED821D9BB4}"/>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45"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6003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ermission-2-selection">
            <a:extLst xmlns:a="http://schemas.openxmlformats.org/drawingml/2006/main">
              <a:ext uri="{FF2B5EF4-FFF2-40B4-BE49-F238E27FC236}">
                <a16:creationId xmlns:a16="http://schemas.microsoft.com/office/drawing/2014/main" id="{F2D22F0B-550D-435E-B382-B5C53E3A2B7F}"/>
              </a:ext>
            </a:extLst>
          </p:cNvPr>
          <p:cNvSpPr>
            <a:spLocks xmlns:a="http://schemas.openxmlformats.org/drawingml/2006/main" noGrp="1"/>
          </p:cNvSpPr>
          <p:nvPr/>
        </p:nvSpPr>
        <p:spPr>
          <a:xfrm xmlns:a="http://schemas.openxmlformats.org/drawingml/2006/main">
            <a:off x="846772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9" name="!!permission-2-icon-0">
            <a:extLst xmlns:a="http://schemas.openxmlformats.org/drawingml/2006/main">
              <a:ext uri="{FF2B5EF4-FFF2-40B4-BE49-F238E27FC236}">
                <a16:creationId xmlns:a16="http://schemas.microsoft.com/office/drawing/2014/main" id="{2A035EE4-DE11-4CD8-984E-9B9B973B079B}"/>
              </a:ext>
            </a:extLst>
          </p:cNvPr>
          <p:cNvSpPr>
            <a:spLocks xmlns:a="http://schemas.openxmlformats.org/drawingml/2006/main" noGrp="1"/>
          </p:cNvSpPr>
          <p:nvPr/>
        </p:nvSpPr>
        <p:spPr>
          <a:xfrm xmlns:a="http://schemas.openxmlformats.org/drawingml/2006/main">
            <a:off x="891273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20" name="!!permission-2-icon-1">
            <a:extLst xmlns:a="http://schemas.openxmlformats.org/drawingml/2006/main">
              <a:ext uri="{FF2B5EF4-FFF2-40B4-BE49-F238E27FC236}">
                <a16:creationId xmlns:a16="http://schemas.microsoft.com/office/drawing/2014/main" id="{C2EED2C0-03C6-4C18-ABA3-C59C2A34438C}"/>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21" name="!!permission-2-icon-2">
            <a:extLst xmlns:a="http://schemas.openxmlformats.org/drawingml/2006/main">
              <a:ext uri="{FF2B5EF4-FFF2-40B4-BE49-F238E27FC236}">
                <a16:creationId xmlns:a16="http://schemas.microsoft.com/office/drawing/2014/main" id="{52C6DE86-665E-4C75-B005-CA61236C8890}"/>
              </a:ext>
            </a:extLst>
          </p:cNvPr>
          <p:cNvSpPr>
            <a:spLocks xmlns:a="http://schemas.openxmlformats.org/drawingml/2006/main" noGrp="1"/>
          </p:cNvSpPr>
          <p:nvPr/>
        </p:nvSpPr>
        <p:spPr>
          <a:xfrm xmlns:a="http://schemas.openxmlformats.org/drawingml/2006/main">
            <a:off x="913176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2" name="!!permission-2-icon-3">
            <a:extLst xmlns:a="http://schemas.openxmlformats.org/drawingml/2006/main">
              <a:ext uri="{FF2B5EF4-FFF2-40B4-BE49-F238E27FC236}">
                <a16:creationId xmlns:a16="http://schemas.microsoft.com/office/drawing/2014/main" id="{630250F8-FFCA-48D6-B702-1BF2E019C567}"/>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23" name="!!permission-label-2">
            <a:extLst xmlns:a="http://schemas.openxmlformats.org/drawingml/2006/main">
              <a:ext uri="{FF2B5EF4-FFF2-40B4-BE49-F238E27FC236}">
                <a16:creationId xmlns:a16="http://schemas.microsoft.com/office/drawing/2014/main" id="{3CACAE7B-2D91-4271-9A5A-4ACEC9BF0448}"/>
              </a:ext>
            </a:extLst>
          </p:cNvPr>
          <p:cNvSpPr>
            <a:spLocks xmlns:a="http://schemas.openxmlformats.org/drawingml/2006/main" noGrp="1"/>
          </p:cNvSpPr>
          <p:nvPr/>
        </p:nvSpPr>
        <p:spPr>
          <a:xfrm xmlns:a="http://schemas.openxmlformats.org/drawingml/2006/main">
            <a:off x="803910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hồi</a:t>
            </a:r>
          </a:p>
        </p:txBody>
      </p:sp>
      <p:sp>
        <p:nvSpPr>
          <p:cNvPr id="24" name="!!permission-detail-2">
            <a:extLst xmlns:a="http://schemas.openxmlformats.org/drawingml/2006/main">
              <a:ext uri="{FF2B5EF4-FFF2-40B4-BE49-F238E27FC236}">
                <a16:creationId xmlns:a16="http://schemas.microsoft.com/office/drawing/2014/main" id="{652B18FB-26A5-4FA3-A61E-DFE9FE0AA261}"/>
              </a:ext>
            </a:extLst>
          </p:cNvPr>
          <p:cNvSpPr>
            <a:spLocks xmlns:a="http://schemas.openxmlformats.org/drawingml/2006/main" noGrp="1"/>
          </p:cNvSpPr>
          <p:nvPr/>
        </p:nvSpPr>
        <p:spPr>
          <a:xfrm xmlns:a="http://schemas.openxmlformats.org/drawingml/2006/main">
            <a:off x="803910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Chặn lượt đọc mới</a:t>
            </a:r>
          </a:p>
        </p:txBody>
      </p:sp>
      <p:cxnSp>
        <p:nvCxnSpPr>
          <p:cNvPr id="53" name="!!connector-9-1"/>
          <p:cNvCxnSpPr>
            <a:stCxn xmlns:a="http://schemas.openxmlformats.org/drawingml/2006/main" id="11" idx="6"/>
            <a:endCxn xmlns:a="http://schemas.openxmlformats.org/drawingml/2006/main" id="18" idx="2"/>
          </p:cNvCxnSpPr>
          <p:nvPr/>
        </p:nvCxnSpPr>
        <p:spPr>
          <a:xfrm xmlns:a="http://schemas.openxmlformats.org/drawingml/2006/main">
            <a:off x="6010275"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permission-limit">
            <a:extLst xmlns:a="http://schemas.openxmlformats.org/drawingml/2006/main">
              <a:ext uri="{FF2B5EF4-FFF2-40B4-BE49-F238E27FC236}">
                <a16:creationId xmlns:a16="http://schemas.microsoft.com/office/drawing/2014/main" id="{C993439B-8234-47BF-B5FA-E7A03D373522}"/>
              </a:ext>
            </a:extLst>
          </p:cNvPr>
          <p:cNvSpPr>
            <a:spLocks xmlns:a="http://schemas.openxmlformats.org/drawingml/2006/main" noGrp="1"/>
          </p:cNvSpPr>
          <p:nvPr/>
        </p:nvSpPr>
        <p:spPr>
          <a:xfrm xmlns:a="http://schemas.openxmlformats.org/drawingml/2006/main">
            <a:off x="609600" y="5772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0">
                <a:solidFill>
                  <a:srgbClr val="C8A45B"/>
                </a:solidFill>
                <a:latin typeface="Segoe UI"/>
                <a:ea typeface="Segoe UI"/>
                <a:cs typeface="Segoe UI"/>
              </a:defRPr>
            </a:pPr>
            <a:r>
              <a:rPr sz="2250" b="0">
                <a:solidFill>
                  <a:srgbClr val="C8A45B"/>
                </a:solidFill>
                <a:latin typeface="Segoe UI"/>
                <a:ea typeface="Segoe UI"/>
                <a:cs typeface="Segoe UI"/>
              </a:rPr>
              <a:t>Không thu hồi được bản người khác đã tải</a:t>
            </a:r>
          </a:p>
        </p:txBody>
      </p:sp>
      <p:sp>
        <p:nvSpPr>
          <p:cNvPr id="27" name="!!page">
            <a:extLst xmlns:a="http://schemas.openxmlformats.org/drawingml/2006/main">
              <a:ext uri="{FF2B5EF4-FFF2-40B4-BE49-F238E27FC236}">
                <a16:creationId xmlns:a16="http://schemas.microsoft.com/office/drawing/2014/main" id="{23941F42-2C74-48D3-B0E5-E659AB3DCAF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28" name="!!caption">
            <a:extLst xmlns:a="http://schemas.openxmlformats.org/drawingml/2006/main">
              <a:ext uri="{FF2B5EF4-FFF2-40B4-BE49-F238E27FC236}">
                <a16:creationId xmlns:a16="http://schemas.microsoft.com/office/drawing/2014/main" id="{5201EB07-CFB0-4D0D-B956-C6E240970E8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114570165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dd0224d0a66d42b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2D1E101-AFCF-4EB8-96B2-D7A0093543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7E2F95B-C215-4651-8B8B-F85AF08420A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HTX chuẩn bị hồ sơ cho bên mua</a:t>
            </a:r>
          </a:p>
        </p:txBody>
      </p:sp>
      <p:sp>
        <p:nvSpPr>
          <p:cNvPr id="4" name="!!demo-video-matte">
            <a:extLst xmlns:a="http://schemas.openxmlformats.org/drawingml/2006/main">
              <a:ext uri="{FF2B5EF4-FFF2-40B4-BE49-F238E27FC236}">
                <a16:creationId xmlns:a16="http://schemas.microsoft.com/office/drawing/2014/main" id="{DDF43D7A-531E-4EB7-97CD-33768BFE12F9}"/>
              </a:ext>
            </a:extLst>
          </p:cNvPr>
          <p:cNvSpPr>
            <a:spLocks xmlns:a="http://schemas.openxmlformats.org/drawingml/2006/main" noGrp="1"/>
          </p:cNvSpPr>
          <p:nvPr/>
        </p:nvSpPr>
        <p:spPr>
          <a:xfrm xmlns:a="http://schemas.openxmlformats.org/drawingml/2006/main">
            <a:off x="609600" y="1771650"/>
            <a:ext cx="7505700" cy="4219575"/>
          </a:xfrm>
          <a:prstGeom xmlns:a="http://schemas.openxmlformats.org/drawingml/2006/main" prst="rect">
            <a:avLst/>
          </a:prstGeom>
          <a:solidFill xmlns:a="http://schemas.openxmlformats.org/drawingml/2006/main">
            <a:srgbClr val="102C21"/>
          </a:solidFill>
          <a:ln xmlns:a="http://schemas.openxmlformats.org/drawingml/2006/main" w="0">
            <a:noFill/>
          </a:ln>
        </p:spPr>
      </p:sp>
      <p:pic>
        <p:nvPicPr>
          <p:cNvPr id="16" name="!!demo-video">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emoVideo"/>
            <p:extLst>
              <p:ext uri="{DAA4B4D4-6D71-4841-9C94-3DE7FCFB9230}">
                <p14:media xmlns:p14="http://schemas.microsoft.com/office/powerpoint/2010/main" xmlns:ns3="http://schemas.openxmlformats.org/officeDocument/2006/relationships" ns3:embed="rIdDemoMedia"/>
              </p:ext>
            </p:extLst>
          </p:nvPr>
        </p:nvPicPr>
        <p:blipFill>
          <a:blip xmlns:r="http://schemas.openxmlformats.org/officeDocument/2006/relationships" xmlns:a="http://schemas.openxmlformats.org/drawingml/2006/main" r:embed="R65d90f062ea444bd"/>
          <a:stretch xmlns:a="http://schemas.openxmlformats.org/drawingml/2006/main"/>
        </p:blipFill>
        <p:spPr>
          <a:xfrm xmlns:a="http://schemas.openxmlformats.org/drawingml/2006/main">
            <a:off x="611717" y="1771650"/>
            <a:ext cx="7501467" cy="4219575"/>
          </a:xfrm>
          <a:prstGeom xmlns:a="http://schemas.openxmlformats.org/drawingml/2006/main" prst="rect">
            <a:avLst/>
          </a:prstGeom>
        </p:spPr>
      </p:pic>
      <p:sp>
        <p:nvSpPr>
          <p:cNvPr id="6" name="!!demo-duration">
            <a:extLst xmlns:a="http://schemas.openxmlformats.org/drawingml/2006/main">
              <a:ext uri="{FF2B5EF4-FFF2-40B4-BE49-F238E27FC236}">
                <a16:creationId xmlns:a16="http://schemas.microsoft.com/office/drawing/2014/main" id="{5C7847AB-DCEE-4D3A-984D-72F6DCCD6518}"/>
              </a:ext>
            </a:extLst>
          </p:cNvPr>
          <p:cNvSpPr>
            <a:spLocks xmlns:a="http://schemas.openxmlformats.org/drawingml/2006/main" noGrp="1"/>
          </p:cNvSpPr>
          <p:nvPr/>
        </p:nvSpPr>
        <p:spPr>
          <a:xfrm xmlns:a="http://schemas.openxmlformats.org/drawingml/2006/main">
            <a:off x="8591550" y="1952625"/>
            <a:ext cx="2876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150" b="1">
                <a:solidFill>
                  <a:srgbClr val="C8A45B"/>
                </a:solidFill>
                <a:latin typeface="Segoe UI"/>
                <a:ea typeface="Segoe UI"/>
                <a:cs typeface="Segoe UI"/>
              </a:defRPr>
            </a:pPr>
            <a:r>
              <a:rPr sz="3150" b="1">
                <a:solidFill>
                  <a:srgbClr val="C8A45B"/>
                </a:solidFill>
                <a:latin typeface="Segoe UI"/>
                <a:ea typeface="Segoe UI"/>
                <a:cs typeface="Segoe UI"/>
              </a:rPr>
              <a:t>90 giây</a:t>
            </a:r>
          </a:p>
        </p:txBody>
      </p:sp>
      <p:sp>
        <p:nvSpPr>
          <p:cNvPr id="7" name="!!demo-start">
            <a:extLst xmlns:a="http://schemas.openxmlformats.org/drawingml/2006/main">
              <a:ext uri="{FF2B5EF4-FFF2-40B4-BE49-F238E27FC236}">
                <a16:creationId xmlns:a16="http://schemas.microsoft.com/office/drawing/2014/main" id="{55100075-D17E-4E8D-8E1D-6134E8FED93A}"/>
              </a:ext>
            </a:extLst>
          </p:cNvPr>
          <p:cNvSpPr>
            <a:spLocks xmlns:a="http://schemas.openxmlformats.org/drawingml/2006/main" noGrp="1"/>
          </p:cNvSpPr>
          <p:nvPr/>
        </p:nvSpPr>
        <p:spPr>
          <a:xfrm xmlns:a="http://schemas.openxmlformats.org/drawingml/2006/main">
            <a:off x="8591550" y="2762250"/>
            <a:ext cx="28765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Bấm vào video</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để phát</a:t>
            </a:r>
          </a:p>
        </p:txBody>
      </p:sp>
      <p:sp>
        <p:nvSpPr>
          <p:cNvPr id="8" name="!!demo-content">
            <a:extLst xmlns:a="http://schemas.openxmlformats.org/drawingml/2006/main">
              <a:ext uri="{FF2B5EF4-FFF2-40B4-BE49-F238E27FC236}">
                <a16:creationId xmlns:a16="http://schemas.microsoft.com/office/drawing/2014/main" id="{EF200508-451E-47F8-A00A-5B2189D769B7}"/>
              </a:ext>
            </a:extLst>
          </p:cNvPr>
          <p:cNvSpPr>
            <a:spLocks xmlns:a="http://schemas.openxmlformats.org/drawingml/2006/main" noGrp="1"/>
          </p:cNvSpPr>
          <p:nvPr/>
        </p:nvSpPr>
        <p:spPr>
          <a:xfrm xmlns:a="http://schemas.openxmlformats.org/drawingml/2006/main">
            <a:off x="8591550" y="4000500"/>
            <a:ext cx="2876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Chuẩn bị tài liệu</a:t>
            </a:r>
          </a:p>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Gửi hồ sơ qua QR</a:t>
            </a:r>
          </a:p>
        </p:txBody>
      </p:sp>
      <p:sp>
        <p:nvSpPr>
          <p:cNvPr id="9" name="!!demo-backup">
            <a:extLst xmlns:a="http://schemas.openxmlformats.org/drawingml/2006/main">
              <a:ext uri="{FF2B5EF4-FFF2-40B4-BE49-F238E27FC236}">
                <a16:creationId xmlns:a16="http://schemas.microsoft.com/office/drawing/2014/main" id="{6B0F0E1F-0EAE-4771-8B45-C6A6FA264703}"/>
              </a:ext>
            </a:extLst>
          </p:cNvPr>
          <p:cNvSpPr>
            <a:spLocks xmlns:a="http://schemas.openxmlformats.org/drawingml/2006/main" noGrp="1"/>
          </p:cNvSpPr>
          <p:nvPr/>
        </p:nvSpPr>
        <p:spPr>
          <a:xfrm xmlns:a="http://schemas.openxmlformats.org/drawingml/2006/main">
            <a:off x="8591550" y="5400675"/>
            <a:ext cx="2876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C8A45B"/>
                </a:solidFill>
                <a:latin typeface="Segoe UI"/>
                <a:ea typeface="Segoe UI"/>
                <a:cs typeface="Segoe UI"/>
              </a:defRPr>
            </a:pPr>
            <a:r>
              <a:rPr sz="1725" b="1">
                <a:solidFill>
                  <a:srgbClr val="C8A45B"/>
                </a:solidFill>
                <a:latin typeface="Segoe UI"/>
                <a:ea typeface="Segoe UI"/>
                <a:cs typeface="Segoe UI"/>
                <a:hlinkClick xmlns:r="http://schemas.openxmlformats.org/officeDocument/2006/relationships" r:id="Rf729ac327b2b4031"/>
              </a:rPr>
              <a:t>Mở video dự phòng</a:t>
            </a:r>
          </a:p>
        </p:txBody>
      </p:sp>
      <p:sp>
        <p:nvSpPr>
          <p:cNvPr id="10" name="!!page">
            <a:extLst xmlns:a="http://schemas.openxmlformats.org/drawingml/2006/main">
              <a:ext uri="{FF2B5EF4-FFF2-40B4-BE49-F238E27FC236}">
                <a16:creationId xmlns:a16="http://schemas.microsoft.com/office/drawing/2014/main" id="{21F6ADCD-6199-4EDD-9159-FC4627518BF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10 / 19</a:t>
            </a:r>
          </a:p>
        </p:txBody>
      </p:sp>
      <p:sp>
        <p:nvSpPr>
          <p:cNvPr id="11" name="!!caption">
            <a:extLst xmlns:a="http://schemas.openxmlformats.org/drawingml/2006/main">
              <a:ext uri="{FF2B5EF4-FFF2-40B4-BE49-F238E27FC236}">
                <a16:creationId xmlns:a16="http://schemas.microsoft.com/office/drawing/2014/main" id="{86B75C7A-2EC9-4620-88D7-8A0483D78DB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UI compact local · Auth/API mô phỏng · Dữ liệu TEST · 30/09/2026</a:t>
            </a:r>
          </a:p>
        </p:txBody>
      </p:sp>
    </p:spTree>
    <p:extLst>
      <p:ext uri="{BB962C8B-B14F-4D97-AF65-F5344CB8AC3E}">
        <p14:creationId xmlns:p14="http://schemas.microsoft.com/office/powerpoint/2010/main" val="1010992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timing>
    <p:tnLst>
      <p:par>
        <p:cTn id="1" dur="indefinite" restart="never" nodeType="tmRoot">
          <p:childTnLst>
            <p:video>
              <p:cMediaNode vol="80000">
                <p:cTn id="2" fill="hold" display="0">
                  <p:stCondLst>
                    <p:cond delay="indefinite"/>
                  </p:stCondLst>
                </p:cTn>
                <p:tgtEl>
                  <p:spTgt spid="16"/>
                </p:tgtEl>
              </p:cMediaNode>
            </p:video>
          </p:childTnLst>
        </p:cTn>
      </p:par>
    </p:tnLst>
  </p:timing>
</p:sld>
</file>

<file path=ppt/slides/slide1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46" name="!!backdrop"/>
          <p:cNvPicPr>
            <a:picLocks xmlns:a="http://schemas.openxmlformats.org/drawingml/2006/main" noChangeAspect="1"/>
          </p:cNvPicPr>
          <p:nvPr/>
        </p:nvPicPr>
        <p:blipFill>
          <a:blip xmlns:r="http://schemas.openxmlformats.org/officeDocument/2006/relationships" xmlns:a="http://schemas.openxmlformats.org/drawingml/2006/main" r:embed="Rbb005d2fa23d408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F3449AB3-3C2D-4149-9398-22ABAEE4B1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C53C1FA-F76C-4957-973B-316C42C3CF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1A37858C-B7D0-4550-ABE7-5F93CF490A10}"/>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82A67740-A6D6-45EA-9403-3F77B9197B80}"/>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85E30CBF-FE3D-4486-909D-DF3901472BA1}"/>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7D998551-720B-4CCA-9324-D690F8D2BC46}"/>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Đăng nhập tài khoản</a:t>
            </a:r>
          </a:p>
        </p:txBody>
      </p:sp>
      <p:cxnSp>
        <p:nvCxnSpPr>
          <p:cNvPr id="59"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80CE60F2-6217-4232-9647-BB4DAC4436F3}"/>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FFFFFF"/>
          </a:solidFill>
          <a:ln xmlns:a="http://schemas.openxmlformats.org/drawingml/2006/main" w="9525">
            <a:solidFill>
              <a:srgbClr val="A3BCAB"/>
            </a:solidFill>
          </a:ln>
        </p:spPr>
      </p:sp>
      <p:sp>
        <p:nvSpPr>
          <p:cNvPr id="18" name="!!render">
            <a:extLst xmlns:a="http://schemas.openxmlformats.org/drawingml/2006/main">
              <a:ext uri="{FF2B5EF4-FFF2-40B4-BE49-F238E27FC236}">
                <a16:creationId xmlns:a16="http://schemas.microsoft.com/office/drawing/2014/main" id="{454B41A3-876E-4DAD-9D43-42EC2972C273}"/>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9" name="!!render-text">
            <a:extLst xmlns:a="http://schemas.openxmlformats.org/drawingml/2006/main">
              <a:ext uri="{FF2B5EF4-FFF2-40B4-BE49-F238E27FC236}">
                <a16:creationId xmlns:a16="http://schemas.microsoft.com/office/drawing/2014/main" id="{08ADE5BB-AAE5-4892-A650-6CA36839EC88}"/>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FastAPI · Python</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Render · REST API</a:t>
            </a:r>
          </a:p>
        </p:txBody>
      </p:sp>
      <p:cxnSp>
        <p:nvCxnSpPr>
          <p:cNvPr id="65"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2" name="!!db">
            <a:extLst xmlns:a="http://schemas.openxmlformats.org/drawingml/2006/main">
              <a:ext uri="{FF2B5EF4-FFF2-40B4-BE49-F238E27FC236}">
                <a16:creationId xmlns:a16="http://schemas.microsoft.com/office/drawing/2014/main" id="{370AA5B0-FE51-4026-8AC2-6AE3777E3323}"/>
              </a:ext>
            </a:extLst>
          </p:cNvPr>
          <p:cNvSpPr>
            <a:spLocks xmlns:a="http://schemas.openxmlformats.org/drawingml/2006/main" noGrp="1"/>
          </p:cNvSpPr>
          <p:nvPr/>
        </p:nvSpPr>
        <p:spPr>
          <a:xfrm xmlns:a="http://schemas.openxmlformats.org/drawingml/2006/main">
            <a:off x="8010525" y="2295525"/>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3" name="!!db-text">
            <a:extLst xmlns:a="http://schemas.openxmlformats.org/drawingml/2006/main">
              <a:ext uri="{FF2B5EF4-FFF2-40B4-BE49-F238E27FC236}">
                <a16:creationId xmlns:a16="http://schemas.microsoft.com/office/drawing/2014/main" id="{2F3DD9C5-AF46-416A-8757-D61075C53B9B}"/>
              </a:ext>
            </a:extLst>
          </p:cNvPr>
          <p:cNvSpPr>
            <a:spLocks xmlns:a="http://schemas.openxmlformats.org/drawingml/2006/main" noGrp="1"/>
          </p:cNvSpPr>
          <p:nvPr/>
        </p:nvSpPr>
        <p:spPr>
          <a:xfrm xmlns:a="http://schemas.openxmlformats.org/drawingml/2006/main">
            <a:off x="8181975" y="2447925"/>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PostgreSQL</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RLS · lô và lịch sử</a:t>
            </a:r>
          </a:p>
        </p:txBody>
      </p:sp>
      <p:sp>
        <p:nvSpPr>
          <p:cNvPr id="34" name="!!storage">
            <a:extLst xmlns:a="http://schemas.openxmlformats.org/drawingml/2006/main">
              <a:ext uri="{FF2B5EF4-FFF2-40B4-BE49-F238E27FC236}">
                <a16:creationId xmlns:a16="http://schemas.microsoft.com/office/drawing/2014/main" id="{E206F9A1-073A-41D2-887B-F0838774BEB5}"/>
              </a:ext>
            </a:extLst>
          </p:cNvPr>
          <p:cNvSpPr>
            <a:spLocks xmlns:a="http://schemas.openxmlformats.org/drawingml/2006/main" noGrp="1"/>
          </p:cNvSpPr>
          <p:nvPr/>
        </p:nvSpPr>
        <p:spPr>
          <a:xfrm xmlns:a="http://schemas.openxmlformats.org/drawingml/2006/main">
            <a:off x="4762500" y="4152900"/>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5" name="!!storage-text">
            <a:extLst xmlns:a="http://schemas.openxmlformats.org/drawingml/2006/main">
              <a:ext uri="{FF2B5EF4-FFF2-40B4-BE49-F238E27FC236}">
                <a16:creationId xmlns:a16="http://schemas.microsoft.com/office/drawing/2014/main" id="{9C4EB535-EC69-4C37-B3C3-3C89A519C675}"/>
              </a:ext>
            </a:extLst>
          </p:cNvPr>
          <p:cNvSpPr>
            <a:spLocks xmlns:a="http://schemas.openxmlformats.org/drawingml/2006/main" noGrp="1"/>
          </p:cNvSpPr>
          <p:nvPr/>
        </p:nvSpPr>
        <p:spPr>
          <a:xfrm xmlns:a="http://schemas.openxmlformats.org/drawingml/2006/main">
            <a:off x="4933950" y="4305300"/>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Storage</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JPG / PNG / PDF</a:t>
            </a:r>
          </a:p>
        </p:txBody>
      </p:sp>
      <p:cxnSp>
        <p:nvCxnSpPr>
          <p:cNvPr id="81" name="!!connector-11-2"/>
          <p:cNvCxnSpPr>
            <a:stCxn xmlns:a="http://schemas.openxmlformats.org/drawingml/2006/main" id="18" idx="3"/>
            <a:endCxn xmlns:a="http://schemas.openxmlformats.org/drawingml/2006/main" id="32" idx="1"/>
          </p:cNvCxnSpPr>
          <p:nvPr/>
        </p:nvCxnSpPr>
        <p:spPr>
          <a:xfrm xmlns:a="http://schemas.openxmlformats.org/drawingml/2006/main">
            <a:off x="6791325" y="2867025"/>
            <a:ext cx="12192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cxnSp>
        <p:nvCxnSpPr>
          <p:cNvPr id="82" name="!!connector-11-3"/>
          <p:cNvCxnSpPr>
            <a:stCxn xmlns:a="http://schemas.openxmlformats.org/drawingml/2006/main" id="4" idx="3"/>
            <a:endCxn xmlns:a="http://schemas.openxmlformats.org/drawingml/2006/main" id="34" idx="1"/>
          </p:cNvCxnSpPr>
          <p:nvPr/>
        </p:nvCxnSpPr>
        <p:spPr>
          <a:xfrm xmlns:a="http://schemas.openxmlformats.org/drawingml/2006/main">
            <a:off x="2933700" y="2867025"/>
            <a:ext cx="1828800" cy="1857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42" name="!!db-rel">
            <a:extLst xmlns:a="http://schemas.openxmlformats.org/drawingml/2006/main">
              <a:ext uri="{FF2B5EF4-FFF2-40B4-BE49-F238E27FC236}">
                <a16:creationId xmlns:a16="http://schemas.microsoft.com/office/drawing/2014/main" id="{0B9C6568-5CC5-48C6-B940-116FE6471AA3}"/>
              </a:ext>
            </a:extLst>
          </p:cNvPr>
          <p:cNvSpPr>
            <a:spLocks xmlns:a="http://schemas.openxmlformats.org/drawingml/2006/main" noGrp="1"/>
          </p:cNvSpPr>
          <p:nvPr/>
        </p:nvSpPr>
        <p:spPr>
          <a:xfrm xmlns:a="http://schemas.openxmlformats.org/drawingml/2006/main">
            <a:off x="8010525" y="3638550"/>
            <a:ext cx="3533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A3BCAB"/>
                </a:solidFill>
                <a:latin typeface="Segoe UI"/>
                <a:ea typeface="Segoe UI"/>
                <a:cs typeface="Segoe UI"/>
              </a:defRPr>
            </a:pPr>
            <a:r>
              <a:rPr sz="1650" b="0">
                <a:solidFill>
                  <a:srgbClr val="A3BCAB"/>
                </a:solidFill>
                <a:latin typeface="Segoe UI"/>
                <a:ea typeface="Segoe UI"/>
                <a:cs typeface="Segoe UI"/>
              </a:rPr>
              <a:t>API đọc / ghi theo quyền</a:t>
            </a:r>
          </a:p>
        </p:txBody>
      </p:sp>
      <p:sp>
        <p:nvSpPr>
          <p:cNvPr id="43" name="!!storage-rel">
            <a:extLst xmlns:a="http://schemas.openxmlformats.org/drawingml/2006/main">
              <a:ext uri="{FF2B5EF4-FFF2-40B4-BE49-F238E27FC236}">
                <a16:creationId xmlns:a16="http://schemas.microsoft.com/office/drawing/2014/main" id="{276CCDAF-08E2-417B-B6B9-427805E05750}"/>
              </a:ext>
            </a:extLst>
          </p:cNvPr>
          <p:cNvSpPr>
            <a:spLocks xmlns:a="http://schemas.openxmlformats.org/drawingml/2006/main" noGrp="1"/>
          </p:cNvSpPr>
          <p:nvPr/>
        </p:nvSpPr>
        <p:spPr>
          <a:xfrm xmlns:a="http://schemas.openxmlformats.org/drawingml/2006/main">
            <a:off x="4762500" y="5600700"/>
            <a:ext cx="442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Browser tải tệp trực tiếp</a:t>
            </a:r>
          </a:p>
        </p:txBody>
      </p:sp>
      <p:sp>
        <p:nvSpPr>
          <p:cNvPr id="44" name="!!page">
            <a:extLst xmlns:a="http://schemas.openxmlformats.org/drawingml/2006/main">
              <a:ext uri="{FF2B5EF4-FFF2-40B4-BE49-F238E27FC236}">
                <a16:creationId xmlns:a16="http://schemas.microsoft.com/office/drawing/2014/main" id="{16D296FA-3DE1-4259-BAF9-0EEDB3D28BB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45" name="!!caption">
            <a:extLst xmlns:a="http://schemas.openxmlformats.org/drawingml/2006/main">
              <a:ext uri="{FF2B5EF4-FFF2-40B4-BE49-F238E27FC236}">
                <a16:creationId xmlns:a16="http://schemas.microsoft.com/office/drawing/2014/main" id="{E9167380-4C20-4749-BA6C-E4DAAEC3A94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29/09/2026 · Luồng cloud độc lập với Solana Devnet</a:t>
            </a:r>
          </a:p>
        </p:txBody>
      </p:sp>
      <p:pic>
        <p:nvPicPr>
          <p:cNvPr id="83"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3"/>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84"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4"/>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85"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5"/>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86" name="!!tech-logo-fastapi" descr="fastapi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6"/>
          <ns0:srcRect xmlns:ns0="http://schemas.openxmlformats.org/drawingml/2006/main" l="8333" t="8333" r="8333" b="8654"/>
          <a:stretch xmlns:a="http://schemas.openxmlformats.org/drawingml/2006/main">
            <a:fillRect/>
          </a:stretch>
        </p:blipFill>
        <p:spPr>
          <a:xfrm xmlns:a="http://schemas.openxmlformats.org/drawingml/2006/main">
            <a:off x="4257675" y="1629654"/>
            <a:ext cx="457200" cy="455442"/>
          </a:xfrm>
          <a:prstGeom xmlns:a="http://schemas.openxmlformats.org/drawingml/2006/main" prst="rect">
            <a:avLst/>
          </a:prstGeom>
        </p:spPr>
      </p:pic>
      <p:pic>
        <p:nvPicPr>
          <p:cNvPr id="87" name="!!tech-logo-python" descr="python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7"/>
          <ns0:srcRect xmlns:ns0="http://schemas.openxmlformats.org/drawingml/2006/main" l="0" t="0" r="67934" b="67998"/>
          <a:stretch xmlns:a="http://schemas.openxmlformats.org/drawingml/2006/main">
            <a:fillRect/>
          </a:stretch>
        </p:blipFill>
        <p:spPr>
          <a:xfrm xmlns:a="http://schemas.openxmlformats.org/drawingml/2006/main">
            <a:off x="5005345" y="1609725"/>
            <a:ext cx="409660" cy="495300"/>
          </a:xfrm>
          <a:prstGeom xmlns:a="http://schemas.openxmlformats.org/drawingml/2006/main" prst="rect">
            <a:avLst/>
          </a:prstGeom>
        </p:spPr>
      </p:pic>
      <p:pic>
        <p:nvPicPr>
          <p:cNvPr id="88" name="!!tech-logo-render" descr="rende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8"/>
          <ns0:srcRect xmlns:ns0="http://schemas.openxmlformats.org/drawingml/2006/main" l="25743" t="24242" r="24302" b="25833"/>
          <a:stretch xmlns:a="http://schemas.openxmlformats.org/drawingml/2006/main">
            <a:fillRect/>
          </a:stretch>
        </p:blipFill>
        <p:spPr>
          <a:xfrm xmlns:a="http://schemas.openxmlformats.org/drawingml/2006/main">
            <a:off x="5705475" y="1628912"/>
            <a:ext cx="457200" cy="456925"/>
          </a:xfrm>
          <a:prstGeom xmlns:a="http://schemas.openxmlformats.org/drawingml/2006/main" prst="rect">
            <a:avLst/>
          </a:prstGeom>
        </p:spPr>
      </p:pic>
      <p:pic>
        <p:nvPicPr>
          <p:cNvPr id="90" name="!!tech-logo-postgresql" descr="postgresq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90"/>
          <ns0:srcRect xmlns:ns0="http://schemas.openxmlformats.org/drawingml/2006/main" l="107" t="0" r="0" b="0"/>
          <a:stretch xmlns:a="http://schemas.openxmlformats.org/drawingml/2006/main">
            <a:fillRect/>
          </a:stretch>
        </p:blipFill>
        <p:spPr>
          <a:xfrm xmlns:a="http://schemas.openxmlformats.org/drawingml/2006/main">
            <a:off x="10662157" y="1468041"/>
            <a:ext cx="697486" cy="719733"/>
          </a:xfrm>
          <a:prstGeom xmlns:a="http://schemas.openxmlformats.org/drawingml/2006/main" prst="rect">
            <a:avLst/>
          </a:prstGeom>
        </p:spPr>
      </p:pic>
      <p:pic>
        <p:nvPicPr>
          <p:cNvPr id="92" name="!!tech-logo-supabase-db" descr="Official Supabase wordmark for db"/>
          <p:cNvPicPr>
            <a:picLocks xmlns:a="http://schemas.openxmlformats.org/drawingml/2006/main" noChangeAspect="1"/>
          </p:cNvPicPr>
          <p:nvPr/>
        </p:nvPicPr>
        <p:blipFill>
          <a:blip xmlns:r="http://schemas.openxmlformats.org/officeDocument/2006/relationships" xmlns:a="http://schemas.openxmlformats.org/drawingml/2006/main" r:embed="rIdSupabaseWordmark92"/>
          <ns0:srcRect xmlns:ns0="http://schemas.openxmlformats.org/drawingml/2006/main" l="0" t="0" r="83" b="637"/>
          <a:stretch xmlns:a="http://schemas.openxmlformats.org/drawingml/2006/main">
            <a:fillRect/>
          </a:stretch>
        </p:blipFill>
        <p:spPr>
          <a:xfrm xmlns:a="http://schemas.openxmlformats.org/drawingml/2006/main">
            <a:off x="7974434" y="1613594"/>
            <a:ext cx="2520108" cy="487561"/>
          </a:xfrm>
          <a:prstGeom xmlns:a="http://schemas.openxmlformats.org/drawingml/2006/main" prst="rect">
            <a:avLst/>
          </a:prstGeom>
        </p:spPr>
      </p:pic>
      <p:pic>
        <p:nvPicPr>
          <p:cNvPr id="93" name="!!tech-logo-supabase-storage" descr="Official Supabase wordmark for storage"/>
          <p:cNvPicPr>
            <a:picLocks xmlns:a="http://schemas.openxmlformats.org/drawingml/2006/main" noChangeAspect="1"/>
          </p:cNvPicPr>
          <p:nvPr/>
        </p:nvPicPr>
        <p:blipFill>
          <a:blip xmlns:r="http://schemas.openxmlformats.org/officeDocument/2006/relationships" xmlns:a="http://schemas.openxmlformats.org/drawingml/2006/main" r:embed="rIdSupabaseWordmark93"/>
          <ns0:srcRect xmlns:ns0="http://schemas.openxmlformats.org/drawingml/2006/main" l="0" t="0" r="83" b="637"/>
          <a:stretch xmlns:a="http://schemas.openxmlformats.org/drawingml/2006/main">
            <a:fillRect/>
          </a:stretch>
        </p:blipFill>
        <p:spPr>
          <a:xfrm xmlns:a="http://schemas.openxmlformats.org/drawingml/2006/main">
            <a:off x="5286474" y="3539728"/>
            <a:ext cx="2400101" cy="464344"/>
          </a:xfrm>
          <a:prstGeom xmlns:a="http://schemas.openxmlformats.org/drawingml/2006/main" prst="rect">
            <a:avLst/>
          </a:prstGeom>
        </p:spPr>
      </p:pic>
      <p:pic>
        <p:nvPicPr>
          <p:cNvPr id="91" name="!!tech-logo-google-auth" descr="Google G logo for Google OAuth"/>
          <p:cNvPicPr>
            <a:picLocks xmlns:a="http://schemas.openxmlformats.org/drawingml/2006/main" noChangeAspect="1"/>
          </p:cNvPicPr>
          <p:nvPr/>
        </p:nvPicPr>
        <p:blipFill>
          <a:blip xmlns:r="http://schemas.openxmlformats.org/officeDocument/2006/relationships" xmlns:a="http://schemas.openxmlformats.org/drawingml/2006/main" r:embed="rIdGoogleAuthLogo"/>
          <ns0:srcRect xmlns:ns0="http://schemas.openxmlformats.org/drawingml/2006/main" l="0" t="0" r="0" b="0"/>
          <a:stretch xmlns:a="http://schemas.openxmlformats.org/drawingml/2006/main">
            <a:fillRect/>
          </a:stretch>
        </p:blipFill>
        <p:spPr>
          <a:xfrm xmlns:a="http://schemas.openxmlformats.org/drawingml/2006/main">
            <a:off x="1842807" y="3524250"/>
            <a:ext cx="448235" cy="457200"/>
          </a:xfrm>
          <a:prstGeom xmlns:a="http://schemas.openxmlformats.org/drawingml/2006/main" prst="rect">
            <a:avLst/>
          </a:prstGeom>
        </p:spPr>
      </p:pic>
    </p:spTree>
    <p:extLst>
      <p:ext uri="{BB962C8B-B14F-4D97-AF65-F5344CB8AC3E}">
        <p14:creationId xmlns:p14="http://schemas.microsoft.com/office/powerpoint/2010/main" val="84778646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2.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7" name="!!backdrop"/>
          <p:cNvPicPr>
            <a:picLocks xmlns:a="http://schemas.openxmlformats.org/drawingml/2006/main" noChangeAspect="1"/>
          </p:cNvPicPr>
          <p:nvPr/>
        </p:nvPicPr>
        <p:blipFill>
          <a:blip xmlns:r="http://schemas.openxmlformats.org/officeDocument/2006/relationships" xmlns:a="http://schemas.openxmlformats.org/drawingml/2006/main" r:embed="Ra0a2b320fd194e6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54621B2-4894-4F87-8A65-4701A2A74B1F}"/>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006F0FA2-56F9-43A1-ADCF-F7963F710867}"/>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4D47B876-F4ED-4AA3-AE56-1039B422A770}"/>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46777233-96D4-44E2-B924-4581551F5279}"/>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6B5979E6-9DBB-4B2F-A5E3-DF1228BBE1B3}"/>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56B6A162-448F-400C-95C1-0FDB08CC0475}"/>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3E867154-B1F2-4584-9DA5-BF17872CC1C7}"/>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B4215335-A601-4301-B915-34605D2CA208}"/>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78261A1C-C772-4C4C-BFAB-E9440EA7116F}"/>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AF85FA0C-C87E-4A9D-81B8-C0BD0C60BF5D}"/>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CC83A4E3-066F-46F6-AD60-DCA42988CE1E}"/>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40"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F393BCD2-C40B-46A3-B99F-7265222616A5}"/>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1B93A061-C630-46C5-AD5A-791A14144454}"/>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BB079700-BCE0-48A5-9C65-B4D79722D56C}"/>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F748C772-C275-4FA5-BBD5-44B8A5A6899D}"/>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4AD3AF33-FEF7-4DB0-96A7-5EB815F9C509}"/>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774A27F5-84C4-447B-80A1-E4279CCCF50E}"/>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7"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12F8FF10-2972-4A69-9C53-BC2E1767D3E8}"/>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134A8239-6CF5-4C07-B2B2-33C145D92028}"/>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custody-boundary">
            <a:extLst xmlns:a="http://schemas.openxmlformats.org/drawingml/2006/main">
              <a:ext uri="{FF2B5EF4-FFF2-40B4-BE49-F238E27FC236}">
                <a16:creationId xmlns:a16="http://schemas.microsoft.com/office/drawing/2014/main" id="{44DE6038-108E-461E-89F2-709B6BE4642A}"/>
              </a:ext>
            </a:extLst>
          </p:cNvPr>
          <p:cNvSpPr>
            <a:spLocks xmlns:a="http://schemas.openxmlformats.org/drawingml/2006/main" noGrp="1"/>
          </p:cNvSpPr>
          <p:nvPr/>
        </p:nvSpPr>
        <p:spPr>
          <a:xfrm xmlns:a="http://schemas.openxmlformats.org/drawingml/2006/main">
            <a:off x="609600" y="5581650"/>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Trạng thái số cần bằng chứng</a:t>
            </a:r>
          </a:p>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về giao hàng ngoài đời</a:t>
            </a:r>
          </a:p>
        </p:txBody>
      </p:sp>
      <p:sp>
        <p:nvSpPr>
          <p:cNvPr id="25" name="!!page">
            <a:extLst xmlns:a="http://schemas.openxmlformats.org/drawingml/2006/main">
              <a:ext uri="{FF2B5EF4-FFF2-40B4-BE49-F238E27FC236}">
                <a16:creationId xmlns:a16="http://schemas.microsoft.com/office/drawing/2014/main" id="{47F99256-C6CB-489B-9756-A39B2ADF5D6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6" name="!!caption">
            <a:extLst xmlns:a="http://schemas.openxmlformats.org/drawingml/2006/main">
              <a:ext uri="{FF2B5EF4-FFF2-40B4-BE49-F238E27FC236}">
                <a16:creationId xmlns:a16="http://schemas.microsoft.com/office/drawing/2014/main" id="{587A06B3-5A8F-4095-B069-D2E0910C9C6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8"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8"/>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49"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50"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0"/>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51"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2"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2"/>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53"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60643835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8729bdd3f864485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1DB35CF-1531-49E0-AE31-ADF187898EB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D2713E3-DCCB-4B46-91B7-B10FDBB8BF1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3486F067-4EA9-47B9-A309-1E729C20B21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C76CE9E5-A5F8-4A5B-A37A-3721FE5BAEA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9C417B0A-FAF2-4B73-B331-69984C2EF566}"/>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1270AE5C-E170-4228-96F7-73E319E9F734}"/>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559706E2-D0C3-4C67-8ED7-96E3DCAC39CA}"/>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470BAEFE-221C-4DC0-923A-84EAE2BC5770}"/>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5315FEF6-96C9-4AA2-AEF6-5954E05E31F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1" name="!!audit-icon-0">
            <a:extLst xmlns:a="http://schemas.openxmlformats.org/drawingml/2006/main">
              <a:ext uri="{FF2B5EF4-FFF2-40B4-BE49-F238E27FC236}">
                <a16:creationId xmlns:a16="http://schemas.microsoft.com/office/drawing/2014/main" id="{FDF44D24-BD67-4583-834C-F23993DACAA1}"/>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2" name="!!audit-icon-1">
            <a:extLst xmlns:a="http://schemas.openxmlformats.org/drawingml/2006/main">
              <a:ext uri="{FF2B5EF4-FFF2-40B4-BE49-F238E27FC236}">
                <a16:creationId xmlns:a16="http://schemas.microsoft.com/office/drawing/2014/main" id="{BCDBCF33-52B1-48BB-B53A-9C4570D219D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3" name="!!audit-label">
            <a:extLst xmlns:a="http://schemas.openxmlformats.org/drawingml/2006/main">
              <a:ext uri="{FF2B5EF4-FFF2-40B4-BE49-F238E27FC236}">
                <a16:creationId xmlns:a16="http://schemas.microsoft.com/office/drawing/2014/main" id="{0A4C14F2-170B-4F56-859E-FC4E1B86F741}"/>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2D8361A0-2399-4435-A338-CBC6A8A190EC}"/>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external-source-selection">
            <a:extLst xmlns:a="http://schemas.openxmlformats.org/drawingml/2006/main">
              <a:ext uri="{FF2B5EF4-FFF2-40B4-BE49-F238E27FC236}">
                <a16:creationId xmlns:a16="http://schemas.microsoft.com/office/drawing/2014/main" id="{C50EB467-72E9-40CC-AA48-26F72B4BA418}"/>
              </a:ext>
            </a:extLst>
          </p:cNvPr>
          <p:cNvSpPr>
            <a:spLocks xmlns:a="http://schemas.openxmlformats.org/drawingml/2006/main" noGrp="1"/>
          </p:cNvSpPr>
          <p:nvPr/>
        </p:nvSpPr>
        <p:spPr>
          <a:xfrm xmlns:a="http://schemas.openxmlformats.org/drawingml/2006/main">
            <a:off x="600075" y="48672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6" name="!!external-source-icon-0">
            <a:extLst xmlns:a="http://schemas.openxmlformats.org/drawingml/2006/main">
              <a:ext uri="{FF2B5EF4-FFF2-40B4-BE49-F238E27FC236}">
                <a16:creationId xmlns:a16="http://schemas.microsoft.com/office/drawing/2014/main" id="{B7798323-9C5B-450E-88AA-60534FC8C138}"/>
              </a:ext>
            </a:extLst>
          </p:cNvPr>
          <p:cNvSpPr>
            <a:spLocks xmlns:a="http://schemas.openxmlformats.org/drawingml/2006/main" noGrp="1"/>
          </p:cNvSpPr>
          <p:nvPr/>
        </p:nvSpPr>
        <p:spPr>
          <a:xfrm xmlns:a="http://schemas.openxmlformats.org/drawingml/2006/main">
            <a:off x="799147" y="5066348"/>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7" name="!!external-source-icon-1">
            <a:extLst xmlns:a="http://schemas.openxmlformats.org/drawingml/2006/main">
              <a:ext uri="{FF2B5EF4-FFF2-40B4-BE49-F238E27FC236}">
                <a16:creationId xmlns:a16="http://schemas.microsoft.com/office/drawing/2014/main" id="{2FA73D58-6DEA-4DB4-A17C-7E508985A3F2}"/>
              </a:ext>
            </a:extLst>
          </p:cNvPr>
          <p:cNvSpPr>
            <a:spLocks xmlns:a="http://schemas.openxmlformats.org/drawingml/2006/main" noGrp="1"/>
          </p:cNvSpPr>
          <p:nvPr/>
        </p:nvSpPr>
        <p:spPr>
          <a:xfrm xmlns:a="http://schemas.openxmlformats.org/drawingml/2006/main">
            <a:off x="766572" y="5033772"/>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8" name="!!external-evidence">
            <a:extLst xmlns:a="http://schemas.openxmlformats.org/drawingml/2006/main">
              <a:ext uri="{FF2B5EF4-FFF2-40B4-BE49-F238E27FC236}">
                <a16:creationId xmlns:a16="http://schemas.microsoft.com/office/drawing/2014/main" id="{802B0583-17E6-4FB1-A88E-EB18B39DDE9A}"/>
              </a:ext>
            </a:extLst>
          </p:cNvPr>
          <p:cNvSpPr>
            <a:spLocks xmlns:a="http://schemas.openxmlformats.org/drawingml/2006/main" noGrp="1"/>
          </p:cNvSpPr>
          <p:nvPr/>
        </p:nvSpPr>
        <p:spPr>
          <a:xfrm xmlns:a="http://schemas.openxmlformats.org/drawingml/2006/main">
            <a:off x="1524000" y="4867275"/>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C8A45B"/>
                </a:solidFill>
                <a:latin typeface="Segoe UI"/>
                <a:ea typeface="Segoe UI"/>
                <a:cs typeface="Segoe UI"/>
              </a:defRPr>
            </a:pPr>
            <a:r>
              <a:rPr sz="2775" b="1">
                <a:solidFill>
                  <a:srgbClr val="C8A45B"/>
                </a:solidFill>
                <a:latin typeface="Segoe UI"/>
                <a:ea typeface="Segoe UI"/>
                <a:cs typeface="Segoe UI"/>
              </a:rPr>
              <a:t>Cần xác minh ngoài hệ thống</a:t>
            </a:r>
          </a:p>
        </p:txBody>
      </p:sp>
      <p:sp>
        <p:nvSpPr>
          <p:cNvPr id="19" name="!!physical-evidence">
            <a:extLst xmlns:a="http://schemas.openxmlformats.org/drawingml/2006/main">
              <a:ext uri="{FF2B5EF4-FFF2-40B4-BE49-F238E27FC236}">
                <a16:creationId xmlns:a16="http://schemas.microsoft.com/office/drawing/2014/main" id="{7FA03B00-7FCB-474A-896B-31E36412DAA6}"/>
              </a:ext>
            </a:extLst>
          </p:cNvPr>
          <p:cNvSpPr>
            <a:spLocks xmlns:a="http://schemas.openxmlformats.org/drawingml/2006/main" noGrp="1"/>
          </p:cNvSpPr>
          <p:nvPr/>
        </p:nvSpPr>
        <p:spPr>
          <a:xfrm xmlns:a="http://schemas.openxmlformats.org/drawingml/2006/main">
            <a:off x="1524000" y="5562600"/>
            <a:ext cx="962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0">
                <a:solidFill>
                  <a:srgbClr val="F4F1E8"/>
                </a:solidFill>
                <a:latin typeface="Segoe UI"/>
                <a:ea typeface="Segoe UI"/>
                <a:cs typeface="Segoe UI"/>
              </a:defRPr>
            </a:pPr>
            <a:r>
              <a:rPr sz="2100" b="0">
                <a:solidFill>
                  <a:srgbClr val="F4F1E8"/>
                </a:solidFill>
                <a:latin typeface="Segoe UI"/>
                <a:ea typeface="Segoe UI"/>
                <a:cs typeface="Segoe UI"/>
              </a:rPr>
              <a:t>Mẫu vật, chứng thư lab và bàn giao vật lý</a:t>
            </a:r>
          </a:p>
        </p:txBody>
      </p:sp>
      <p:sp>
        <p:nvSpPr>
          <p:cNvPr id="20" name="!!page">
            <a:extLst xmlns:a="http://schemas.openxmlformats.org/drawingml/2006/main">
              <a:ext uri="{FF2B5EF4-FFF2-40B4-BE49-F238E27FC236}">
                <a16:creationId xmlns:a16="http://schemas.microsoft.com/office/drawing/2014/main" id="{42322DAE-CAC8-416D-9C5D-824D37F6387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21" name="!!caption">
            <a:extLst xmlns:a="http://schemas.openxmlformats.org/drawingml/2006/main">
              <a:ext uri="{FF2B5EF4-FFF2-40B4-BE49-F238E27FC236}">
                <a16:creationId xmlns:a16="http://schemas.microsoft.com/office/drawing/2014/main" id="{D2C910F0-3B69-494D-A67E-05503833057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9907531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9bed401e49534a4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7FA9518-BF3F-437B-A6E7-5AE5E2E1135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pic>
        <p:nvPicPr>
          <p:cNvPr id="34" name="!!leaf-result"/>
          <p:cNvPicPr>
            <a:picLocks xmlns:a="http://schemas.openxmlformats.org/drawingml/2006/main" noChangeAspect="1"/>
          </p:cNvPicPr>
          <p:nvPr/>
        </p:nvPicPr>
        <p:blipFill>
          <a:blip xmlns:r="http://schemas.openxmlformats.org/officeDocument/2006/relationships" xmlns:a="http://schemas.openxmlformats.org/drawingml/2006/main" r:embed="R1891b92b958a47f2"/>
          <a:stretch xmlns:a="http://schemas.openxmlformats.org/drawingml/2006/main"/>
        </p:blipFill>
        <p:spPr>
          <a:xfrm xmlns:a="http://schemas.openxmlformats.org/drawingml/2006/main">
            <a:off x="5524500" y="2078543"/>
            <a:ext cx="6000750" cy="3377188"/>
          </a:xfrm>
          <a:prstGeom xmlns:a="http://schemas.openxmlformats.org/drawingml/2006/main" prst="rect">
            <a:avLst/>
          </a:prstGeom>
        </p:spPr>
      </p:pic>
      <p:sp>
        <p:nvSpPr>
          <p:cNvPr id="16" name="!!leaf-limit">
            <a:extLst xmlns:a="http://schemas.openxmlformats.org/drawingml/2006/main">
              <a:ext uri="{FF2B5EF4-FFF2-40B4-BE49-F238E27FC236}">
                <a16:creationId xmlns:a16="http://schemas.microsoft.com/office/drawing/2014/main" id="{627D00F8-E261-4033-BDF6-9135197D9B52}"/>
              </a:ext>
            </a:extLst>
          </p:cNvPr>
          <p:cNvSpPr>
            <a:spLocks xmlns:a="http://schemas.openxmlformats.org/drawingml/2006/main" noGrp="1"/>
          </p:cNvSpPr>
          <p:nvPr/>
        </p:nvSpPr>
        <p:spPr>
          <a:xfrm xmlns:a="http://schemas.openxmlformats.org/drawingml/2006/main">
            <a:off x="609600" y="2400300"/>
            <a:ext cx="4495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Classifier 5 nhóm lá</a:t>
            </a:r>
          </a:p>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Cần chuyên gia đối chiếu</a:t>
            </a:r>
          </a:p>
        </p:txBody>
      </p:sp>
      <p:sp>
        <p:nvSpPr>
          <p:cNvPr id="17" name="!!leaf-chemistry">
            <a:extLst xmlns:a="http://schemas.openxmlformats.org/drawingml/2006/main">
              <a:ext uri="{FF2B5EF4-FFF2-40B4-BE49-F238E27FC236}">
                <a16:creationId xmlns:a16="http://schemas.microsoft.com/office/drawing/2014/main" id="{D9C1DA34-3783-49BD-A4AD-C0FCE06F74F1}"/>
              </a:ext>
            </a:extLst>
          </p:cNvPr>
          <p:cNvSpPr>
            <a:spLocks xmlns:a="http://schemas.openxmlformats.org/drawingml/2006/main" noGrp="1"/>
          </p:cNvSpPr>
          <p:nvPr/>
        </p:nvSpPr>
        <p:spPr>
          <a:xfrm xmlns:a="http://schemas.openxmlformats.org/drawingml/2006/main">
            <a:off x="609600" y="4171950"/>
            <a:ext cx="449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Ảnh lá không đo</a:t>
            </a:r>
          </a:p>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Cadimi hoặc Vàng O</a:t>
            </a:r>
          </a:p>
        </p:txBody>
      </p:sp>
      <p:sp>
        <p:nvSpPr>
          <p:cNvPr id="18" name="!!page">
            <a:extLst xmlns:a="http://schemas.openxmlformats.org/drawingml/2006/main">
              <a:ext uri="{FF2B5EF4-FFF2-40B4-BE49-F238E27FC236}">
                <a16:creationId xmlns:a16="http://schemas.microsoft.com/office/drawing/2014/main" id="{7ABAD889-7375-425D-B909-7E0C5C864CF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19" name="!!caption">
            <a:extLst xmlns:a="http://schemas.openxmlformats.org/drawingml/2006/main">
              <a:ext uri="{FF2B5EF4-FFF2-40B4-BE49-F238E27FC236}">
                <a16:creationId xmlns:a16="http://schemas.microsoft.com/office/drawing/2014/main" id="{5129D993-F0EB-4E45-99B0-58A7D1224AC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AI thử nghiệm · Chi tiết đánh giá ở phụ lục</a:t>
            </a:r>
          </a:p>
        </p:txBody>
      </p:sp>
      <p:pic>
        <p:nvPicPr>
          <p:cNvPr id="35" name="!!tech-logo-onnxruntime" descr="onnxruntim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9924" t="23439" r="9336" b="27816"/>
          <a:stretch xmlns:a="http://schemas.openxmlformats.org/drawingml/2006/main">
            <a:fillRect/>
          </a:stretch>
        </p:blipFill>
        <p:spPr>
          <a:xfrm xmlns:a="http://schemas.openxmlformats.org/drawingml/2006/main">
            <a:off x="930289" y="1571625"/>
            <a:ext cx="1682721" cy="571500"/>
          </a:xfrm>
          <a:prstGeom xmlns:a="http://schemas.openxmlformats.org/drawingml/2006/main" prst="rect">
            <a:avLst/>
          </a:prstGeom>
        </p:spPr>
      </p:pic>
      <p:pic>
        <p:nvPicPr>
          <p:cNvPr id="36" name="!!tech-logo-fastapi-teal" descr="fastapi-tea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6"/>
          <ns0:srcRect xmlns:ns0="http://schemas.openxmlformats.org/drawingml/2006/main" l="11621" t="30352" r="11621" b="30352"/>
          <a:stretch xmlns:a="http://schemas.openxmlformats.org/drawingml/2006/main">
            <a:fillRect/>
          </a:stretch>
        </p:blipFill>
        <p:spPr>
          <a:xfrm xmlns:a="http://schemas.openxmlformats.org/drawingml/2006/main">
            <a:off x="3238500" y="1653824"/>
            <a:ext cx="2000250" cy="369003"/>
          </a:xfrm>
          <a:prstGeom xmlns:a="http://schemas.openxmlformats.org/drawingml/2006/main" prst="rect">
            <a:avLst/>
          </a:prstGeom>
        </p:spPr>
      </p:pic>
    </p:spTree>
    <p:extLst>
      <p:ext uri="{BB962C8B-B14F-4D97-AF65-F5344CB8AC3E}">
        <p14:creationId xmlns:p14="http://schemas.microsoft.com/office/powerpoint/2010/main" val="3814130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df4b09c605054bf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8C333B1-B2E8-47CE-8202-A9A63864902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687C282B-ADB5-421C-88EE-F296E807D95F}"/>
              </a:ext>
            </a:extLst>
          </p:cNvPr>
          <p:cNvSpPr>
            <a:spLocks xmlns:a="http://schemas.openxmlformats.org/drawingml/2006/main" noGrp="1"/>
          </p:cNvSpPr>
          <p:nvPr/>
        </p:nvSpPr>
        <p:spPr>
          <a:xfrm xmlns:a="http://schemas.openxmlformats.org/drawingml/2006/main">
            <a:off x="685800" y="2362200"/>
            <a:ext cx="609600" cy="609600"/>
          </a:xfrm>
          <a:prstGeom xmlns:a="http://schemas.openxmlformats.org/drawingml/2006/main" prst="hexagon">
            <a:avLst/>
          </a:prstGeom>
          <a:solidFill xmlns:a="http://schemas.openxmlformats.org/drawingml/2006/main">
            <a:srgbClr val="E5EBDD"/>
          </a:solidFill>
          <a:ln xmlns:a="http://schemas.openxmlformats.org/drawingml/2006/main" w="9525">
            <a:solidFill>
              <a:srgbClr val="166447"/>
            </a:solidFill>
          </a:ln>
        </p:spPr>
      </p:sp>
      <p:sp>
        <p:nvSpPr>
          <p:cNvPr id="4" name="!!synthetic-symbol-icon-0">
            <a:extLst xmlns:a="http://schemas.openxmlformats.org/drawingml/2006/main">
              <a:ext uri="{FF2B5EF4-FFF2-40B4-BE49-F238E27FC236}">
                <a16:creationId xmlns:a16="http://schemas.microsoft.com/office/drawing/2014/main" id="{DD079F0C-3650-415E-98BE-4E3B103458BB}"/>
              </a:ext>
            </a:extLst>
          </p:cNvPr>
          <p:cNvSpPr>
            <a:spLocks xmlns:a="http://schemas.openxmlformats.org/drawingml/2006/main" noGrp="1"/>
          </p:cNvSpPr>
          <p:nvPr/>
        </p:nvSpPr>
        <p:spPr>
          <a:xfrm xmlns:a="http://schemas.openxmlformats.org/drawingml/2006/main">
            <a:off x="923544" y="2599944"/>
            <a:ext cx="134112" cy="134112"/>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5" name="!!synthetic-symbol-icon-1">
            <a:extLst xmlns:a="http://schemas.openxmlformats.org/drawingml/2006/main">
              <a:ext uri="{FF2B5EF4-FFF2-40B4-BE49-F238E27FC236}">
                <a16:creationId xmlns:a16="http://schemas.microsoft.com/office/drawing/2014/main" id="{C3220D69-C9C2-413F-B763-FB7330D1BDA7}"/>
              </a:ext>
            </a:extLst>
          </p:cNvPr>
          <p:cNvSpPr>
            <a:spLocks xmlns:a="http://schemas.openxmlformats.org/drawingml/2006/main" noGrp="1"/>
          </p:cNvSpPr>
          <p:nvPr/>
        </p:nvSpPr>
        <p:spPr>
          <a:xfrm xmlns:a="http://schemas.openxmlformats.org/drawingml/2006/main">
            <a:off x="957072" y="2633472"/>
            <a:ext cx="67056" cy="67056"/>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6" name="!!synthetic-symbol-icon-2">
            <a:extLst xmlns:a="http://schemas.openxmlformats.org/drawingml/2006/main">
              <a:ext uri="{FF2B5EF4-FFF2-40B4-BE49-F238E27FC236}">
                <a16:creationId xmlns:a16="http://schemas.microsoft.com/office/drawing/2014/main" id="{90771EED-E7F0-4339-B8C4-7ACC4C2B251F}"/>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166447"/>
            </a:solidFill>
            <a:prstDash val="solid"/>
          </a:ln>
        </p:spPr>
      </p:sp>
      <p:sp>
        <p:nvSpPr>
          <p:cNvPr id="7" name="!!synthetic-symbol-icon-3">
            <a:extLst xmlns:a="http://schemas.openxmlformats.org/drawingml/2006/main">
              <a:ext uri="{FF2B5EF4-FFF2-40B4-BE49-F238E27FC236}">
                <a16:creationId xmlns:a16="http://schemas.microsoft.com/office/drawing/2014/main" id="{58EE848D-47F8-489E-8F93-DEB3C0A5835C}"/>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166447"/>
            </a:solidFill>
            <a:prstDash val="solid"/>
          </a:ln>
        </p:spPr>
      </p:sp>
      <p:sp>
        <p:nvSpPr>
          <p:cNvPr id="8" name="!!synthetic-symbol-icon-4">
            <a:extLst xmlns:a="http://schemas.openxmlformats.org/drawingml/2006/main">
              <a:ext uri="{FF2B5EF4-FFF2-40B4-BE49-F238E27FC236}">
                <a16:creationId xmlns:a16="http://schemas.microsoft.com/office/drawing/2014/main" id="{1423C817-29A2-4179-AC39-916BEF868263}"/>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166447"/>
            </a:solidFill>
            <a:prstDash val="solid"/>
          </a:ln>
        </p:spPr>
      </p:sp>
      <p:sp>
        <p:nvSpPr>
          <p:cNvPr id="9" name="!!synthetic-symbol-icon-5">
            <a:extLst xmlns:a="http://schemas.openxmlformats.org/drawingml/2006/main">
              <a:ext uri="{FF2B5EF4-FFF2-40B4-BE49-F238E27FC236}">
                <a16:creationId xmlns:a16="http://schemas.microsoft.com/office/drawing/2014/main" id="{775E0BBA-3E03-4394-B620-5B999CDCD94F}"/>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166447"/>
            </a:solidFill>
            <a:prstDash val="solid"/>
          </a:ln>
        </p:spPr>
      </p:sp>
      <p:sp>
        <p:nvSpPr>
          <p:cNvPr id="10" name="!!synthetic-symbol-icon-6">
            <a:extLst xmlns:a="http://schemas.openxmlformats.org/drawingml/2006/main">
              <a:ext uri="{FF2B5EF4-FFF2-40B4-BE49-F238E27FC236}">
                <a16:creationId xmlns:a16="http://schemas.microsoft.com/office/drawing/2014/main" id="{6EBE0A23-C6E4-40A6-B7C6-B08CDEE317A3}"/>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166447"/>
            </a:solidFill>
            <a:prstDash val="solid"/>
          </a:ln>
        </p:spPr>
      </p:sp>
      <p:sp>
        <p:nvSpPr>
          <p:cNvPr id="11" name="!!synthetic-symbol-icon-7">
            <a:extLst xmlns:a="http://schemas.openxmlformats.org/drawingml/2006/main">
              <a:ext uri="{FF2B5EF4-FFF2-40B4-BE49-F238E27FC236}">
                <a16:creationId xmlns:a16="http://schemas.microsoft.com/office/drawing/2014/main" id="{17ADD63E-908F-441A-AF50-86EA59E2BDF2}"/>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166447"/>
            </a:solidFill>
            <a:prstDash val="solid"/>
          </a:ln>
        </p:spPr>
      </p:sp>
      <p:sp>
        <p:nvSpPr>
          <p:cNvPr id="12" name="!!synthetic-symbol-icon-8">
            <a:extLst xmlns:a="http://schemas.openxmlformats.org/drawingml/2006/main">
              <a:ext uri="{FF2B5EF4-FFF2-40B4-BE49-F238E27FC236}">
                <a16:creationId xmlns:a16="http://schemas.microsoft.com/office/drawing/2014/main" id="{1EEC89C5-FD83-4BE1-8358-05A7344D2333}"/>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166447"/>
            </a:solidFill>
            <a:prstDash val="solid"/>
          </a:ln>
        </p:spPr>
      </p:sp>
      <p:sp>
        <p:nvSpPr>
          <p:cNvPr id="13" name="!!synthetic-symbol-icon-9">
            <a:extLst xmlns:a="http://schemas.openxmlformats.org/drawingml/2006/main">
              <a:ext uri="{FF2B5EF4-FFF2-40B4-BE49-F238E27FC236}">
                <a16:creationId xmlns:a16="http://schemas.microsoft.com/office/drawing/2014/main" id="{0A2D151E-8B76-4BDF-9E9D-6634493234E9}"/>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166447"/>
            </a:solidFill>
            <a:prstDash val="solid"/>
          </a:ln>
        </p:spPr>
      </p:sp>
      <p:sp>
        <p:nvSpPr>
          <p:cNvPr id="14" name="!!synthetic">
            <a:extLst xmlns:a="http://schemas.openxmlformats.org/drawingml/2006/main">
              <a:ext uri="{FF2B5EF4-FFF2-40B4-BE49-F238E27FC236}">
                <a16:creationId xmlns:a16="http://schemas.microsoft.com/office/drawing/2014/main" id="{7D1D60E9-BC99-4059-A68A-BCA83CE3DD1B}"/>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5A638616-357F-46C4-9C51-2B4206462FC0}"/>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rule-line">
            <a:extLst xmlns:a="http://schemas.openxmlformats.org/drawingml/2006/main">
              <a:ext uri="{FF2B5EF4-FFF2-40B4-BE49-F238E27FC236}">
                <a16:creationId xmlns:a16="http://schemas.microsoft.com/office/drawing/2014/main" id="{E53A5EEA-1543-42AC-B77E-A53A28F7B2D9}"/>
              </a:ext>
            </a:extLst>
          </p:cNvPr>
          <p:cNvSpPr>
            <a:spLocks xmlns:a="http://schemas.openxmlformats.org/drawingml/2006/main" noGrp="1"/>
          </p:cNvSpPr>
          <p:nvPr/>
        </p:nvSpPr>
        <p:spPr>
          <a:xfrm xmlns:a="http://schemas.openxmlformats.org/drawingml/2006/main">
            <a:off x="609600" y="4867275"/>
            <a:ext cx="523875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17" name="!!rule-symbol-selection">
            <a:extLst xmlns:a="http://schemas.openxmlformats.org/drawingml/2006/main">
              <a:ext uri="{FF2B5EF4-FFF2-40B4-BE49-F238E27FC236}">
                <a16:creationId xmlns:a16="http://schemas.microsoft.com/office/drawing/2014/main" id="{DCB65B5E-6069-420A-BEBA-A29F124E028A}"/>
              </a:ext>
            </a:extLst>
          </p:cNvPr>
          <p:cNvSpPr>
            <a:spLocks xmlns:a="http://schemas.openxmlformats.org/drawingml/2006/main" noGrp="1"/>
          </p:cNvSpPr>
          <p:nvPr/>
        </p:nvSpPr>
        <p:spPr>
          <a:xfrm xmlns:a="http://schemas.openxmlformats.org/drawingml/2006/main">
            <a:off x="609600" y="5114925"/>
            <a:ext cx="666750" cy="6667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rule-symbol-icon-0">
            <a:extLst xmlns:a="http://schemas.openxmlformats.org/drawingml/2006/main">
              <a:ext uri="{FF2B5EF4-FFF2-40B4-BE49-F238E27FC236}">
                <a16:creationId xmlns:a16="http://schemas.microsoft.com/office/drawing/2014/main" id="{C2882E14-D77D-40C8-B5AF-C0DDB2337B3C}"/>
              </a:ext>
            </a:extLst>
          </p:cNvPr>
          <p:cNvSpPr>
            <a:spLocks xmlns:a="http://schemas.openxmlformats.org/drawingml/2006/main" noGrp="1"/>
          </p:cNvSpPr>
          <p:nvPr/>
        </p:nvSpPr>
        <p:spPr>
          <a:xfrm xmlns:a="http://schemas.openxmlformats.org/drawingml/2006/main">
            <a:off x="792956" y="5298281"/>
            <a:ext cx="210026" cy="21002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9" name="!!rule-symbol-icon-1">
            <a:extLst xmlns:a="http://schemas.openxmlformats.org/drawingml/2006/main">
              <a:ext uri="{FF2B5EF4-FFF2-40B4-BE49-F238E27FC236}">
                <a16:creationId xmlns:a16="http://schemas.microsoft.com/office/drawing/2014/main" id="{8B273C73-AC5C-4246-9638-507713C241E6}"/>
              </a:ext>
            </a:extLst>
          </p:cNvPr>
          <p:cNvSpPr>
            <a:spLocks xmlns:a="http://schemas.openxmlformats.org/drawingml/2006/main" noGrp="1"/>
          </p:cNvSpPr>
          <p:nvPr/>
        </p:nvSpPr>
        <p:spPr>
          <a:xfrm xmlns:a="http://schemas.openxmlformats.org/drawingml/2006/main">
            <a:off x="762953" y="5268278"/>
            <a:ext cx="360045" cy="360045"/>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20" name="!!rule">
            <a:extLst xmlns:a="http://schemas.openxmlformats.org/drawingml/2006/main">
              <a:ext uri="{FF2B5EF4-FFF2-40B4-BE49-F238E27FC236}">
                <a16:creationId xmlns:a16="http://schemas.microsoft.com/office/drawing/2014/main" id="{01DEBA63-676E-4D04-9ACC-DC3F8CA4875B}"/>
              </a:ext>
            </a:extLst>
          </p:cNvPr>
          <p:cNvSpPr>
            <a:spLocks xmlns:a="http://schemas.openxmlformats.org/drawingml/2006/main" noGrp="1"/>
          </p:cNvSpPr>
          <p:nvPr/>
        </p:nvSpPr>
        <p:spPr>
          <a:xfrm xmlns:a="http://schemas.openxmlformats.org/drawingml/2006/main">
            <a:off x="1447800" y="5162550"/>
            <a:ext cx="459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66447"/>
                </a:solidFill>
                <a:latin typeface="Segoe UI"/>
                <a:ea typeface="Segoe UI"/>
                <a:cs typeface="Segoe UI"/>
              </a:defRPr>
            </a:pPr>
            <a:r>
              <a:rPr sz="2175" b="1">
                <a:solidFill>
                  <a:srgbClr val="166447"/>
                </a:solidFill>
                <a:latin typeface="Segoe UI"/>
                <a:ea typeface="Segoe UI"/>
                <a:cs typeface="Segoe UI"/>
              </a:rPr>
              <a:t>Đối chiếu ngưỡng là quy tắc</a:t>
            </a:r>
          </a:p>
        </p:txBody>
      </p:sp>
      <p:sp>
        <p:nvSpPr>
          <p:cNvPr id="21" name="!!rule-caveat">
            <a:extLst xmlns:a="http://schemas.openxmlformats.org/drawingml/2006/main">
              <a:ext uri="{FF2B5EF4-FFF2-40B4-BE49-F238E27FC236}">
                <a16:creationId xmlns:a16="http://schemas.microsoft.com/office/drawing/2014/main" id="{B77BF9E6-429B-40E8-B0D3-43B46A520A18}"/>
              </a:ext>
            </a:extLst>
          </p:cNvPr>
          <p:cNvSpPr>
            <a:spLocks xmlns:a="http://schemas.openxmlformats.org/drawingml/2006/main" noGrp="1"/>
          </p:cNvSpPr>
          <p:nvPr/>
        </p:nvSpPr>
        <p:spPr>
          <a:xfrm xmlns:a="http://schemas.openxmlformats.org/drawingml/2006/main">
            <a:off x="609600" y="58293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825525"/>
                </a:solidFill>
                <a:latin typeface="Segoe UI"/>
                <a:ea typeface="Segoe UI"/>
                <a:cs typeface="Segoe UI"/>
              </a:defRPr>
            </a:pPr>
            <a:r>
              <a:rPr sz="1725" b="0">
                <a:solidFill>
                  <a:srgbClr val="825525"/>
                </a:solidFill>
                <a:latin typeface="Segoe UI"/>
                <a:ea typeface="Segoe UI"/>
                <a:cs typeface="Segoe UI"/>
              </a:rPr>
              <a:t>Ngưỡng trong demo chưa xác minh pháp lý</a:t>
            </a:r>
          </a:p>
        </p:txBody>
      </p:sp>
      <p:sp>
        <p:nvSpPr>
          <p:cNvPr id="22" name="!!page">
            <a:extLst xmlns:a="http://schemas.openxmlformats.org/drawingml/2006/main">
              <a:ext uri="{FF2B5EF4-FFF2-40B4-BE49-F238E27FC236}">
                <a16:creationId xmlns:a16="http://schemas.microsoft.com/office/drawing/2014/main" id="{F935CFCC-753F-44EA-BD4F-48DEDCF9C40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23" name="!!caption">
            <a:extLst xmlns:a="http://schemas.openxmlformats.org/drawingml/2006/main">
              <a:ext uri="{FF2B5EF4-FFF2-40B4-BE49-F238E27FC236}">
                <a16:creationId xmlns:a16="http://schemas.microsoft.com/office/drawing/2014/main" id="{D6DA4087-78FA-4BAE-8BF5-BD55A51086F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98912951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38b11ac3ab4d47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CDC97E2-591B-417D-ACD4-C5E08CC3BB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C42F45C-8C27-4CCC-BB2F-4AC470A7FB0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AI</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Classifier thử nghiệm</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Kiểm thử theo vườn/cây</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65F0D8F3-D11E-49BA-9866-9C57066DE099}"/>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96A6AC6-88E7-4B74-B87F-2F6A0A95F4BC}"/>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75" b="1">
                <a:solidFill>
                  <a:srgbClr val="C8A45B"/>
                </a:solidFill>
                <a:latin typeface="Segoe UI"/>
                <a:ea typeface="Segoe UI"/>
                <a:cs typeface="Segoe UI"/>
              </a:rPr>
              <a:t>Bước tiếp theo: kiểm chứng flow và pilot nhỏ</a:t>
            </a:r>
          </a:p>
        </p:txBody>
      </p:sp>
      <p:sp>
        <p:nvSpPr>
          <p:cNvPr id="7" name="!!page">
            <a:extLst xmlns:a="http://schemas.openxmlformats.org/drawingml/2006/main">
              <a:ext uri="{FF2B5EF4-FFF2-40B4-BE49-F238E27FC236}">
                <a16:creationId xmlns:a16="http://schemas.microsoft.com/office/drawing/2014/main" id="{34B51362-C0D7-4431-A12E-0D29608049D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8" name="!!caption">
            <a:extLst xmlns:a="http://schemas.openxmlformats.org/drawingml/2006/main">
              <a:ext uri="{FF2B5EF4-FFF2-40B4-BE49-F238E27FC236}">
                <a16:creationId xmlns:a16="http://schemas.microsoft.com/office/drawing/2014/main" id="{2CBA6854-D63B-4536-8066-98673140B7C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63908715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1fb60c797b3f429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7A8D730-FB06-4E4E-AED6-C59D68D9B0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FDCA456E-BDBE-4F6F-92A4-89FAD96F9C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BB66DD87-D841-4F07-B1A2-3FF723B3DE65}"/>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CA565E7F-7304-4776-8400-32C1056D4EDE}"/>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63133A5D-E4B4-4623-9F86-A1734BAD9AE1}"/>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B3AADED3-5533-4224-BE8C-996B55865D40}"/>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81643FEF-AD59-4DE1-91D9-A504E7D19C1C}"/>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E962CE5C-09BF-4686-8250-D57E1D803620}"/>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pilot-measure-icon-0">
            <a:extLst xmlns:a="http://schemas.openxmlformats.org/drawingml/2006/main">
              <a:ext uri="{FF2B5EF4-FFF2-40B4-BE49-F238E27FC236}">
                <a16:creationId xmlns:a16="http://schemas.microsoft.com/office/drawing/2014/main" id="{10F0826C-7FB0-4041-A2C1-C05FC98BBD55}"/>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pilot-measure-icon-1">
            <a:extLst xmlns:a="http://schemas.openxmlformats.org/drawingml/2006/main">
              <a:ext uri="{FF2B5EF4-FFF2-40B4-BE49-F238E27FC236}">
                <a16:creationId xmlns:a16="http://schemas.microsoft.com/office/drawing/2014/main" id="{ED966982-A8E2-413E-A343-B7534B96A1DC}"/>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2" name="!!pilot-measure-label">
            <a:extLst xmlns:a="http://schemas.openxmlformats.org/drawingml/2006/main">
              <a:ext uri="{FF2B5EF4-FFF2-40B4-BE49-F238E27FC236}">
                <a16:creationId xmlns:a16="http://schemas.microsoft.com/office/drawing/2014/main" id="{BBC75C94-F322-43F2-9D63-DABFEADD2585}"/>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CE29CEE1-9A7F-42C9-819B-1CD680FA8220}"/>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yer-symbol-selection">
            <a:extLst xmlns:a="http://schemas.openxmlformats.org/drawingml/2006/main">
              <a:ext uri="{FF2B5EF4-FFF2-40B4-BE49-F238E27FC236}">
                <a16:creationId xmlns:a16="http://schemas.microsoft.com/office/drawing/2014/main" id="{08B75FF3-7F29-4084-A8DD-6392F80B2895}"/>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payer-symbol-icon-0">
            <a:extLst xmlns:a="http://schemas.openxmlformats.org/drawingml/2006/main">
              <a:ext uri="{FF2B5EF4-FFF2-40B4-BE49-F238E27FC236}">
                <a16:creationId xmlns:a16="http://schemas.microsoft.com/office/drawing/2014/main" id="{BE23DA3D-C2C1-4E3A-BDF6-FBF1479AE567}"/>
              </a:ext>
            </a:extLst>
          </p:cNvPr>
          <p:cNvSpPr>
            <a:spLocks xmlns:a="http://schemas.openxmlformats.org/drawingml/2006/main" noGrp="1"/>
          </p:cNvSpPr>
          <p:nvPr/>
        </p:nvSpPr>
        <p:spPr>
          <a:xfrm xmlns:a="http://schemas.openxmlformats.org/drawingml/2006/main">
            <a:off x="799147" y="5200936"/>
            <a:ext cx="325755" cy="260604"/>
          </a:xfrm>
          <a:prstGeom xmlns:a="http://schemas.openxmlformats.org/drawingml/2006/main" prst="roundRect">
            <a:avLst>
              <a:gd name="adj" fmla="val 29240"/>
            </a:avLst>
          </a:prstGeom>
          <a:noFill xmlns:a="http://schemas.openxmlformats.org/drawingml/2006/main"/>
          <a:ln xmlns:a="http://schemas.openxmlformats.org/drawingml/2006/main" w="19050">
            <a:solidFill>
              <a:srgbClr val="FFFFFF"/>
            </a:solidFill>
            <a:prstDash val="solid"/>
          </a:ln>
        </p:spPr>
      </p:sp>
      <p:sp>
        <p:nvSpPr>
          <p:cNvPr id="16" name="!!payer-symbol-icon-1">
            <a:extLst xmlns:a="http://schemas.openxmlformats.org/drawingml/2006/main">
              <a:ext uri="{FF2B5EF4-FFF2-40B4-BE49-F238E27FC236}">
                <a16:creationId xmlns:a16="http://schemas.microsoft.com/office/drawing/2014/main" id="{B1B0001B-07EF-4366-A9E0-F851E51DD4D1}"/>
              </a:ext>
            </a:extLst>
          </p:cNvPr>
          <p:cNvSpPr>
            <a:spLocks xmlns:a="http://schemas.openxmlformats.org/drawingml/2006/main" noGrp="1"/>
          </p:cNvSpPr>
          <p:nvPr/>
        </p:nvSpPr>
        <p:spPr>
          <a:xfrm xmlns:a="http://schemas.openxmlformats.org/drawingml/2006/main">
            <a:off x="1010888" y="5298662"/>
            <a:ext cx="114014"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7" name="!!payer-symbol-icon-2">
            <a:extLst xmlns:a="http://schemas.openxmlformats.org/drawingml/2006/main">
              <a:ext uri="{FF2B5EF4-FFF2-40B4-BE49-F238E27FC236}">
                <a16:creationId xmlns:a16="http://schemas.microsoft.com/office/drawing/2014/main" id="{5228A420-DFB9-48F4-9108-62D5012EF895}"/>
              </a:ext>
            </a:extLst>
          </p:cNvPr>
          <p:cNvSpPr>
            <a:spLocks xmlns:a="http://schemas.openxmlformats.org/drawingml/2006/main" noGrp="1"/>
          </p:cNvSpPr>
          <p:nvPr/>
        </p:nvSpPr>
        <p:spPr>
          <a:xfrm xmlns:a="http://schemas.openxmlformats.org/drawingml/2006/main">
            <a:off x="1043464" y="5331238"/>
            <a:ext cx="32576" cy="3257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payer">
            <a:extLst xmlns:a="http://schemas.openxmlformats.org/drawingml/2006/main">
              <a:ext uri="{FF2B5EF4-FFF2-40B4-BE49-F238E27FC236}">
                <a16:creationId xmlns:a16="http://schemas.microsoft.com/office/drawing/2014/main" id="{93A40949-8097-434D-AB6D-9C653EF7C8D7}"/>
              </a:ext>
            </a:extLst>
          </p:cNvPr>
          <p:cNvSpPr>
            <a:spLocks xmlns:a="http://schemas.openxmlformats.org/drawingml/2006/main" noGrp="1"/>
          </p:cNvSpPr>
          <p:nvPr/>
        </p:nvSpPr>
        <p:spPr>
          <a:xfrm xmlns:a="http://schemas.openxmlformats.org/drawingml/2006/main">
            <a:off x="1524000" y="49720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C8A45B"/>
                </a:solidFill>
                <a:latin typeface="Segoe UI"/>
                <a:ea typeface="Segoe UI"/>
                <a:cs typeface="Segoe UI"/>
              </a:defRPr>
            </a:pPr>
            <a:r>
              <a:rPr sz="2550" b="1">
                <a:solidFill>
                  <a:srgbClr val="C8A45B"/>
                </a:solidFill>
                <a:latin typeface="Segoe UI"/>
                <a:ea typeface="Segoe UI"/>
                <a:cs typeface="Segoe UI"/>
              </a:rPr>
              <a:t>Giả thuyết trả phí</a:t>
            </a:r>
          </a:p>
        </p:txBody>
      </p:sp>
      <p:sp>
        <p:nvSpPr>
          <p:cNvPr id="19" name="!!payer-detail">
            <a:extLst xmlns:a="http://schemas.openxmlformats.org/drawingml/2006/main">
              <a:ext uri="{FF2B5EF4-FFF2-40B4-BE49-F238E27FC236}">
                <a16:creationId xmlns:a16="http://schemas.microsoft.com/office/drawing/2014/main" id="{8DA82F7A-6A59-4DA9-B2C1-E3D31C0FD748}"/>
              </a:ext>
            </a:extLst>
          </p:cNvPr>
          <p:cNvSpPr>
            <a:spLocks xmlns:a="http://schemas.openxmlformats.org/drawingml/2006/main" noGrp="1"/>
          </p:cNvSpPr>
          <p:nvPr/>
        </p:nvSpPr>
        <p:spPr>
          <a:xfrm xmlns:a="http://schemas.openxmlformats.org/drawingml/2006/main">
            <a:off x="1524000" y="5572125"/>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F4F1E8"/>
                </a:solidFill>
                <a:latin typeface="Segoe UI"/>
                <a:ea typeface="Segoe UI"/>
                <a:cs typeface="Segoe UI"/>
              </a:defRPr>
            </a:pPr>
            <a:r>
              <a:rPr sz="1800" b="0">
                <a:solidFill>
                  <a:srgbClr val="F4F1E8"/>
                </a:solidFill>
                <a:latin typeface="Segoe UI"/>
                <a:ea typeface="Segoe UI"/>
                <a:cs typeface="Segoe UI"/>
              </a:rPr>
              <a:t>HTX trả phí workspace nếu pilot hữu ích</a:t>
            </a:r>
          </a:p>
        </p:txBody>
      </p:sp>
      <p:sp>
        <p:nvSpPr>
          <p:cNvPr id="20" name="!!page">
            <a:extLst xmlns:a="http://schemas.openxmlformats.org/drawingml/2006/main">
              <a:ext uri="{FF2B5EF4-FFF2-40B4-BE49-F238E27FC236}">
                <a16:creationId xmlns:a16="http://schemas.microsoft.com/office/drawing/2014/main" id="{F648EFDF-5D5E-4B1D-9615-20F6508B6A5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21" name="!!caption">
            <a:extLst xmlns:a="http://schemas.openxmlformats.org/drawingml/2006/main">
              <a:ext uri="{FF2B5EF4-FFF2-40B4-BE49-F238E27FC236}">
                <a16:creationId xmlns:a16="http://schemas.microsoft.com/office/drawing/2014/main" id="{C34CFB29-F6C1-4700-B35E-303EA94D0A4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2666129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e2eae32bf9744ee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3FBDA18-A64B-481D-8FA6-8C2CC03E7D7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B7B440DD-9C0A-4C61-9A93-D006B114A608}"/>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313FDD19-18EA-4015-B1D4-8DE3235CF89F}"/>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6F59683D-760F-48E1-A2C5-3C32BC42073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4ED5CDE6-3F96-4A1D-BC7E-1B17F83F6C6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EB163C6C-6CF7-482A-A702-A799832F38E9}"/>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6224E839-9666-417D-A880-1A134F503D4F}"/>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B32EB303-49C9-4B08-B3D8-18F8CF0AEFC6}"/>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5F4A07F4-13D8-4A49-ACD0-42051AD4B445}"/>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2428C988-E13E-41E2-98FD-9DE77E335AD8}"/>
              </a:ext>
            </a:extLst>
          </p:cNvPr>
          <p:cNvSpPr>
            <a:spLocks xmlns:a="http://schemas.openxmlformats.org/drawingml/2006/main" noGrp="1"/>
          </p:cNvSpPr>
          <p:nvPr/>
        </p:nvSpPr>
        <p:spPr>
          <a:xfrm xmlns:a="http://schemas.openxmlformats.org/drawingml/2006/main">
            <a:off x="666750" y="340042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next-1-icon-0">
            <a:extLst xmlns:a="http://schemas.openxmlformats.org/drawingml/2006/main">
              <a:ext uri="{FF2B5EF4-FFF2-40B4-BE49-F238E27FC236}">
                <a16:creationId xmlns:a16="http://schemas.microsoft.com/office/drawing/2014/main" id="{233641A4-3BB3-49F9-8375-2E8391C2ED23}"/>
              </a:ext>
            </a:extLst>
          </p:cNvPr>
          <p:cNvSpPr>
            <a:spLocks xmlns:a="http://schemas.openxmlformats.org/drawingml/2006/main" noGrp="1"/>
          </p:cNvSpPr>
          <p:nvPr/>
        </p:nvSpPr>
        <p:spPr>
          <a:xfrm xmlns:a="http://schemas.openxmlformats.org/drawingml/2006/main">
            <a:off x="901065" y="3557588"/>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3" name="!!next-1-icon-1">
            <a:extLst xmlns:a="http://schemas.openxmlformats.org/drawingml/2006/main">
              <a:ext uri="{FF2B5EF4-FFF2-40B4-BE49-F238E27FC236}">
                <a16:creationId xmlns:a16="http://schemas.microsoft.com/office/drawing/2014/main" id="{7C5C8BA8-0488-4010-8C83-851E21ADE2C6}"/>
              </a:ext>
            </a:extLst>
          </p:cNvPr>
          <p:cNvSpPr>
            <a:spLocks xmlns:a="http://schemas.openxmlformats.org/drawingml/2006/main" noGrp="1"/>
          </p:cNvSpPr>
          <p:nvPr/>
        </p:nvSpPr>
        <p:spPr>
          <a:xfrm xmlns:a="http://schemas.openxmlformats.org/drawingml/2006/main">
            <a:off x="849630" y="3699034"/>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4" name="!!next-1-label">
            <a:extLst xmlns:a="http://schemas.openxmlformats.org/drawingml/2006/main">
              <a:ext uri="{FF2B5EF4-FFF2-40B4-BE49-F238E27FC236}">
                <a16:creationId xmlns:a16="http://schemas.microsoft.com/office/drawing/2014/main" id="{CF603A27-3F60-4C21-9DF5-551EBB5080B3}"/>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9A5B6066-D7A5-41BB-A3A4-9EC3DF7D9859}"/>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next-2-selection">
            <a:extLst xmlns:a="http://schemas.openxmlformats.org/drawingml/2006/main">
              <a:ext uri="{FF2B5EF4-FFF2-40B4-BE49-F238E27FC236}">
                <a16:creationId xmlns:a16="http://schemas.microsoft.com/office/drawing/2014/main" id="{39D0C219-94ED-4699-8C36-70BA77F1DA6E}"/>
              </a:ext>
            </a:extLst>
          </p:cNvPr>
          <p:cNvSpPr>
            <a:spLocks xmlns:a="http://schemas.openxmlformats.org/drawingml/2006/main" noGrp="1"/>
          </p:cNvSpPr>
          <p:nvPr/>
        </p:nvSpPr>
        <p:spPr>
          <a:xfrm xmlns:a="http://schemas.openxmlformats.org/drawingml/2006/main">
            <a:off x="590550" y="4533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next-2-icon-0">
            <a:extLst xmlns:a="http://schemas.openxmlformats.org/drawingml/2006/main">
              <a:ext uri="{FF2B5EF4-FFF2-40B4-BE49-F238E27FC236}">
                <a16:creationId xmlns:a16="http://schemas.microsoft.com/office/drawing/2014/main" id="{F084A78C-86C5-41C3-82DA-82AA1F58A458}"/>
              </a:ext>
            </a:extLst>
          </p:cNvPr>
          <p:cNvSpPr>
            <a:spLocks xmlns:a="http://schemas.openxmlformats.org/drawingml/2006/main" noGrp="1"/>
          </p:cNvSpPr>
          <p:nvPr/>
        </p:nvSpPr>
        <p:spPr>
          <a:xfrm xmlns:a="http://schemas.openxmlformats.org/drawingml/2006/main">
            <a:off x="789622" y="47329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next-2-icon-1">
            <a:extLst xmlns:a="http://schemas.openxmlformats.org/drawingml/2006/main">
              <a:ext uri="{FF2B5EF4-FFF2-40B4-BE49-F238E27FC236}">
                <a16:creationId xmlns:a16="http://schemas.microsoft.com/office/drawing/2014/main" id="{2565713A-44D3-4142-A6D8-16B1E9E4FA61}"/>
              </a:ext>
            </a:extLst>
          </p:cNvPr>
          <p:cNvSpPr>
            <a:spLocks xmlns:a="http://schemas.openxmlformats.org/drawingml/2006/main" noGrp="1"/>
          </p:cNvSpPr>
          <p:nvPr/>
        </p:nvSpPr>
        <p:spPr>
          <a:xfrm xmlns:a="http://schemas.openxmlformats.org/drawingml/2006/main">
            <a:off x="757047" y="47003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9" name="!!next-2-label">
            <a:extLst xmlns:a="http://schemas.openxmlformats.org/drawingml/2006/main">
              <a:ext uri="{FF2B5EF4-FFF2-40B4-BE49-F238E27FC236}">
                <a16:creationId xmlns:a16="http://schemas.microsoft.com/office/drawing/2014/main" id="{C21E1175-CBCA-43B8-83CC-5DFD21B19596}"/>
              </a:ext>
            </a:extLst>
          </p:cNvPr>
          <p:cNvSpPr>
            <a:spLocks xmlns:a="http://schemas.openxmlformats.org/drawingml/2006/main" noGrp="1"/>
          </p:cNvSpPr>
          <p:nvPr/>
        </p:nvSpPr>
        <p:spPr>
          <a:xfrm xmlns:a="http://schemas.openxmlformats.org/drawingml/2006/main">
            <a:off x="1524000" y="455295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3. Xác minh nguồn bằng chứng</a:t>
            </a:r>
          </a:p>
        </p:txBody>
      </p:sp>
      <p:sp>
        <p:nvSpPr>
          <p:cNvPr id="20" name="!!next-2-detail">
            <a:extLst xmlns:a="http://schemas.openxmlformats.org/drawingml/2006/main">
              <a:ext uri="{FF2B5EF4-FFF2-40B4-BE49-F238E27FC236}">
                <a16:creationId xmlns:a16="http://schemas.microsoft.com/office/drawing/2014/main" id="{EAA96D47-0BB7-454B-8F14-F5FF13C01961}"/>
              </a:ext>
            </a:extLst>
          </p:cNvPr>
          <p:cNvSpPr>
            <a:spLocks xmlns:a="http://schemas.openxmlformats.org/drawingml/2006/main" noGrp="1"/>
          </p:cNvSpPr>
          <p:nvPr/>
        </p:nvSpPr>
        <p:spPr>
          <a:xfrm xmlns:a="http://schemas.openxmlformats.org/drawingml/2006/main">
            <a:off x="1524000" y="512445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Đối tác lab, attestation và dữ liệu AI</a:t>
            </a:r>
          </a:p>
        </p:txBody>
      </p:sp>
      <p:sp>
        <p:nvSpPr>
          <p:cNvPr id="21" name="!!page">
            <a:extLst xmlns:a="http://schemas.openxmlformats.org/drawingml/2006/main">
              <a:ext uri="{FF2B5EF4-FFF2-40B4-BE49-F238E27FC236}">
                <a16:creationId xmlns:a16="http://schemas.microsoft.com/office/drawing/2014/main" id="{B9440454-B664-47AC-B531-40EC0CDDBFD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22" name="!!caption">
            <a:extLst xmlns:a="http://schemas.openxmlformats.org/drawingml/2006/main">
              <a:ext uri="{FF2B5EF4-FFF2-40B4-BE49-F238E27FC236}">
                <a16:creationId xmlns:a16="http://schemas.microsoft.com/office/drawing/2014/main" id="{C0381A45-4D6C-4DE8-A086-C446E53B234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60097585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fd62107fc4d24a5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40C3DCCC-F84F-43F5-A1EA-55DDDB27BE6C}"/>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250" b="1">
                <a:solidFill>
                  <a:srgbClr val="F4F1E8"/>
                </a:solidFill>
                <a:latin typeface="Segoe UI"/>
                <a:ea typeface="Segoe UI"/>
                <a:cs typeface="Segoe UI"/>
              </a:defRPr>
            </a:pPr>
            <a:r>
              <a:rPr sz="5250"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39A50B97-0822-4558-9957-9F0B95328E4C}"/>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pic>
        <p:nvPicPr>
          <p:cNvPr id="12" name="!!close-qr"/>
          <p:cNvPicPr>
            <a:picLocks xmlns:a="http://schemas.openxmlformats.org/drawingml/2006/main" noChangeAspect="1"/>
          </p:cNvPicPr>
          <p:nvPr/>
        </p:nvPicPr>
        <p:blipFill>
          <a:blip xmlns:r="http://schemas.openxmlformats.org/officeDocument/2006/relationships" xmlns:a="http://schemas.openxmlformats.org/drawingml/2006/main" r:embed="R3ad24ff9762f465e"/>
          <a:stretch xmlns:a="http://schemas.openxmlformats.org/drawingml/2006/main"/>
        </p:blipFill>
        <p:spPr>
          <a:xfrm xmlns:a="http://schemas.openxmlformats.org/drawingml/2006/main">
            <a:off x="9039225" y="2981325"/>
            <a:ext cx="2371725" cy="2371725"/>
          </a:xfrm>
          <a:prstGeom xmlns:a="http://schemas.openxmlformats.org/drawingml/2006/main" prst="rect">
            <a:avLst/>
          </a:prstGeom>
        </p:spPr>
      </p:pic>
      <p:sp>
        <p:nvSpPr>
          <p:cNvPr id="5" name="!!website">
            <a:extLst xmlns:a="http://schemas.openxmlformats.org/drawingml/2006/main">
              <a:ext uri="{FF2B5EF4-FFF2-40B4-BE49-F238E27FC236}">
                <a16:creationId xmlns:a16="http://schemas.microsoft.com/office/drawing/2014/main" id="{1C56BB14-FC3F-4BF0-A25A-1A7658FE8117}"/>
              </a:ext>
            </a:extLst>
          </p:cNvPr>
          <p:cNvSpPr>
            <a:spLocks xmlns:a="http://schemas.openxmlformats.org/drawingml/2006/main" noGrp="1"/>
          </p:cNvSpPr>
          <p:nvPr/>
        </p:nvSpPr>
        <p:spPr>
          <a:xfrm xmlns:a="http://schemas.openxmlformats.org/drawingml/2006/main">
            <a:off x="609600" y="4714875"/>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C8A45B"/>
                </a:solidFill>
                <a:latin typeface="Segoe UI"/>
                <a:ea typeface="Segoe UI"/>
                <a:cs typeface="Segoe UI"/>
              </a:defRPr>
            </a:pPr>
            <a:r>
              <a:rPr sz="2175" b="1">
                <a:solidFill>
                  <a:srgbClr val="C8A45B"/>
                </a:solidFill>
                <a:latin typeface="Segoe UI"/>
                <a:ea typeface="Segoe UI"/>
                <a:cs typeface="Segoe UI"/>
                <a:hlinkClick xmlns:r="http://schemas.openxmlformats.org/officeDocument/2006/relationships" r:id="R507fcded5dbc4481"/>
              </a:rPr>
              <a:t>durian-web3.vercel.app</a:t>
            </a:r>
          </a:p>
        </p:txBody>
      </p:sp>
      <p:sp>
        <p:nvSpPr>
          <p:cNvPr id="6" name="!!repository">
            <a:extLst xmlns:a="http://schemas.openxmlformats.org/drawingml/2006/main">
              <a:ext uri="{FF2B5EF4-FFF2-40B4-BE49-F238E27FC236}">
                <a16:creationId xmlns:a16="http://schemas.microsoft.com/office/drawing/2014/main" id="{94874AB4-129E-4533-85FC-D6B5A99FB967}"/>
              </a:ext>
            </a:extLst>
          </p:cNvPr>
          <p:cNvSpPr>
            <a:spLocks xmlns:a="http://schemas.openxmlformats.org/drawingml/2006/main" noGrp="1"/>
          </p:cNvSpPr>
          <p:nvPr/>
        </p:nvSpPr>
        <p:spPr>
          <a:xfrm xmlns:a="http://schemas.openxmlformats.org/drawingml/2006/main">
            <a:off x="609600" y="5295900"/>
            <a:ext cx="716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950" b="0">
                <a:solidFill>
                  <a:srgbClr val="F4F1E8"/>
                </a:solidFill>
                <a:latin typeface="Segoe UI"/>
                <a:ea typeface="Segoe UI"/>
                <a:cs typeface="Segoe UI"/>
              </a:defRPr>
            </a:pPr>
            <a:r>
              <a:rPr sz="1950" b="0">
                <a:solidFill>
                  <a:srgbClr val="F4F1E8"/>
                </a:solidFill>
                <a:latin typeface="Segoe UI"/>
                <a:ea typeface="Segoe UI"/>
                <a:cs typeface="Segoe UI"/>
                <a:hlinkClick xmlns:r="http://schemas.openxmlformats.org/officeDocument/2006/relationships" r:id="R98a31706a1d14fcf"/>
              </a:rPr>
              <a:t>GitHub: vinhelysia / DurainCheckerDemo</a:t>
            </a:r>
          </a:p>
        </p:txBody>
      </p:sp>
      <p:sp>
        <p:nvSpPr>
          <p:cNvPr id="7" name="!!page">
            <a:extLst xmlns:a="http://schemas.openxmlformats.org/drawingml/2006/main">
              <a:ext uri="{FF2B5EF4-FFF2-40B4-BE49-F238E27FC236}">
                <a16:creationId xmlns:a16="http://schemas.microsoft.com/office/drawing/2014/main" id="{217EA964-7D4B-41EA-B22C-44949ADC832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8" name="!!caption">
            <a:extLst xmlns:a="http://schemas.openxmlformats.org/drawingml/2006/main">
              <a:ext uri="{FF2B5EF4-FFF2-40B4-BE49-F238E27FC236}">
                <a16:creationId xmlns:a16="http://schemas.microsoft.com/office/drawing/2014/main" id="{CF35A46F-7764-4770-BEFD-C234E0719A2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96150293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38b11ac3ab4d47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CDC97E2-591B-417D-ACD4-C5E08CC3BB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C42F45C-8C27-4CCC-BB2F-4AC470A7FB0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Phụ lục: đánh giá AI ảnh lá</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Model</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Tập kiểm tra</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Accuracy</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DurianLDD: 5 nhãn, 889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85,38% (cùng nguồn)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3 nhãn,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39,6% · Phomopsis 0/59</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Colab</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cùng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35,6% · chưa promote</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65F0D8F3-D11E-49BA-9866-9C57066DE099}"/>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96A6AC6-88E7-4B74-B87F-2F6A0A95F4BC}"/>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00" b="1">
                <a:solidFill>
                  <a:srgbClr val="C8A45B"/>
                </a:solidFill>
                <a:latin typeface="Segoe UI"/>
                <a:ea typeface="Segoe UI"/>
                <a:cs typeface="Segoe UI"/>
              </a:rPr>
              <a:t>Chưa có field test theo vườn/cây; training model cũ chưa rõ</a:t>
            </a:r>
          </a:p>
        </p:txBody>
      </p:sp>
      <p:sp>
        <p:nvSpPr>
          <p:cNvPr id="7" name="!!page">
            <a:extLst xmlns:a="http://schemas.openxmlformats.org/drawingml/2006/main">
              <a:ext uri="{FF2B5EF4-FFF2-40B4-BE49-F238E27FC236}">
                <a16:creationId xmlns:a16="http://schemas.microsoft.com/office/drawing/2014/main" id="{34B51362-C0D7-4431-A12E-0D29608049D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PL / 01</a:t>
            </a:r>
          </a:p>
        </p:txBody>
      </p:sp>
      <p:sp>
        <p:nvSpPr>
          <p:cNvPr id="8" name="!!caption">
            <a:extLst xmlns:a="http://schemas.openxmlformats.org/drawingml/2006/main">
              <a:ext uri="{FF2B5EF4-FFF2-40B4-BE49-F238E27FC236}">
                <a16:creationId xmlns:a16="http://schemas.microsoft.com/office/drawing/2014/main" id="{2CBA6854-D63B-4536-8066-98673140B7C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Nguồn: model card + Mendeley v2 · Hash model trên Render chưa xác minh</a:t>
            </a:r>
          </a:p>
        </p:txBody>
      </p:sp>
      <p:sp>
        <p:nvSpPr>
          <p:cNvPr id="13" name="!!tech-logo-credit">
            <a:extLst xmlns:a="http://schemas.openxmlformats.org/drawingml/2006/main">
              <a:ext uri="{FF2B5EF4-FFF2-40B4-BE49-F238E27FC236}">
                <a16:creationId xmlns:a16="http://schemas.microsoft.com/office/drawing/2014/main" id="{E452FC0D-8722-42B9-BC12-3B96B9170088}"/>
              </a:ext>
            </a:extLst>
          </p:cNvPr>
          <p:cNvSpPr>
            <a:spLocks xmlns:a="http://schemas.openxmlformats.org/drawingml/2006/main" noGrp="1"/>
          </p:cNvSpPr>
          <p:nvPr/>
        </p:nvSpPr>
        <p:spPr>
          <a:xfrm xmlns:a="http://schemas.openxmlformats.org/drawingml/2006/main">
            <a:off x="609600" y="143827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9E5DD"/>
                </a:solidFill>
                <a:latin typeface="Aptos"/>
                <a:ea typeface="Aptos"/>
                <a:cs typeface="Aptos"/>
              </a:defRPr>
            </a:pPr>
            <a:r>
              <a:rPr sz="1050" b="1">
                <a:solidFill>
                  <a:srgbClr val="D9E5DD"/>
                </a:solidFill>
                <a:latin typeface="Aptos"/>
                <a:ea typeface="Aptos"/>
                <a:cs typeface="Aptos"/>
              </a:rPr>
              <a:t>Logo công nghệ thuộc các chủ sở hữu tương ứng; dùng để mô tả stack của DurianTrust.</a:t>
            </a:r>
          </a:p>
          <a:p xmlns:a="http://schemas.openxmlformats.org/drawingml/2006/main">
            <a:pPr>
              <a:defRPr sz="1050" b="1">
                <a:solidFill>
                  <a:srgbClr val="D9E5DD"/>
                </a:solidFill>
                <a:latin typeface="Aptos"/>
                <a:ea typeface="Aptos"/>
                <a:cs typeface="Aptos"/>
              </a:defRPr>
            </a:pPr>
            <a:r>
              <a:rPr sz="1050" b="1">
                <a:solidFill>
                  <a:srgbClr val="D9E5DD"/>
                </a:solidFill>
                <a:latin typeface="Aptos"/>
                <a:ea typeface="Aptos"/>
                <a:cs typeface="Aptos"/>
              </a:rPr>
              <a:t>Vercel, thiết kế Vercel, Next.js và các nhãn hiệu, thiết kế, logo liên quan là nhãn hiệu của Vercel, Inc. hoặc công ty liên kết tại Mỹ và các quốc gia khác.</a:t>
            </a:r>
          </a:p>
        </p:txBody>
      </p:sp>
    </p:spTree>
    <p:extLst>
      <p:ext uri="{BB962C8B-B14F-4D97-AF65-F5344CB8AC3E}">
        <p14:creationId xmlns:p14="http://schemas.microsoft.com/office/powerpoint/2010/main" val="6390871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2026-09-28T16:42:58.6320000Z</dcterms:created>
  <dcterms:modified xsi:type="dcterms:W3CDTF">2026-09-28T16:42:58.6320000Z</dcterms:modified>
</coreProperties>
</file>