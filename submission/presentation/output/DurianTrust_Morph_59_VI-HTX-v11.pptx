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Default Extension="mp4" ContentType="video/mp4"/>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c205ecc4042403d"/><Relationship Type="http://schemas.openxmlformats.org/officeDocument/2006/relationships/extended-properties" Target="/docProps/app.xml" Id="R2604044a3ba44083"/><Relationship Type="http://schemas.openxmlformats.org/officeDocument/2006/relationships/officeDocument" Target="/ppt/presentation.xml" Id="Re0894aa238f84608"/></Relationships>
</file>

<file path=ppt/presentation.xml><?xml version="1.0" encoding="utf-8"?>
<p:presentation xmlns:p="http://schemas.openxmlformats.org/presentationml/2006/main">
  <p:sldMasterIdLst>
    <p:sldMasterId xmlns:r="http://schemas.openxmlformats.org/officeDocument/2006/relationships" id="2147483648" r:id="R144631899d0944da"/>
  </p:sldMasterIdLst>
  <p:notesMasterIdLst>
    <p:notesMasterId xmlns:r="http://schemas.openxmlformats.org/officeDocument/2006/relationships" r:id="R5b1ac04cd4974847"/>
  </p:notesMasterIdLst>
  <p:sldIdLst>
    <p:sldId xmlns:r="http://schemas.openxmlformats.org/officeDocument/2006/relationships" id="256" r:id="R770100cc992748b8"/>
    <p:sldId xmlns:r="http://schemas.openxmlformats.org/officeDocument/2006/relationships" id="257" r:id="R642402e2395f4d98"/>
    <p:sldId xmlns:r="http://schemas.openxmlformats.org/officeDocument/2006/relationships" id="258" r:id="Rddb410531a7944f9"/>
    <p:sldId xmlns:r="http://schemas.openxmlformats.org/officeDocument/2006/relationships" id="259" r:id="R4fbf5cc59f0e45ed"/>
    <p:sldId xmlns:r="http://schemas.openxmlformats.org/officeDocument/2006/relationships" id="260" r:id="R4e7521395c994b6e"/>
    <p:sldId xmlns:r="http://schemas.openxmlformats.org/officeDocument/2006/relationships" id="261" r:id="R783480dd17be4edb"/>
    <p:sldId xmlns:r="http://schemas.openxmlformats.org/officeDocument/2006/relationships" id="262" r:id="Rae71e1351c3e4e87"/>
    <p:sldId xmlns:r="http://schemas.openxmlformats.org/officeDocument/2006/relationships" id="263" r:id="Rfbac9e868cb64bb4"/>
    <p:sldId xmlns:r="http://schemas.openxmlformats.org/officeDocument/2006/relationships" id="264" r:id="R06da9ec27c0b49a3"/>
    <p:sldId xmlns:r="http://schemas.openxmlformats.org/officeDocument/2006/relationships" id="265" r:id="R0298b6929e3b45fb"/>
    <p:sldId xmlns:r="http://schemas.openxmlformats.org/officeDocument/2006/relationships" id="266" r:id="R0937d30ccdf34c9c"/>
    <p:sldId xmlns:r="http://schemas.openxmlformats.org/officeDocument/2006/relationships" id="267" r:id="R1f830fe4c87d4422"/>
    <p:sldId xmlns:r="http://schemas.openxmlformats.org/officeDocument/2006/relationships" id="268" r:id="Ra21a269e648743a1"/>
    <p:sldId xmlns:r="http://schemas.openxmlformats.org/officeDocument/2006/relationships" id="269" r:id="Rd3b681ec0b39432c"/>
    <p:sldId xmlns:r="http://schemas.openxmlformats.org/officeDocument/2006/relationships" id="270" r:id="Rafb376d97dd044b8"/>
    <p:sldId xmlns:r="http://schemas.openxmlformats.org/officeDocument/2006/relationships" id="271" r:id="R24d76d8315e24624"/>
    <p:sldId xmlns:r="http://schemas.openxmlformats.org/officeDocument/2006/relationships" id="272" r:id="R679157a46156430a"/>
    <p:sldId xmlns:r="http://schemas.openxmlformats.org/officeDocument/2006/relationships" id="273" r:id="R47bea2927daf42e9"/>
    <p:sldId xmlns:r="http://schemas.openxmlformats.org/officeDocument/2006/relationships" id="274" r:id="Raa310a9650524789"/>
    <p:sldId xmlns:r="http://schemas.openxmlformats.org/officeDocument/2006/relationships" id="275" r:id="R6b63f56558a34e27"/>
    <p:sldId xmlns:r="http://schemas.openxmlformats.org/officeDocument/2006/relationships" id="276" r:id="R1de0a3928692496e"/>
    <p:sldId xmlns:r="http://schemas.openxmlformats.org/officeDocument/2006/relationships" id="277" r:id="Rbbe90d9582cf44cf"/>
    <p:sldId xmlns:r="http://schemas.openxmlformats.org/officeDocument/2006/relationships" id="278" r:id="R03a9c76903c64d02"/>
    <p:sldId xmlns:r="http://schemas.openxmlformats.org/officeDocument/2006/relationships" id="279" r:id="R45606eac77a743e1"/>
    <p:sldId xmlns:r="http://schemas.openxmlformats.org/officeDocument/2006/relationships" id="280" r:id="Ra7a3385d01a44a85"/>
    <p:sldId xmlns:r="http://schemas.openxmlformats.org/officeDocument/2006/relationships" id="281" r:id="Rdb7ebd7ec97c4598"/>
    <p:sldId xmlns:r="http://schemas.openxmlformats.org/officeDocument/2006/relationships" id="282" r:id="R5e5ed3e609b54faa"/>
    <p:sldId xmlns:r="http://schemas.openxmlformats.org/officeDocument/2006/relationships" id="283" r:id="R47bcb40e10ea4b9e"/>
    <p:sldId xmlns:r="http://schemas.openxmlformats.org/officeDocument/2006/relationships" id="284" r:id="R97ac82d155264af3"/>
    <p:sldId xmlns:r="http://schemas.openxmlformats.org/officeDocument/2006/relationships" id="285" r:id="Rb2e5995199714b94"/>
    <p:sldId xmlns:r="http://schemas.openxmlformats.org/officeDocument/2006/relationships" id="286" r:id="Rd4810a0d00ce47c8"/>
    <p:sldId xmlns:r="http://schemas.openxmlformats.org/officeDocument/2006/relationships" id="287" r:id="R1ea1da05bd854bc7"/>
    <p:sldId xmlns:r="http://schemas.openxmlformats.org/officeDocument/2006/relationships" id="288" r:id="Rd6b041f6b7b245df"/>
    <p:sldId xmlns:r="http://schemas.openxmlformats.org/officeDocument/2006/relationships" id="289" r:id="Re8689b4ec07f447b"/>
    <p:sldId xmlns:r="http://schemas.openxmlformats.org/officeDocument/2006/relationships" id="290" r:id="R7ddb692f83024744"/>
    <p:sldId xmlns:r="http://schemas.openxmlformats.org/officeDocument/2006/relationships" id="291" r:id="Rdc7fbddc11fe4285"/>
    <p:sldId xmlns:r="http://schemas.openxmlformats.org/officeDocument/2006/relationships" id="292" r:id="Rbd4285cea00f444f"/>
    <p:sldId xmlns:r="http://schemas.openxmlformats.org/officeDocument/2006/relationships" id="293" r:id="Ra2e1a560a45046ea"/>
    <p:sldId xmlns:r="http://schemas.openxmlformats.org/officeDocument/2006/relationships" id="294" r:id="Refa80e069c9b4f68"/>
    <p:sldId xmlns:r="http://schemas.openxmlformats.org/officeDocument/2006/relationships" id="295" r:id="Ra0f41ddad6ab44ae"/>
    <p:sldId xmlns:r="http://schemas.openxmlformats.org/officeDocument/2006/relationships" id="296" r:id="R6a8a213282784169"/>
    <p:sldId xmlns:r="http://schemas.openxmlformats.org/officeDocument/2006/relationships" id="297" r:id="Rbb7f13f5c3154d6c"/>
    <p:sldId xmlns:r="http://schemas.openxmlformats.org/officeDocument/2006/relationships" id="298" r:id="R3565b486c49d4a16"/>
    <p:sldId xmlns:r="http://schemas.openxmlformats.org/officeDocument/2006/relationships" id="299" r:id="R2871970801fa405a"/>
    <p:sldId xmlns:r="http://schemas.openxmlformats.org/officeDocument/2006/relationships" id="300" r:id="Rb34bedcaf5074a1e"/>
    <p:sldId xmlns:r="http://schemas.openxmlformats.org/officeDocument/2006/relationships" id="301" r:id="R7b6efff1e8fa4bf5"/>
    <p:sldId xmlns:r="http://schemas.openxmlformats.org/officeDocument/2006/relationships" id="302" r:id="Rff2b3361e8164da7"/>
    <p:sldId xmlns:r="http://schemas.openxmlformats.org/officeDocument/2006/relationships" id="303" r:id="Rfd055a67a29041b5"/>
    <p:sldId xmlns:r="http://schemas.openxmlformats.org/officeDocument/2006/relationships" id="304" r:id="R205074ee039642d8"/>
    <p:sldId xmlns:r="http://schemas.openxmlformats.org/officeDocument/2006/relationships" id="305" r:id="R7b3b5a1828ab4b6b"/>
    <p:sldId xmlns:r="http://schemas.openxmlformats.org/officeDocument/2006/relationships" id="306" r:id="R0931591382d4479d"/>
    <p:sldId xmlns:r="http://schemas.openxmlformats.org/officeDocument/2006/relationships" id="307" r:id="R2ada7af1f4704797"/>
    <p:sldId xmlns:r="http://schemas.openxmlformats.org/officeDocument/2006/relationships" id="308" r:id="Rdfaa21b4c10f47c3"/>
    <p:sldId xmlns:r="http://schemas.openxmlformats.org/officeDocument/2006/relationships" id="309" r:id="Ra529d05cf65147e6"/>
    <p:sldId xmlns:r="http://schemas.openxmlformats.org/officeDocument/2006/relationships" id="310" r:id="Rab210dcec18d4ba2"/>
    <p:sldId xmlns:r="http://schemas.openxmlformats.org/officeDocument/2006/relationships" id="311" r:id="R902dbd1b06cf4407"/>
    <p:sldId xmlns:r="http://schemas.openxmlformats.org/officeDocument/2006/relationships" id="312" r:id="R5eb8fe908bd74ee2"/>
    <p:sldId xmlns:r="http://schemas.openxmlformats.org/officeDocument/2006/relationships" id="313" r:id="R7374d30692c04a09"/>
    <p:sldId xmlns:r="http://schemas.openxmlformats.org/officeDocument/2006/relationships" id="314" r:id="Ra8b3dc3b92c24356"/>
    <p:sldId xmlns:ns0="http://schemas.openxmlformats.org/officeDocument/2006/relationships" id="315" ns0:id="rIdAIAppendix60"/>
  </p:sldIdLst>
  <p:sldSz cx="12192000" cy="6858000"/>
  <p:notesSz cx="6858000" cy="9144000"/>
  <p:custShowLst>
    <p:custShow name="19 y chinh" id="1">
      <p:sldLst>
        <p:sld xmlns:ns1="http://schemas.openxmlformats.org/officeDocument/2006/relationships" ns1:id="R642402e2395f4d98"/>
        <p:sld xmlns:ns2="http://schemas.openxmlformats.org/officeDocument/2006/relationships" ns2:id="R783480dd17be4edb"/>
        <p:sld xmlns:ns3="http://schemas.openxmlformats.org/officeDocument/2006/relationships" ns3:id="R06da9ec27c0b49a3"/>
        <p:sld xmlns:ns4="http://schemas.openxmlformats.org/officeDocument/2006/relationships" ns4:id="Ra21a269e648743a1"/>
        <p:sld xmlns:ns5="http://schemas.openxmlformats.org/officeDocument/2006/relationships" ns5:id="R679157a46156430a"/>
        <p:sld xmlns:ns6="http://schemas.openxmlformats.org/officeDocument/2006/relationships" ns6:id="R6b63f56558a34e27"/>
        <p:sld xmlns:ns7="http://schemas.openxmlformats.org/officeDocument/2006/relationships" ns7:id="R45606eac77a743e1"/>
        <p:sld xmlns:ns8="http://schemas.openxmlformats.org/officeDocument/2006/relationships" ns8:id="R47bcb40e10ea4b9e"/>
        <p:sld xmlns:ns9="http://schemas.openxmlformats.org/officeDocument/2006/relationships" ns9:id="Rd4810a0d00ce47c8"/>
        <p:sld xmlns:ns10="http://schemas.openxmlformats.org/officeDocument/2006/relationships" ns10:id="R1ea1da05bd854bc7"/>
        <p:sld xmlns:ns11="http://schemas.openxmlformats.org/officeDocument/2006/relationships" ns11:id="Rdc7fbddc11fe4285"/>
        <p:sld xmlns:ns12="http://schemas.openxmlformats.org/officeDocument/2006/relationships" ns12:id="Ra0f41ddad6ab44ae"/>
        <p:sld xmlns:ns13="http://schemas.openxmlformats.org/officeDocument/2006/relationships" ns13:id="R3565b486c49d4a16"/>
        <p:sld xmlns:ns14="http://schemas.openxmlformats.org/officeDocument/2006/relationships" ns14:id="R7b6efff1e8fa4bf5"/>
        <p:sld xmlns:ns15="http://schemas.openxmlformats.org/officeDocument/2006/relationships" ns15:id="Rfd055a67a29041b5"/>
        <p:sld xmlns:ns16="http://schemas.openxmlformats.org/officeDocument/2006/relationships" ns16:id="R0931591382d4479d"/>
        <p:sld xmlns:ns17="http://schemas.openxmlformats.org/officeDocument/2006/relationships" ns17:id="Ra529d05cf65147e6"/>
        <p:sld xmlns:ns18="http://schemas.openxmlformats.org/officeDocument/2006/relationships" ns18:id="R5eb8fe908bd74ee2"/>
        <p:sld xmlns:ns19="http://schemas.openxmlformats.org/officeDocument/2006/relationships" ns19:id="Ra8b3dc3b92c24356"/>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86c43f25bd1f4dc4"/><Relationship Type="http://schemas.openxmlformats.org/officeDocument/2006/relationships/slideMaster" Target="/ppt/slideMasters/slideMaster1.xml" Id="R144631899d0944da"/><Relationship Type="http://schemas.openxmlformats.org/officeDocument/2006/relationships/notesMaster" Target="/ppt/notesMasters/notesMaster1.xml" Id="R5b1ac04cd4974847"/><Relationship Type="http://schemas.openxmlformats.org/officeDocument/2006/relationships/presProps" Target="/ppt/presProps.xml" Id="R149106f1ac41431c"/><Relationship Type="http://schemas.openxmlformats.org/officeDocument/2006/relationships/tableStyles" Target="/ppt/tableStyles.xml" Id="R60d3ebdb6d3249f3"/><Relationship Type="http://schemas.openxmlformats.org/officeDocument/2006/relationships/slide" Target="/ppt/slides/slide1.xml" Id="R770100cc992748b8"/><Relationship Type="http://schemas.openxmlformats.org/officeDocument/2006/relationships/slide" Target="/ppt/slides/slide2.xml" Id="R642402e2395f4d98"/><Relationship Type="http://schemas.openxmlformats.org/officeDocument/2006/relationships/slide" Target="/ppt/slides/slide3.xml" Id="Rddb410531a7944f9"/><Relationship Type="http://schemas.openxmlformats.org/officeDocument/2006/relationships/slide" Target="/ppt/slides/slide4.xml" Id="R4fbf5cc59f0e45ed"/><Relationship Type="http://schemas.openxmlformats.org/officeDocument/2006/relationships/slide" Target="/ppt/slides/slide5.xml" Id="R4e7521395c994b6e"/><Relationship Type="http://schemas.openxmlformats.org/officeDocument/2006/relationships/slide" Target="/ppt/slides/slide6.xml" Id="R783480dd17be4edb"/><Relationship Type="http://schemas.openxmlformats.org/officeDocument/2006/relationships/slide" Target="/ppt/slides/slide7.xml" Id="Rae71e1351c3e4e87"/><Relationship Type="http://schemas.openxmlformats.org/officeDocument/2006/relationships/slide" Target="/ppt/slides/slide8.xml" Id="Rfbac9e868cb64bb4"/><Relationship Type="http://schemas.openxmlformats.org/officeDocument/2006/relationships/slide" Target="/ppt/slides/slide9.xml" Id="R06da9ec27c0b49a3"/><Relationship Type="http://schemas.openxmlformats.org/officeDocument/2006/relationships/slide" Target="/ppt/slides/slide10.xml" Id="R0298b6929e3b45fb"/><Relationship Type="http://schemas.openxmlformats.org/officeDocument/2006/relationships/slide" Target="/ppt/slides/slide11.xml" Id="R0937d30ccdf34c9c"/><Relationship Type="http://schemas.openxmlformats.org/officeDocument/2006/relationships/slide" Target="/ppt/slides/slide12.xml" Id="R1f830fe4c87d4422"/><Relationship Type="http://schemas.openxmlformats.org/officeDocument/2006/relationships/slide" Target="/ppt/slides/slide13.xml" Id="Ra21a269e648743a1"/><Relationship Type="http://schemas.openxmlformats.org/officeDocument/2006/relationships/slide" Target="/ppt/slides/slide14.xml" Id="Rd3b681ec0b39432c"/><Relationship Type="http://schemas.openxmlformats.org/officeDocument/2006/relationships/slide" Target="/ppt/slides/slide15.xml" Id="Rafb376d97dd044b8"/><Relationship Type="http://schemas.openxmlformats.org/officeDocument/2006/relationships/slide" Target="/ppt/slides/slide16.xml" Id="R24d76d8315e24624"/><Relationship Type="http://schemas.openxmlformats.org/officeDocument/2006/relationships/slide" Target="/ppt/slides/slide17.xml" Id="R679157a46156430a"/><Relationship Type="http://schemas.openxmlformats.org/officeDocument/2006/relationships/slide" Target="/ppt/slides/slide18.xml" Id="R47bea2927daf42e9"/><Relationship Type="http://schemas.openxmlformats.org/officeDocument/2006/relationships/slide" Target="/ppt/slides/slide19.xml" Id="Raa310a9650524789"/><Relationship Type="http://schemas.openxmlformats.org/officeDocument/2006/relationships/slide" Target="/ppt/slides/slide20.xml" Id="R6b63f56558a34e27"/><Relationship Type="http://schemas.openxmlformats.org/officeDocument/2006/relationships/slide" Target="/ppt/slides/slide21.xml" Id="R1de0a3928692496e"/><Relationship Type="http://schemas.openxmlformats.org/officeDocument/2006/relationships/slide" Target="/ppt/slides/slide22.xml" Id="Rbbe90d9582cf44cf"/><Relationship Type="http://schemas.openxmlformats.org/officeDocument/2006/relationships/slide" Target="/ppt/slides/slide23.xml" Id="R03a9c76903c64d02"/><Relationship Type="http://schemas.openxmlformats.org/officeDocument/2006/relationships/slide" Target="/ppt/slides/slide24.xml" Id="R45606eac77a743e1"/><Relationship Type="http://schemas.openxmlformats.org/officeDocument/2006/relationships/slide" Target="/ppt/slides/slide25.xml" Id="Ra7a3385d01a44a85"/><Relationship Type="http://schemas.openxmlformats.org/officeDocument/2006/relationships/slide" Target="/ppt/slides/slide26.xml" Id="Rdb7ebd7ec97c4598"/><Relationship Type="http://schemas.openxmlformats.org/officeDocument/2006/relationships/slide" Target="/ppt/slides/slide27.xml" Id="R5e5ed3e609b54faa"/><Relationship Type="http://schemas.openxmlformats.org/officeDocument/2006/relationships/slide" Target="/ppt/slides/slide28.xml" Id="R47bcb40e10ea4b9e"/><Relationship Type="http://schemas.openxmlformats.org/officeDocument/2006/relationships/slide" Target="/ppt/slides/slide29.xml" Id="R97ac82d155264af3"/><Relationship Type="http://schemas.openxmlformats.org/officeDocument/2006/relationships/slide" Target="/ppt/slides/slide30.xml" Id="Rb2e5995199714b94"/><Relationship Type="http://schemas.openxmlformats.org/officeDocument/2006/relationships/slide" Target="/ppt/slides/slide31.xml" Id="Rd4810a0d00ce47c8"/><Relationship Type="http://schemas.openxmlformats.org/officeDocument/2006/relationships/slide" Target="/ppt/slides/slide32.xml" Id="R1ea1da05bd854bc7"/><Relationship Type="http://schemas.openxmlformats.org/officeDocument/2006/relationships/slide" Target="/ppt/slides/slide33.xml" Id="Rd6b041f6b7b245df"/><Relationship Type="http://schemas.openxmlformats.org/officeDocument/2006/relationships/slide" Target="/ppt/slides/slide34.xml" Id="Re8689b4ec07f447b"/><Relationship Type="http://schemas.openxmlformats.org/officeDocument/2006/relationships/slide" Target="/ppt/slides/slide35.xml" Id="R7ddb692f83024744"/><Relationship Type="http://schemas.openxmlformats.org/officeDocument/2006/relationships/slide" Target="/ppt/slides/slide36.xml" Id="Rdc7fbddc11fe4285"/><Relationship Type="http://schemas.openxmlformats.org/officeDocument/2006/relationships/slide" Target="/ppt/slides/slide37.xml" Id="Rbd4285cea00f444f"/><Relationship Type="http://schemas.openxmlformats.org/officeDocument/2006/relationships/slide" Target="/ppt/slides/slide38.xml" Id="Ra2e1a560a45046ea"/><Relationship Type="http://schemas.openxmlformats.org/officeDocument/2006/relationships/slide" Target="/ppt/slides/slide39.xml" Id="Refa80e069c9b4f68"/><Relationship Type="http://schemas.openxmlformats.org/officeDocument/2006/relationships/slide" Target="/ppt/slides/slide40.xml" Id="Ra0f41ddad6ab44ae"/><Relationship Type="http://schemas.openxmlformats.org/officeDocument/2006/relationships/slide" Target="/ppt/slides/slide41.xml" Id="R6a8a213282784169"/><Relationship Type="http://schemas.openxmlformats.org/officeDocument/2006/relationships/slide" Target="/ppt/slides/slide42.xml" Id="Rbb7f13f5c3154d6c"/><Relationship Type="http://schemas.openxmlformats.org/officeDocument/2006/relationships/slide" Target="/ppt/slides/slide43.xml" Id="R3565b486c49d4a16"/><Relationship Type="http://schemas.openxmlformats.org/officeDocument/2006/relationships/slide" Target="/ppt/slides/slide44.xml" Id="R2871970801fa405a"/><Relationship Type="http://schemas.openxmlformats.org/officeDocument/2006/relationships/slide" Target="/ppt/slides/slide45.xml" Id="Rb34bedcaf5074a1e"/><Relationship Type="http://schemas.openxmlformats.org/officeDocument/2006/relationships/slide" Target="/ppt/slides/slide46.xml" Id="R7b6efff1e8fa4bf5"/><Relationship Type="http://schemas.openxmlformats.org/officeDocument/2006/relationships/slide" Target="/ppt/slides/slide47.xml" Id="Rff2b3361e8164da7"/><Relationship Type="http://schemas.openxmlformats.org/officeDocument/2006/relationships/slide" Target="/ppt/slides/slide48.xml" Id="Rfd055a67a29041b5"/><Relationship Type="http://schemas.openxmlformats.org/officeDocument/2006/relationships/slide" Target="/ppt/slides/slide49.xml" Id="R205074ee039642d8"/><Relationship Type="http://schemas.openxmlformats.org/officeDocument/2006/relationships/slide" Target="/ppt/slides/slide50.xml" Id="R7b3b5a1828ab4b6b"/><Relationship Type="http://schemas.openxmlformats.org/officeDocument/2006/relationships/slide" Target="/ppt/slides/slide51.xml" Id="R0931591382d4479d"/><Relationship Type="http://schemas.openxmlformats.org/officeDocument/2006/relationships/slide" Target="/ppt/slides/slide52.xml" Id="R2ada7af1f4704797"/><Relationship Type="http://schemas.openxmlformats.org/officeDocument/2006/relationships/slide" Target="/ppt/slides/slide53.xml" Id="Rdfaa21b4c10f47c3"/><Relationship Type="http://schemas.openxmlformats.org/officeDocument/2006/relationships/slide" Target="/ppt/slides/slide54.xml" Id="Ra529d05cf65147e6"/><Relationship Type="http://schemas.openxmlformats.org/officeDocument/2006/relationships/slide" Target="/ppt/slides/slide55.xml" Id="Rab210dcec18d4ba2"/><Relationship Type="http://schemas.openxmlformats.org/officeDocument/2006/relationships/slide" Target="/ppt/slides/slide56.xml" Id="R902dbd1b06cf4407"/><Relationship Type="http://schemas.openxmlformats.org/officeDocument/2006/relationships/slide" Target="/ppt/slides/slide57.xml" Id="R5eb8fe908bd74ee2"/><Relationship Type="http://schemas.openxmlformats.org/officeDocument/2006/relationships/slide" Target="/ppt/slides/slide58.xml" Id="R7374d30692c04a09"/><Relationship Type="http://schemas.openxmlformats.org/officeDocument/2006/relationships/slide" Target="/ppt/slides/slide59.xml" Id="Ra8b3dc3b92c24356"/><Relationship Id="rIdAIAppendix60" Type="http://schemas.openxmlformats.org/officeDocument/2006/relationships/slide" Target="/ppt/slides/slide60.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ccf3f06b2ca4df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1a724fb1c0148e7"/><Relationship Type="http://schemas.openxmlformats.org/officeDocument/2006/relationships/notesMaster" Target="/ppt/notesMasters/notesMaster1.xml" Id="Re3f056edb186451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1399136de7444def"/><Relationship Type="http://schemas.openxmlformats.org/officeDocument/2006/relationships/notesMaster" Target="/ppt/notesMasters/notesMaster1.xml" Id="R734fd3dc49a6447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0a2c8525e894692"/><Relationship Type="http://schemas.openxmlformats.org/officeDocument/2006/relationships/notesMaster" Target="/ppt/notesMasters/notesMaster1.xml" Id="R3fd15c2bf7bf4f1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1740cea5fcc4e57"/><Relationship Type="http://schemas.openxmlformats.org/officeDocument/2006/relationships/notesMaster" Target="/ppt/notesMasters/notesMaster1.xml" Id="Rf6c585470ce24ae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17fd1e85af1d429b"/><Relationship Type="http://schemas.openxmlformats.org/officeDocument/2006/relationships/notesMaster" Target="/ppt/notesMasters/notesMaster1.xml" Id="R9498c56766be4f0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992d0f6626646cc"/><Relationship Type="http://schemas.openxmlformats.org/officeDocument/2006/relationships/notesMaster" Target="/ppt/notesMasters/notesMaster1.xml" Id="R1f25ccfac37c4561"/></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9665897934f4d14"/><Relationship Type="http://schemas.openxmlformats.org/officeDocument/2006/relationships/notesMaster" Target="/ppt/notesMasters/notesMaster1.xml" Id="R7b29092c1a094e79"/></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5d815ad6677b48a4"/><Relationship Type="http://schemas.openxmlformats.org/officeDocument/2006/relationships/notesMaster" Target="/ppt/notesMasters/notesMaster1.xml" Id="R54cc51d9dc994c9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bf7fbd0c1984709"/><Relationship Type="http://schemas.openxmlformats.org/officeDocument/2006/relationships/notesMaster" Target="/ppt/notesMasters/notesMaster1.xml" Id="R1c83d1ea09b1423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46add6baa2e4f5b"/><Relationship Type="http://schemas.openxmlformats.org/officeDocument/2006/relationships/notesMaster" Target="/ppt/notesMasters/notesMaster1.xml" Id="R4f513b36695540b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a8072b8a54f645a3"/><Relationship Type="http://schemas.openxmlformats.org/officeDocument/2006/relationships/notesMaster" Target="/ppt/notesMasters/notesMaster1.xml" Id="R7f6153dc81074b1e"/></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32a5249dc4d48f3"/><Relationship Type="http://schemas.openxmlformats.org/officeDocument/2006/relationships/notesMaster" Target="/ppt/notesMasters/notesMaster1.xml" Id="R7f301bd1867541d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b29ddeaa9ca4ccd"/><Relationship Type="http://schemas.openxmlformats.org/officeDocument/2006/relationships/notesMaster" Target="/ppt/notesMasters/notesMaster1.xml" Id="R725056e0ba7e4d4c"/></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aca97008f5b45a5"/><Relationship Type="http://schemas.openxmlformats.org/officeDocument/2006/relationships/notesMaster" Target="/ppt/notesMasters/notesMaster1.xml" Id="Rc1e5bf5827d1488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cf320f217ab4d9e"/><Relationship Type="http://schemas.openxmlformats.org/officeDocument/2006/relationships/notesMaster" Target="/ppt/notesMasters/notesMaster1.xml" Id="Rca2815f672604442"/></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7547f42d74b4931"/><Relationship Type="http://schemas.openxmlformats.org/officeDocument/2006/relationships/notesMaster" Target="/ppt/notesMasters/notesMaster1.xml" Id="R889bd2379c93478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0d5cca248be4257"/><Relationship Type="http://schemas.openxmlformats.org/officeDocument/2006/relationships/notesMaster" Target="/ppt/notesMasters/notesMaster1.xml" Id="Rb67ada68a64a48af"/></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a2604aae6b9a40b2"/><Relationship Type="http://schemas.openxmlformats.org/officeDocument/2006/relationships/notesMaster" Target="/ppt/notesMasters/notesMaster1.xml" Id="Rff7ff6f020f841e1"/></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b334f9cf3cdf434d"/><Relationship Type="http://schemas.openxmlformats.org/officeDocument/2006/relationships/notesMaster" Target="/ppt/notesMasters/notesMaster1.xml" Id="Rb4dc34e83a8246af"/></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3774a7f2ab754989"/><Relationship Type="http://schemas.openxmlformats.org/officeDocument/2006/relationships/notesMaster" Target="/ppt/notesMasters/notesMaster1.xml" Id="Ra97bfda848a04aa5"/></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df2d7b0de1fc404a"/><Relationship Type="http://schemas.openxmlformats.org/officeDocument/2006/relationships/notesMaster" Target="/ppt/notesMasters/notesMaster1.xml" Id="Rfbb3d34db2094652"/></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39788a06e7b24642"/><Relationship Type="http://schemas.openxmlformats.org/officeDocument/2006/relationships/notesMaster" Target="/ppt/notesMasters/notesMaster1.xml" Id="R183bac4ac1bd46ce"/></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0c5930bdac6a4b1b"/><Relationship Type="http://schemas.openxmlformats.org/officeDocument/2006/relationships/notesMaster" Target="/ppt/notesMasters/notesMaster1.xml" Id="R81a25710905647e3"/></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c1b4770c6aa146b4"/><Relationship Type="http://schemas.openxmlformats.org/officeDocument/2006/relationships/notesMaster" Target="/ppt/notesMasters/notesMaster1.xml" Id="R287cb8011cb54a1e"/></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5bd0ad02b7a84d69"/><Relationship Type="http://schemas.openxmlformats.org/officeDocument/2006/relationships/notesMaster" Target="/ppt/notesMasters/notesMaster1.xml" Id="R8af695024f944c59"/></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0c7c46f1bb9f4eec"/><Relationship Type="http://schemas.openxmlformats.org/officeDocument/2006/relationships/notesMaster" Target="/ppt/notesMasters/notesMaster1.xml" Id="R53faed941ce74ceb"/></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02ed7e0b15bb4af4"/><Relationship Type="http://schemas.openxmlformats.org/officeDocument/2006/relationships/notesMaster" Target="/ppt/notesMasters/notesMaster1.xml" Id="R7c00dd855af94dc3"/></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1f4e2e1e390948fe"/><Relationship Type="http://schemas.openxmlformats.org/officeDocument/2006/relationships/notesMaster" Target="/ppt/notesMasters/notesMaster1.xml" Id="Rdfa66535df7e4c89"/></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8de034c3286740aa"/><Relationship Type="http://schemas.openxmlformats.org/officeDocument/2006/relationships/notesMaster" Target="/ppt/notesMasters/notesMaster1.xml" Id="Rf45adf3662934deb"/></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1664d46c1b4d4204"/><Relationship Type="http://schemas.openxmlformats.org/officeDocument/2006/relationships/notesMaster" Target="/ppt/notesMasters/notesMaster1.xml" Id="Rbdadccb04e384776"/></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0f778870b1b14e26"/><Relationship Type="http://schemas.openxmlformats.org/officeDocument/2006/relationships/notesMaster" Target="/ppt/notesMasters/notesMaster1.xml" Id="Rca3ee41435a4479a"/></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8e12bc5b9a684896"/><Relationship Type="http://schemas.openxmlformats.org/officeDocument/2006/relationships/notesMaster" Target="/ppt/notesMasters/notesMaster1.xml" Id="R2ba7e7e78a264c45"/></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64967e9c84d148e3"/><Relationship Type="http://schemas.openxmlformats.org/officeDocument/2006/relationships/notesMaster" Target="/ppt/notesMasters/notesMaster1.xml" Id="R2f07fd2fb7d340b1"/></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a9918c818e024edb"/><Relationship Type="http://schemas.openxmlformats.org/officeDocument/2006/relationships/notesMaster" Target="/ppt/notesMasters/notesMaster1.xml" Id="R3ff17afd29b94426"/></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9916ceeca45a1"/><Relationship Type="http://schemas.openxmlformats.org/officeDocument/2006/relationships/notesMaster" Target="/ppt/notesMasters/notesMaster1.xml" Id="Rad0ce4540e7a4e96"/></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0aa988af62184ea7"/><Relationship Type="http://schemas.openxmlformats.org/officeDocument/2006/relationships/notesMaster" Target="/ppt/notesMasters/notesMaster1.xml" Id="R7bab79ee8a5f4cff"/></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ef5914c90ae44796"/><Relationship Type="http://schemas.openxmlformats.org/officeDocument/2006/relationships/notesMaster" Target="/ppt/notesMasters/notesMaster1.xml" Id="R8485f312809d470b"/></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f46e79213f1442f9"/><Relationship Type="http://schemas.openxmlformats.org/officeDocument/2006/relationships/notesMaster" Target="/ppt/notesMasters/notesMaster1.xml" Id="R7ade44477a664d07"/></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6b4a6942421d48a8"/><Relationship Type="http://schemas.openxmlformats.org/officeDocument/2006/relationships/notesMaster" Target="/ppt/notesMasters/notesMaster1.xml" Id="Ra6f6dbed76144279"/></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f1bd8a20370b4774"/><Relationship Type="http://schemas.openxmlformats.org/officeDocument/2006/relationships/notesMaster" Target="/ppt/notesMasters/notesMaster1.xml" Id="Rb252e0df9d8d498d"/></Relationships>
</file>

<file path=ppt/notesSlides/_rels/notesSlide41.xml.rels><?xml version='1.0' encoding='UTF-8' standalone='yes'?>
<Relationships xmlns="http://schemas.openxmlformats.org/package/2006/relationships"><Relationship Type="http://schemas.openxmlformats.org/officeDocument/2006/relationships/slide" Target="/ppt/slides/slide41.xml" Id="R888fd4e78ca8453a"/><Relationship Type="http://schemas.openxmlformats.org/officeDocument/2006/relationships/notesMaster" Target="/ppt/notesMasters/notesMaster1.xml" Id="Rb21189835993411b"/></Relationships>
</file>

<file path=ppt/notesSlides/_rels/notesSlide42.xml.rels><?xml version='1.0' encoding='UTF-8' standalone='yes'?>
<Relationships xmlns="http://schemas.openxmlformats.org/package/2006/relationships"><Relationship Type="http://schemas.openxmlformats.org/officeDocument/2006/relationships/slide" Target="/ppt/slides/slide42.xml" Id="Rcb48c2cf61a64f6d"/><Relationship Type="http://schemas.openxmlformats.org/officeDocument/2006/relationships/notesMaster" Target="/ppt/notesMasters/notesMaster1.xml" Id="R745d9666633c433e"/></Relationships>
</file>

<file path=ppt/notesSlides/_rels/notesSlide43.xml.rels><?xml version='1.0' encoding='UTF-8' standalone='yes'?>
<Relationships xmlns="http://schemas.openxmlformats.org/package/2006/relationships"><Relationship Type="http://schemas.openxmlformats.org/officeDocument/2006/relationships/slide" Target="/ppt/slides/slide43.xml" Id="R4983412f77ff48ae"/><Relationship Type="http://schemas.openxmlformats.org/officeDocument/2006/relationships/notesMaster" Target="/ppt/notesMasters/notesMaster1.xml" Id="Rdea029f9075c4093"/></Relationships>
</file>

<file path=ppt/notesSlides/_rels/notesSlide44.xml.rels><?xml version='1.0' encoding='UTF-8' standalone='yes'?>
<Relationships xmlns="http://schemas.openxmlformats.org/package/2006/relationships"><Relationship Type="http://schemas.openxmlformats.org/officeDocument/2006/relationships/slide" Target="/ppt/slides/slide44.xml" Id="R1ef60a5af07c45a9"/><Relationship Type="http://schemas.openxmlformats.org/officeDocument/2006/relationships/notesMaster" Target="/ppt/notesMasters/notesMaster1.xml" Id="R73125f2ffc25423d"/></Relationships>
</file>

<file path=ppt/notesSlides/_rels/notesSlide45.xml.rels><?xml version='1.0' encoding='UTF-8' standalone='yes'?>
<Relationships xmlns="http://schemas.openxmlformats.org/package/2006/relationships"><Relationship Type="http://schemas.openxmlformats.org/officeDocument/2006/relationships/slide" Target="/ppt/slides/slide45.xml" Id="R91ed391d99094615"/><Relationship Type="http://schemas.openxmlformats.org/officeDocument/2006/relationships/notesMaster" Target="/ppt/notesMasters/notesMaster1.xml" Id="Re373315d332d4888"/></Relationships>
</file>

<file path=ppt/notesSlides/_rels/notesSlide46.xml.rels><?xml version='1.0' encoding='UTF-8' standalone='yes'?>
<Relationships xmlns="http://schemas.openxmlformats.org/package/2006/relationships"><Relationship Type="http://schemas.openxmlformats.org/officeDocument/2006/relationships/slide" Target="/ppt/slides/slide46.xml" Id="R1d3a9dbd1d4544b3"/><Relationship Type="http://schemas.openxmlformats.org/officeDocument/2006/relationships/notesMaster" Target="/ppt/notesMasters/notesMaster1.xml" Id="R45f12b6cd96b45a8"/></Relationships>
</file>

<file path=ppt/notesSlides/_rels/notesSlide47.xml.rels><?xml version='1.0' encoding='UTF-8' standalone='yes'?>
<Relationships xmlns="http://schemas.openxmlformats.org/package/2006/relationships"><Relationship Type="http://schemas.openxmlformats.org/officeDocument/2006/relationships/slide" Target="/ppt/slides/slide47.xml" Id="R052e55d809534cb8"/><Relationship Type="http://schemas.openxmlformats.org/officeDocument/2006/relationships/notesMaster" Target="/ppt/notesMasters/notesMaster1.xml" Id="Rf3a26e9b704343e6"/></Relationships>
</file>

<file path=ppt/notesSlides/_rels/notesSlide48.xml.rels><?xml version='1.0' encoding='UTF-8' standalone='yes'?>
<Relationships xmlns="http://schemas.openxmlformats.org/package/2006/relationships"><Relationship Type="http://schemas.openxmlformats.org/officeDocument/2006/relationships/slide" Target="/ppt/slides/slide48.xml" Id="R175459f8b5024d0b"/><Relationship Type="http://schemas.openxmlformats.org/officeDocument/2006/relationships/notesMaster" Target="/ppt/notesMasters/notesMaster1.xml" Id="R2a6508a0deb64f01"/></Relationships>
</file>

<file path=ppt/notesSlides/_rels/notesSlide49.xml.rels><?xml version='1.0' encoding='UTF-8' standalone='yes'?>
<Relationships xmlns="http://schemas.openxmlformats.org/package/2006/relationships"><Relationship Type="http://schemas.openxmlformats.org/officeDocument/2006/relationships/slide" Target="/ppt/slides/slide49.xml" Id="R053cfa3a50564e25"/><Relationship Type="http://schemas.openxmlformats.org/officeDocument/2006/relationships/notesMaster" Target="/ppt/notesMasters/notesMaster1.xml" Id="Rdc10f00ddeed40a0"/></Relationships>
</file>

<file path=ppt/notesSlides/_rels/notesSlide50.xml.rels><?xml version='1.0' encoding='UTF-8' standalone='yes'?>
<Relationships xmlns="http://schemas.openxmlformats.org/package/2006/relationships"><Relationship Type="http://schemas.openxmlformats.org/officeDocument/2006/relationships/slide" Target="/ppt/slides/slide50.xml" Id="Ra2828c2ec6874263"/><Relationship Type="http://schemas.openxmlformats.org/officeDocument/2006/relationships/notesMaster" Target="/ppt/notesMasters/notesMaster1.xml" Id="Ra6de53b0cee34552"/></Relationships>
</file>

<file path=ppt/notesSlides/_rels/notesSlide51.xml.rels><?xml version='1.0' encoding='UTF-8' standalone='yes'?>
<Relationships xmlns="http://schemas.openxmlformats.org/package/2006/relationships"><Relationship Type="http://schemas.openxmlformats.org/officeDocument/2006/relationships/slide" Target="/ppt/slides/slide51.xml" Id="Re549755e794a4831"/><Relationship Type="http://schemas.openxmlformats.org/officeDocument/2006/relationships/notesMaster" Target="/ppt/notesMasters/notesMaster1.xml" Id="Rfa1856e7d3d040e5"/></Relationships>
</file>

<file path=ppt/notesSlides/_rels/notesSlide52.xml.rels><?xml version='1.0' encoding='UTF-8' standalone='yes'?>
<Relationships xmlns="http://schemas.openxmlformats.org/package/2006/relationships"><Relationship Type="http://schemas.openxmlformats.org/officeDocument/2006/relationships/slide" Target="/ppt/slides/slide52.xml" Id="Rbce01fe1498e442e"/><Relationship Type="http://schemas.openxmlformats.org/officeDocument/2006/relationships/notesMaster" Target="/ppt/notesMasters/notesMaster1.xml" Id="R10e73491990a4716"/></Relationships>
</file>

<file path=ppt/notesSlides/_rels/notesSlide53.xml.rels><?xml version='1.0' encoding='UTF-8' standalone='yes'?>
<Relationships xmlns="http://schemas.openxmlformats.org/package/2006/relationships"><Relationship Type="http://schemas.openxmlformats.org/officeDocument/2006/relationships/slide" Target="/ppt/slides/slide53.xml" Id="R4b54182e29234f44"/><Relationship Type="http://schemas.openxmlformats.org/officeDocument/2006/relationships/notesMaster" Target="/ppt/notesMasters/notesMaster1.xml" Id="R83e17ca40a9c4ed1"/></Relationships>
</file>

<file path=ppt/notesSlides/_rels/notesSlide54.xml.rels><?xml version='1.0' encoding='UTF-8' standalone='yes'?>
<Relationships xmlns="http://schemas.openxmlformats.org/package/2006/relationships"><Relationship Type="http://schemas.openxmlformats.org/officeDocument/2006/relationships/slide" Target="/ppt/slides/slide54.xml" Id="R1e6b186a3ac94448"/><Relationship Type="http://schemas.openxmlformats.org/officeDocument/2006/relationships/notesMaster" Target="/ppt/notesMasters/notesMaster1.xml" Id="Ra5f6c1c9656144c6"/></Relationships>
</file>

<file path=ppt/notesSlides/_rels/notesSlide55.xml.rels><?xml version='1.0' encoding='UTF-8' standalone='yes'?>
<Relationships xmlns="http://schemas.openxmlformats.org/package/2006/relationships"><Relationship Type="http://schemas.openxmlformats.org/officeDocument/2006/relationships/slide" Target="/ppt/slides/slide55.xml" Id="Rfcb73fdc61af4ae5"/><Relationship Type="http://schemas.openxmlformats.org/officeDocument/2006/relationships/notesMaster" Target="/ppt/notesMasters/notesMaster1.xml" Id="R79208b9701114254"/></Relationships>
</file>

<file path=ppt/notesSlides/_rels/notesSlide56.xml.rels><?xml version='1.0' encoding='UTF-8' standalone='yes'?>
<Relationships xmlns="http://schemas.openxmlformats.org/package/2006/relationships"><Relationship Type="http://schemas.openxmlformats.org/officeDocument/2006/relationships/slide" Target="/ppt/slides/slide56.xml" Id="Rb1e88584bd92435b"/><Relationship Type="http://schemas.openxmlformats.org/officeDocument/2006/relationships/notesMaster" Target="/ppt/notesMasters/notesMaster1.xml" Id="Rc501ad45807848d5"/></Relationships>
</file>

<file path=ppt/notesSlides/_rels/notesSlide57.xml.rels><?xml version='1.0' encoding='UTF-8' standalone='yes'?>
<Relationships xmlns="http://schemas.openxmlformats.org/package/2006/relationships"><Relationship Type="http://schemas.openxmlformats.org/officeDocument/2006/relationships/slide" Target="/ppt/slides/slide57.xml" Id="R9edd0d1505ae4580"/><Relationship Type="http://schemas.openxmlformats.org/officeDocument/2006/relationships/notesMaster" Target="/ppt/notesMasters/notesMaster1.xml" Id="R9bc6ef1335644f88"/></Relationships>
</file>

<file path=ppt/notesSlides/_rels/notesSlide58.xml.rels><?xml version='1.0' encoding='UTF-8' standalone='yes'?>
<Relationships xmlns="http://schemas.openxmlformats.org/package/2006/relationships"><Relationship Type="http://schemas.openxmlformats.org/officeDocument/2006/relationships/slide" Target="/ppt/slides/slide58.xml" Id="R4a9388c154054726"/><Relationship Type="http://schemas.openxmlformats.org/officeDocument/2006/relationships/notesMaster" Target="/ppt/notesMasters/notesMaster1.xml" Id="R1e45bdfbc49c4625"/></Relationships>
</file>

<file path=ppt/notesSlides/_rels/notesSlide59.xml.rels><?xml version='1.0' encoding='UTF-8' standalone='yes'?>
<Relationships xmlns="http://schemas.openxmlformats.org/package/2006/relationships"><Relationship Type="http://schemas.openxmlformats.org/officeDocument/2006/relationships/slide" Target="/ppt/slides/slide59.xml" Id="R5a3237df6b72427c"/><Relationship Type="http://schemas.openxmlformats.org/officeDocument/2006/relationships/notesMaster" Target="/ppt/notesMasters/notesMaster1.xml" Id="R12a90e4eb14a44e1"/></Relationships>
</file>

<file path=ppt/notesSlides/_rels/notesSlide60.xml.rels><?xml version='1.0' encoding='UTF-8' standalone='yes'?>
<Relationships xmlns="http://schemas.openxmlformats.org/package/2006/relationships"><Relationship Type="http://schemas.openxmlformats.org/officeDocument/2006/relationships/slide" Target="/ppt/slides/slide60.xml" Id="Re549755e794a4831"/><Relationship Type="http://schemas.openxmlformats.org/officeDocument/2006/relationships/notesMaster" Target="/ppt/notesMasters/notesMaster1.xml" Id="Rfa1856e7d3d040e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Hãy hình dung một hợp tác xã ở Lâm Đồng chuẩn bị giao 850 ký sầu riêng. Bên mua hỏi: lô này của vườn nào, thu hoạch ngày nào, có tài liệu gì? Trong tình huống giả định này, câu trả lời nằm rải rác trong Zalo, Drive và sổ tay. DurianTrust gom chúng thành một hồ sơ theo từng lô. Chủ hồ sơ chọn công khai hồ sơ, bên mua mở bằng QR. Solana và AI là hai thử nghiệm riêng, chúng tôi sẽ nói rõ phạm vi ở phần sau.</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Hãy hình dung một hợp tác xã ở Lâm Đồng chuẩn bị giao 850 ký sầu riêng. Bên mua hỏi: lô này của vườn nào, thu hoạch ngày nào, có tài liệu gì? Trong tình huống giả định này, câu trả lời nằm rải rác trong Zalo, Drive và sổ tay. DurianTrust gom chúng thành một hồ sơ theo từng lô. Chủ hồ sơ chọn công khai hồ sơ, bên mua mở bằng QR. Solana và AI là hai thử nghiệm riêng, chúng tôi sẽ nói rõ phạm vi ở phần sau.</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(40 giây mục tiêu, cần bấm giờ khi luyện): 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ns0:t>
            </ns0:r>
          </ns0: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(40 giây mục tiêu, cần bấm giờ khi luyện): 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ns0:t>
            </ns0:r>
          </ns0: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(40 giây mục tiêu, cần bấm giờ khi luyện): 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ns0:t>
            </ns0:r>
          </ns0: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(40 giây mục tiêu, cần bấm giờ khi luyện): 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ns0:t>
            </ns0:r>
          </ns0: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(30 giây mục tiêu, cần bấm giờ khi luyện): Người chuẩn bị hồ sơ dự kiến là nông hộ hoặc HTX; bên mua đầu tiên có thể là đơn vị thu mua hay doanh nghiệp xuất khẩu nhận lô từ HTX. Đây chưa phải khách hàng đã xác nhận. Zalo và Drive có thể đủ để trao đổi, lưu tệp. Điều nhóm muốn kiểm chứng là hồ sơ có cấu trúc theo lô giúp tìm và đối chiếu tài liệu dễ hơn. Đơn vị kiểm nghiệm có thể phát hành tài liệu; hệ thống hiện chỉ lưu tệp do chủ hồ sơ cung cấp.</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(30 giây mục tiêu, cần bấm giờ khi luyện): Người chuẩn bị hồ sơ dự kiến là nông hộ hoặc HTX; bên mua đầu tiên có thể là đơn vị thu mua hay doanh nghiệp xuất khẩu nhận lô từ HTX. Đây chưa phải khách hàng đã xác nhận. Zalo và Drive có thể đủ để trao đổi, lưu tệp. Điều nhóm muốn kiểm chứng là hồ sơ có cấu trúc theo lô giúp tìm và đối chiếu tài liệu dễ hơn. Đơn vị kiểm nghiệm có thể phát hành tài liệu; hệ thống hiện chỉ lưu tệp do chủ hồ sơ cung cấp.</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(30 giây mục tiêu, cần bấm giờ khi luyện): Người chuẩn bị hồ sơ dự kiến là nông hộ hoặc HTX; bên mua đầu tiên có thể là đơn vị thu mua hay doanh nghiệp xuất khẩu nhận lô từ HTX. Đây chưa phải khách hàng đã xác nhận. Zalo và Drive có thể đủ để trao đổi, lưu tệp. Điều nhóm muốn kiểm chứng là hồ sơ có cấu trúc theo lô giúp tìm và đối chiếu tài liệu dễ hơn. Đơn vị kiểm nghiệm có thể phát hành tài liệu; hệ thống hiện chỉ lưu tệp do chủ hồ sơ cung cấp.</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(25 giây mục tiêu, cần bấm giờ khi luyện): 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(25 giây mục tiêu, cần bấm giờ khi luyện): 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(25 giây mục tiêu, cần bấm giờ khi luyện): 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(25 giây mục tiêu, cần bấm giờ khi luyện): 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Tình huống minh họa dùng HTX chuẩn bị lô MAU-2026-01 tại Lâm Đồng, giống Ri6, khối lượng 850 kg và ngày thu hoạch 29/09/2026. Lô mới mặc định riêng tư. Màn quản lý tách thông tin, tài liệu, lịch sử và chia sẻ QR. Ảnh dùng giao diện compact chạy local với dữ liệu TEST và Auth/API mô phỏng. Chưa có kiểm chứng đầy đủ lượt ghi trên production.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Ảnh workspace dùng fixture local.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Tình huống minh họa dùng HTX chuẩn bị lô MAU-2026-01 tại Lâm Đồng, giống Ri6, khối lượng 850 kg và ngày thu hoạch 29/09/2026. Lô mới mặc định riêng tư. Màn quản lý tách thông tin, tài liệu, lịch sử và chia sẻ QR. Ảnh dùng giao diện compact chạy local với dữ liệu TEST và Auth/API mô phỏng. Chưa có kiểm chứng đầy đủ lượt ghi trên production.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Ảnh workspace dùng fixture local.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Tình huống minh họa dùng HTX chuẩn bị lô MAU-2026-01 tại Lâm Đồng, giống Ri6, khối lượng 850 kg và ngày thu hoạch 29/09/2026. Lô mới mặc định riêng tư. Màn quản lý tách thông tin, tài liệu, lịch sử và chia sẻ QR. Ảnh dùng giao diện compact chạy local với dữ liệu TEST và Auth/API mô phỏng. Chưa có kiểm chứng đầy đủ lượt ghi trên production.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Ảnh workspace dùng fixture local.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Tình huống minh họa dùng HTX chuẩn bị lô MAU-2026-01 tại Lâm Đồng, giống Ri6, khối lượng 850 kg và ngày thu hoạch 29/09/2026. Lô mới mặc định riêng tư. Màn quản lý tách thông tin, tài liệu, lịch sử và chia sẻ QR. Ảnh dùng giao diện compact chạy local với dữ liệu TEST và Auth/API mô phỏng. Chưa có kiểm chứng đầy đủ lượt ghi trên production.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Ảnh workspace dùng fixture local.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Mỗi lô có thể đính kèm ảnh JPG, PNG hoặc tài liệu PDF, cùng nguồn và ngày. Tài liệu TEST trong demo mô tả lô minh họa, không phải phiếu kiểm nghiệm. Hệ thống kiểm tra loại tệp và dung lượng tối đa 5 MB. Việc đính kèm chưa xác minh người phát hành hoặc tính thật của phiếu.</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Mỗi lô có thể đính kèm ảnh JPG, PNG hoặc tài liệu PDF, cùng nguồn và ngày. Tài liệu TEST trong demo mô tả lô minh họa, không phải phiếu kiểm nghiệm. Hệ thống kiểm tra loại tệp và dung lượng tối đa 5 MB. Việc đính kèm chưa xác minh người phát hành hoặc tính thật của phiếu.</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Mỗi lô có thể đính kèm ảnh JPG, PNG hoặc tài liệu PDF, cùng nguồn và ngày. Tài liệu TEST trong demo mô tả lô minh họa, không phải phiếu kiểm nghiệm. Hệ thống kiểm tra loại tệp và dung lượng tối đa 5 MB. Việc đính kèm chưa xác minh người phát hành hoặc tính thật của phiếu.</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(18 giây mục tiêu, cần bấm giờ khi luyện): Mỗi mốc lưu tên, ngày, địa điểm và ghi chú thành một bản ghi mới. Ngày sự kiện do người dùng khai báo. Giao hàng trên cloud là ghi nhận một phía, chưa phải chữ ký chấp nhận của bên nhận.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(18 giây mục tiêu, cần bấm giờ khi luyện): Mỗi mốc lưu tên, ngày, địa điểm và ghi chú thành một bản ghi mới. Ngày sự kiện do người dùng khai báo. Giao hàng trên cloud là ghi nhận một phía, chưa phải chữ ký chấp nhận của bên nhận.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(18 giây mục tiêu, cần bấm giờ khi luyện): Mỗi mốc lưu tên, ngày, địa điểm và ghi chú thành một bản ghi mới. Ngày sự kiện do người dùng khai báo. Giao hàng trên cloud là ghi nhận một phía, chưa phải chữ ký chấp nhận của bên nhận.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(18 giây mục tiêu, cần bấm giờ khi luyện): Mỗi mốc lưu tên, ngày, địa điểm và ghi chú thành một bản ghi mới. Ngày sự kiện do người dùng khai báo. Giao hàng trên cloud là ghi nhận một phía, chưa phải chữ ký chấp nhận của bên nhận.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Bên mua mở hồ sơ công khai qua QR mà không cần đăng nhập. QR trên slide dẫn đến hồ sơ mẫu. Với lô thật, chủ hồ sơ chọn công khai cả thông tin và tài liệu. QR có thể bị sao chép, nên không xác thực trái sầu riêng.</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QR: https://durian-web3.vercel.app/#/records/example. Ảnh buyer là fixture local.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Bên mua mở hồ sơ công khai qua QR mà không cần đăng nhập. QR trên slide dẫn đến hồ sơ mẫu. Với lô thật, chủ hồ sơ chọn công khai cả thông tin và tài liệu. QR có thể bị sao chép, nên không xác thực trái sầu riêng.</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QR: https://durian-web3.vercel.app/#/records/example. Ảnh buyer là fixture local.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Bên mua mở hồ sơ công khai qua QR mà không cần đăng nhập. QR trên slide dẫn đến hồ sơ mẫu. Với lô thật, chủ hồ sơ chọn công khai cả thông tin và tài liệu. QR có thể bị sao chép, nên không xác thực trái sầu riêng.</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QR: https://durian-web3.vercel.app/#/records/example. Ảnh buyer là fixture local.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Bên mua mở hồ sơ công khai qua QR mà không cần đăng nhập. QR trên slide dẫn đến hồ sơ mẫu. Với lô thật, chủ hồ sơ chọn công khai cả thông tin và tài liệu. QR có thể bị sao chép, nên không xác thực trái sầu riêng.</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QR: https://durian-web3.vercel.app/#/records/example. Ảnh buyer là fixture local.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(20 giây mục tiêu, cần bấm giờ khi luyện): 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(90 giây mục tiêu, cần bấm giờ khi luyện): Bấm vào video 90 giây đã nhúng. HTX minh họa tạo lô riêng tư MAU-2026-01, thêm tài liệu TEST mô tả lô, rồi thêm mốc đóng gói. Chủ hồ sơ kiểm tra nội dung trước khi công khai QR. Bên mua mở hồ sơ chỉ đọc và tìm tài liệu đúng lô. Cuối video, HTX chuyển lại riêng tư để chặn lượt đọc mới. Video dùng ảnh chụp giao diện compact app local cùng con trỏ và highlight minh họa. Auth/API dùng fixture mô phỏng. Đây chưa phải ghi hình liên tục hoặc bằng chứng hoàn tất flow production. PDF là tài liệu demo, không phải phiếu kiểm nghiệm. Nếu PowerPoint không phát, dùng link video dự phòng hoặc file MP4 đi kèm.</ns0:t>
            </ns0:r>
          </ns0:p>
          <a:p xmlns:a="http://schemas.openxmlformats.org/drawingml/2006/main">
            <a:r>
              <a:t>Nguồn: https://github.com/vinhelysia/DurainCheckerDemo (source hiện tại), README.md, backend/README.md và hồ sơ kiểm thử ngày 23–29/09/2026.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(25 giây mục tiêu, cần bấm giờ khi luyện): Giao diện dùng React 19 và Vite 8, triển khai trên Vercel. API Python dùng FastAPI trên Render. Google login qua Supabase cấp phiên đăng nhập; PostgreSQL áp dụng RLS theo tài khoản. Database giữ thông tin lô và lịch sử, còn ảnh và PDF ở Supabase Storage. Đây là luồng cloud, chưa tự đồng bộ với Solana hay AI.</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(25 giây mục tiêu, cần bấm giờ khi luyện): Giao diện dùng React 19 và Vite 8, triển khai trên Vercel. API Python dùng FastAPI trên Render. Google login qua Supabase cấp phiên đăng nhập; PostgreSQL áp dụng RLS theo tài khoản. Database giữ thông tin lô và lịch sử, còn ảnh và PDF ở Supabase Storage. Đây là luồng cloud, chưa tự đồng bộ với Solana hay AI.</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(25 giây mục tiêu, cần bấm giờ khi luyện): Giao diện dùng React 19 và Vite 8, triển khai trên Vercel. API Python dùng FastAPI trên Render. Google login qua Supabase cấp phiên đăng nhập; PostgreSQL áp dụng RLS theo tài khoản. Database giữ thông tin lô và lịch sử, còn ảnh và PDF ở Supabase Storage. Đây là luồng cloud, chưa tự đồng bộ với Solana hay AI.</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(25 giây mục tiêu, cần bấm giờ khi luyện): Giao diện dùng React 19 và Vite 8, triển khai trên Vercel. API Python dùng FastAPI trên Render. Google login qua Supabase cấp phiên đăng nhập; PostgreSQL áp dụng RLS theo tài khoản. Database giữ thông tin lô và lịch sử, còn ảnh và PDF ở Supabase Storage. Đây là luồng cloud, chưa tự đồng bộ với Solana hay AI.</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(34 giây mục tiêu, cần bấm giờ khi luyện): 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(34 giây mục tiêu, cần bấm giờ khi luyện): 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(34 giây mục tiêu, cần bấm giờ khi luyện): 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(34 giây mục tiêu, cần bấm giờ khi luyện): 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ns0:t>
            </ns0:r>
          </ns0:p>
          <a:p xmlns:a="http://schemas.openxmlformats.org/drawingml/2006/main">
            <a:r>
              <a:t>Nguồn: https://data.mendeley.com/datasets/pxzvksbwnj/2 (CC BY 4.0); https://github.com/vinhelysia/DurainCheckerDemo/blob/main/submission/review/ai-training/MENDELEY_EXTERNAL_EVAL.md.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ns0:t>
            </ns0:r>
          </ns0:p>
          <a:p xmlns:a="http://schemas.openxmlformats.org/drawingml/2006/main">
            <a:r>
              <a:t>Nguồn: https://data.mendeley.com/datasets/pxzvksbwnj/2 (CC BY 4.0); https://github.com/vinhelysia/DurainCheckerDemo/blob/main/submission/review/ai-training/MENDELEY_EXTERNAL_EVAL.md.</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ns0:t>
            </ns0:r>
          </ns0:p>
          <a:p xmlns:a="http://schemas.openxmlformats.org/drawingml/2006/main">
            <a:r>
              <a:t>Nguồn: https://data.mendeley.com/datasets/pxzvksbwnj/2 (CC BY 4.0); https://github.com/vinhelysia/DurainCheckerDemo/blob/main/submission/review/ai-training/MENDELEY_EXTERNAL_EVAL.md.</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(18 giây mục tiêu, cần bấm giờ khi luyện): Hai thử nghiệm dạng bảng dùng scikit-learn và ONNX Runtime, nhưng dữ liệu là synthetic, chưa chứng minh dự đoán đúng Cadimi thực tế. Phần đối chiếu số đo với ngưỡng demo là rule xác định, không phải AI. Nhóm chưa xác minh ngưỡng minh họa cho thị trường đích.</ns0:t>
            </ns0:r>
          </ns0:p>
          <a:p xmlns:a="http://schemas.openxmlformats.org/drawingml/2006/main">
            <a:r>
              <a:t>Nguồn: https://github.com/vinhelysia/DurainCheckerDemo (source hiện tại), README.md, backend/README.md và hồ sơ kiểm thử ngày 23–29/09/2026.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(18 giây mục tiêu, cần bấm giờ khi luyện): Hai thử nghiệm dạng bảng dùng scikit-learn và ONNX Runtime, nhưng dữ liệu là synthetic, chưa chứng minh dự đoán đúng Cadimi thực tế. Phần đối chiếu số đo với ngưỡng demo là rule xác định, không phải AI. Nhóm chưa xác minh ngưỡng minh họa cho thị trường đích.</ns0:t>
            </ns0:r>
          </ns0:p>
          <a:p xmlns:a="http://schemas.openxmlformats.org/drawingml/2006/main">
            <a:r>
              <a:t>Nguồn: https://github.com/vinhelysia/DurainCheckerDemo (source hiện tại), README.md, backend/README.md và hồ sơ kiểm thử ngày 23–29/09/2026.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ns0:t>
            </ns0:r>
          </ns0: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ns0:t>
            </ns0:r>
          </ns0: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ns0:t>
            </ns0:r>
          </ns0: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(30 giây mục tiêu, cần bấm giờ khi luyện): 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(30 giây mục tiêu, cần bấm giờ khi luyện): 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(30 giây mục tiêu, cần bấm giờ khi luyện): 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Chúng tôi xin để lại ba ý. Một: hồ sơ theo từng lô thay cho tài liệu rải rác. Hai: QR chỉ đọc, do chủ hồ sơ quyết định công khai. Ba: giá trị sẽ được đo bằng pilot, không phải bằng lời hứa. Bước tiếp theo là kiểm chứng luồng trên production và chạy thử với một hợp tác xã. Nếu ban giám khảo biết hợp tác xã sẵn sàng thử, hoặc đơn vị có thể phát hành tài liệu kiểm nghiệm, chúng tôi rất mong được kết nối. Xin cảm 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v10 (35 giây mục tiêu, cần bấm giờ khi luyện): Chúng tôi xin để lại ba ý. Một: hồ sơ theo từng lô thay cho tài liệu rải rác. Hai: QR chỉ đọc, do chủ hồ sơ quyết định công khai. Ba: giá trị sẽ được đo bằng pilot, không phải bằng lời hứa. Bước tiếp theo là kiểm chứng luồng trên production và chạy thử với một hợp tác xã. Nếu ban giám khảo biết hợp tác xã sẵn sàng thử, hoặc đơn vị có thể phát hành tài liệu kiểm nghiệm, chúng tôi rất mong được kết nối. Xin cảm 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trên DurianLDD: test 889 ảnh, năm nhãn, accuracy 85,38%. Training provenance của model cũ chưa rõ; có thể model đã thấy ảnh nguồn này, nên đây chưa phải independent test được chứng minh. Trên cùng 202 ảnh thuộc ba nhãn đối chiếu Mendeley Data v2, model cũ đúng 80/202 (39,6%), Phomopsis 0/59; candidate Colab đúng 72/202 (35,6%). Đây không phải hai phép đo trên cùng dataset/taxonomy. Mapping nhãn và dHash không chứng minh độc lập theo vườn/cây. Chưa xác nhận hash model đang chạy trên Render. Candidate không được promote. Model vẫn chỉ dùng như gợi ý cần chuyên gia kiểm tra. Phụ lục nằm ngoài bài nói 10 phút; mở khi hỏi đáp.</a:t>
            </a:r>
          </a:p>
          <a:p xmlns:a="http://schemas.openxmlformats.org/drawingml/2006/main">
            <a:r>
              <a:t/>
            </a:r>
          </a:p>
          <a:p xmlns:a="http://schemas.openxmlformats.org/drawingml/2006/main">
            <a:r>
              <a:t>Nguồn: https://github.com/vinhelysia/DurainCheckerDemo/blob/main/submission/review/ai-training/MODEL_CARD.md ; https://github.com/vinhelysia/DurainCheckerDemo/blob/main/submission/review/ai-training/MENDELEY_EXTERNAL_EVAL.md ; https://data.mendeley.com/datasets/pxzvksbwnj/2 (CC BY 4.0).</a:t>
            </a:r>
          </a:p>
          <a:p xmlns:a="http://schemas.openxmlformats.org/drawingml/2006/main">
            <a:r>
              <a:t/>
            </a:r>
          </a:p>
          <a:p xmlns:a="http://schemas.openxmlformats.org/drawingml/2006/main">
            <a:r>
              <a:t>Hỏi đáp; ngoài thời lượng 10 phút.</a:t>
            </a:r>
          </a:p>
          <ns0:p xmlns:ns0="http://schemas.openxmlformats.org/drawingml/2006/main">
            <ns0:r>
              <ns0:t>Brand credits: các logo công nghệ thuộc chủ sở hữu tương ứng. Hướng dẫn brand: https://vercel.com/geist/brands ; https://supabase.com/brand-assets ; https://solana.com/branding . Rust logo artwork: Rust Foundation, CC BY https://creativecommons.org/licenses/by/4.0/ .</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80bf02d1f9f44ee"/></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1f86fa9f2504f7e"/><Relationship Type="http://schemas.openxmlformats.org/officeDocument/2006/relationships/slideLayout" Target="/ppt/slideLayouts/slideLayout1.xml" Id="R7bf8cb8795b0416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f8cb8795b041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400266197b154bc9"/><Relationship Type="http://schemas.openxmlformats.org/officeDocument/2006/relationships/image" Target="/ppt/media/image.png" Id="R447967732bd94b96"/><Relationship Type="http://schemas.openxmlformats.org/officeDocument/2006/relationships/image" Target="/ppt/media/image2.png" Id="R60deeaefc62340c8"/><Relationship Type="http://schemas.openxmlformats.org/officeDocument/2006/relationships/notesSlide" Target="/ppt/notesSlides/notesSlide1.xml" Id="R44c3f24e1c7c47b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7d3245ed3ec44a0"/><Relationship Type="http://schemas.openxmlformats.org/officeDocument/2006/relationships/image" Target="../media/image.png" Id="R2de8f86d14bb4727"/><Relationship Type="http://schemas.openxmlformats.org/officeDocument/2006/relationships/image" Target="../media/image2.png" Id="Rf4b3c0e5276149b4"/><Relationship Type="http://schemas.openxmlformats.org/officeDocument/2006/relationships/notesSlide" Target="/ppt/notesSlides/notesSlide2.xml" Id="Rb4d90e9f60cd450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8e1a79427b94397"/><Relationship Type="http://schemas.openxmlformats.org/officeDocument/2006/relationships/image" Target="/ppt/media/image5.png" Id="R22c5a6b068144b6a"/><Relationship Type="http://schemas.openxmlformats.org/officeDocument/2006/relationships/notesSlide" Target="/ppt/notesSlides/notesSlide3.xml" Id="Rd24305fe0f2e4b28"/></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b9092048e524ba1"/><Relationship Type="http://schemas.openxmlformats.org/officeDocument/2006/relationships/image" Target="../media/image5.png" Id="R8b1008f1151e4f94"/><Relationship Type="http://schemas.openxmlformats.org/officeDocument/2006/relationships/notesSlide" Target="/ppt/notesSlides/notesSlide4.xml" Id="R3131223ea72d4cd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15ca62128eae4913"/><Relationship Type="http://schemas.openxmlformats.org/officeDocument/2006/relationships/image" Target="../media/image5.png" Id="Rf36ec2efabe54427"/><Relationship Type="http://schemas.openxmlformats.org/officeDocument/2006/relationships/notesSlide" Target="/ppt/notesSlides/notesSlide5.xml" Id="R0e468af50a6842f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5233628f29c54174"/><Relationship Type="http://schemas.openxmlformats.org/officeDocument/2006/relationships/image" Target="../media/image5.png" Id="Rce2fb1e830564e46"/><Relationship Type="http://schemas.openxmlformats.org/officeDocument/2006/relationships/notesSlide" Target="/ppt/notesSlides/notesSlide6.xml" Id="R0f13b95e5fbc4b0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1cb34afcf9d2401e"/><Relationship Type="http://schemas.openxmlformats.org/officeDocument/2006/relationships/image" Target="/ppt/media/image9.png" Id="Ra264f50fdbc9484b"/><Relationship Type="http://schemas.openxmlformats.org/officeDocument/2006/relationships/notesSlide" Target="/ppt/notesSlides/notesSlide7.xml" Id="R48e0b16c7aaf432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8eba4598fca4d60"/><Relationship Type="http://schemas.openxmlformats.org/officeDocument/2006/relationships/image" Target="../media/image9.png" Id="R08b35984b0124abf"/><Relationship Type="http://schemas.openxmlformats.org/officeDocument/2006/relationships/notesSlide" Target="/ppt/notesSlides/notesSlide8.xml" Id="Rca0b9af3966b488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629c8ccc03643dc"/><Relationship Type="http://schemas.openxmlformats.org/officeDocument/2006/relationships/image" Target="../media/image9.png" Id="R0d9d5b586619434a"/><Relationship Type="http://schemas.openxmlformats.org/officeDocument/2006/relationships/notesSlide" Target="/ppt/notesSlides/notesSlide9.xml" Id="R55efbb38276f41d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939af2a824e4b34"/><Relationship Type="http://schemas.openxmlformats.org/officeDocument/2006/relationships/image" Target="/ppt/media/image12.png" Id="R5716a7c1ddf047f3"/><Relationship Type="http://schemas.openxmlformats.org/officeDocument/2006/relationships/notesSlide" Target="/ppt/notesSlides/notesSlide10.xml" Id="Rd601ff799dff4ef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9d9c75209794914"/><Relationship Type="http://schemas.openxmlformats.org/officeDocument/2006/relationships/image" Target="../media/image12.png" Id="R8072c4a2018f4970"/><Relationship Type="http://schemas.openxmlformats.org/officeDocument/2006/relationships/notesSlide" Target="/ppt/notesSlides/notesSlide11.xml" Id="R64ef91b10af4443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4768b52baf624060"/><Relationship Type="http://schemas.openxmlformats.org/officeDocument/2006/relationships/image" Target="../media/image12.png" Id="R668ea16c213a46ef"/><Relationship Type="http://schemas.openxmlformats.org/officeDocument/2006/relationships/notesSlide" Target="/ppt/notesSlides/notesSlide12.xml" Id="R0a1c355bddc44958"/></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87496228f134f17"/><Relationship Type="http://schemas.openxmlformats.org/officeDocument/2006/relationships/image" Target="../media/image12.png" Id="R44292af2a80646c0"/><Relationship Type="http://schemas.openxmlformats.org/officeDocument/2006/relationships/notesSlide" Target="/ppt/notesSlides/notesSlide13.xml" Id="Rb9df4bf1dc284cf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de420c135f24767"/><Relationship Type="http://schemas.openxmlformats.org/officeDocument/2006/relationships/image" Target="../media/image5.png" Id="R22ca64a8f4b5428d"/><Relationship Type="http://schemas.openxmlformats.org/officeDocument/2006/relationships/image" Target="/ppt/media/image17.png" Id="R9efb4f26c1d04173"/><Relationship Type="http://schemas.openxmlformats.org/officeDocument/2006/relationships/notesSlide" Target="/ppt/notesSlides/notesSlide14.xml" Id="Rdad6ff068edb41d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4a581746a5c4f27"/><Relationship Type="http://schemas.openxmlformats.org/officeDocument/2006/relationships/image" Target="../media/image5.png" Id="Rc5cfc69f95c743e6"/><Relationship Type="http://schemas.openxmlformats.org/officeDocument/2006/relationships/image" Target="../media/image17.png" Id="R7e666fadc02e4c7b"/><Relationship Type="http://schemas.openxmlformats.org/officeDocument/2006/relationships/notesSlide" Target="/ppt/notesSlides/notesSlide15.xml" Id="R605f514c63ac4ff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57dbacb94a9447d"/><Relationship Type="http://schemas.openxmlformats.org/officeDocument/2006/relationships/image" Target="../media/image5.png" Id="R2a900d89b1a04894"/><Relationship Type="http://schemas.openxmlformats.org/officeDocument/2006/relationships/image" Target="../media/image17.png" Id="Rfd78ef7837f54106"/><Relationship Type="http://schemas.openxmlformats.org/officeDocument/2006/relationships/notesSlide" Target="/ppt/notesSlides/notesSlide16.xml" Id="R782b4cdac735430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1ca70053de0b4f3e"/><Relationship Type="http://schemas.openxmlformats.org/officeDocument/2006/relationships/image" Target="../media/image5.png" Id="R40597e9d477e48a7"/><Relationship Type="http://schemas.openxmlformats.org/officeDocument/2006/relationships/image" Target="../media/image17.png" Id="Rb68ccb7da2bb4358"/><Relationship Type="http://schemas.openxmlformats.org/officeDocument/2006/relationships/notesSlide" Target="/ppt/notesSlides/notesSlide17.xml" Id="Rab102fa7d066492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5f1d09740e84eff"/><Relationship Type="http://schemas.openxmlformats.org/officeDocument/2006/relationships/image" Target="../media/image5.png" Id="R78ffdda9a1af4c79"/><Relationship Type="http://schemas.openxmlformats.org/officeDocument/2006/relationships/notesSlide" Target="/ppt/notesSlides/notesSlide18.xml" Id="R7a0d2db2639744ce"/></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7f0d99921f2645ab"/><Relationship Type="http://schemas.openxmlformats.org/officeDocument/2006/relationships/image" Target="../media/image5.png" Id="R13c21cbe068e4501"/><Relationship Type="http://schemas.openxmlformats.org/officeDocument/2006/relationships/notesSlide" Target="/ppt/notesSlides/notesSlide19.xml" Id="Rb4b99ed783d84ef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b3dbb3757b014092"/><Relationship Type="http://schemas.openxmlformats.org/officeDocument/2006/relationships/image" Target="../media/image5.png" Id="Rac948fcd9ccf4fb0"/><Relationship Type="http://schemas.openxmlformats.org/officeDocument/2006/relationships/notesSlide" Target="/ppt/notesSlides/notesSlide20.xml" Id="Rdc45cec6bf464f5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18014e41ef5747c2"/><Relationship Type="http://schemas.openxmlformats.org/officeDocument/2006/relationships/image" Target="../media/image12.png" Id="Ra40653d5ba3e48b6"/><Relationship Type="http://schemas.openxmlformats.org/officeDocument/2006/relationships/notesSlide" Target="/ppt/notesSlides/notesSlide21.xml" Id="R4692559ee9f34b4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7ea77413422f4efc"/><Relationship Type="http://schemas.openxmlformats.org/officeDocument/2006/relationships/image" Target="../media/image12.png" Id="R3e265e3fbab243ec"/><Relationship Type="http://schemas.openxmlformats.org/officeDocument/2006/relationships/notesSlide" Target="/ppt/notesSlides/notesSlide22.xml" Id="R5897bcefae4c49e5"/></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5e7eaf4590594f9e"/><Relationship Type="http://schemas.openxmlformats.org/officeDocument/2006/relationships/image" Target="../media/image12.png" Id="Rba58f5c67a9c475a"/><Relationship Type="http://schemas.openxmlformats.org/officeDocument/2006/relationships/notesSlide" Target="/ppt/notesSlides/notesSlide23.xml" Id="R08adc8b70013489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7fe40716abe248c0"/><Relationship Type="http://schemas.openxmlformats.org/officeDocument/2006/relationships/image" Target="../media/image12.png" Id="R89471b38f78e4f4a"/><Relationship Type="http://schemas.openxmlformats.org/officeDocument/2006/relationships/notesSlide" Target="/ppt/notesSlides/notesSlide24.xml" Id="R93c83feb26004b6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9d0dcba3d452456f"/><Relationship Type="http://schemas.openxmlformats.org/officeDocument/2006/relationships/image" Target="../media/image12.png" Id="R43e0720bc99f4fe0"/><Relationship Type="http://schemas.openxmlformats.org/officeDocument/2006/relationships/image" Target="/ppt/media/image32.png" Id="R7adbf599f06c4af8"/><Relationship Type="http://schemas.openxmlformats.org/officeDocument/2006/relationships/notesSlide" Target="/ppt/notesSlides/notesSlide25.xml" Id="Rcb3944900c064c20"/></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42bfed634c7a41f9"/><Relationship Type="http://schemas.openxmlformats.org/officeDocument/2006/relationships/image" Target="../media/image12.png" Id="Re2e4479cabdb455d"/><Relationship Type="http://schemas.openxmlformats.org/officeDocument/2006/relationships/image" Target="../media/image32.png" Id="R833809805bca4468"/><Relationship Type="http://schemas.openxmlformats.org/officeDocument/2006/relationships/notesSlide" Target="/ppt/notesSlides/notesSlide26.xml" Id="R47ca965744f04844"/></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da0d5bff09fc46b6"/><Relationship Type="http://schemas.openxmlformats.org/officeDocument/2006/relationships/image" Target="../media/image12.png" Id="R428ee5807b1349ec"/><Relationship Type="http://schemas.openxmlformats.org/officeDocument/2006/relationships/image" Target="../media/image32.png" Id="R5eaee6fff0104296"/><Relationship Type="http://schemas.openxmlformats.org/officeDocument/2006/relationships/image" Target="/ppt/media/image37.png" Id="Reb759983234b4035"/><Relationship Type="http://schemas.openxmlformats.org/officeDocument/2006/relationships/notesSlide" Target="/ppt/notesSlides/notesSlide27.xml" Id="Rfc8ad29d35cd42fb"/></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ef97af260a774343"/><Relationship Type="http://schemas.openxmlformats.org/officeDocument/2006/relationships/image" Target="../media/image12.png" Id="R6c5704d3d20b49fa"/><Relationship Type="http://schemas.openxmlformats.org/officeDocument/2006/relationships/image" Target="../media/image32.png" Id="R56b88ba2d95d49f9"/><Relationship Type="http://schemas.openxmlformats.org/officeDocument/2006/relationships/image" Target="../media/image37.png" Id="Rd38cb6bc443c492b"/><Relationship Type="http://schemas.openxmlformats.org/officeDocument/2006/relationships/notesSlide" Target="/ppt/notesSlides/notesSlide28.xml" Id="Rad9f41e4cbed4e57"/></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02c0889f622249d7"/><Relationship Type="http://schemas.openxmlformats.org/officeDocument/2006/relationships/image" Target="../media/image12.png" Id="Rf099ab32c4d44fb3"/><Relationship Type="http://schemas.openxmlformats.org/officeDocument/2006/relationships/notesSlide" Target="/ppt/notesSlides/notesSlide29.xml" Id="R2b629eb82bff4403"/></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4e800e13a93842b7"/><Relationship Type="http://schemas.openxmlformats.org/officeDocument/2006/relationships/image" Target="../media/image12.png" Id="Rb4701c9350584955"/><Relationship Type="http://schemas.openxmlformats.org/officeDocument/2006/relationships/notesSlide" Target="/ppt/notesSlides/notesSlide30.xml" Id="R684eececcc804765"/></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babb179d53ce46b4"/><Relationship Type="http://schemas.openxmlformats.org/officeDocument/2006/relationships/image" Target="../media/image12.png" Id="R88a91e4c2f694bfc"/><Relationship Type="http://schemas.openxmlformats.org/officeDocument/2006/relationships/notesSlide" Target="/ppt/notesSlides/notesSlide31.xml" Id="R7e782574dda54263"/></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49f47021e03343ed"/><Relationship Type="http://schemas.openxmlformats.org/officeDocument/2006/relationships/image" Target="../media/image12.png" Id="Rab50b55a1fed4318"/><Relationship Type="http://schemas.openxmlformats.org/officeDocument/2006/relationships/image" Target="/ppt/media/image45.png" Id="R91a6dcd88c084e98"/><Relationship Type="http://schemas.openxmlformats.org/officeDocument/2006/relationships/hyperlink" Target="https://durian-web3.vercel.app/submission/DurianTrust_HTX_Demo_90s.mp4" TargetMode="External" Id="Re26199ef2d5c4961"/><Relationship Type="http://schemas.openxmlformats.org/officeDocument/2006/relationships/notesSlide" Target="/ppt/notesSlides/notesSlide32.xml" Id="R996ff29650754d67"/><Relationship Id="rIdDemoVideo" Type="http://schemas.openxmlformats.org/officeDocument/2006/relationships/video" Target="../media/durian-demo.mp4"/><Relationship Id="rIdDemoMedia" Type="http://schemas.microsoft.com/office/2007/relationships/media" Target="../media/durian-demo.mp4"/></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c367c543f7564439"/><Relationship Type="http://schemas.openxmlformats.org/officeDocument/2006/relationships/image" Target="../media/image12.png" Id="R68a9012c862b421a"/><Relationship Type="http://schemas.openxmlformats.org/officeDocument/2006/relationships/notesSlide" Target="/ppt/notesSlides/notesSlide33.xml" Id="Rfe1ce0094b29428f"/><Relationship Id="rIdTechLogo15" Type="http://schemas.openxmlformats.org/officeDocument/2006/relationships/image" Target="/ppt/media/tech-logo-react.png"/><Relationship Id="rIdTechLogo16" Type="http://schemas.openxmlformats.org/officeDocument/2006/relationships/image" Target="/ppt/media/tech-logo-vite.png"/><Relationship Id="rIdTechLogo17" Type="http://schemas.openxmlformats.org/officeDocument/2006/relationships/image" Target="/ppt/media/tech-logo-vercel.png"/></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e376ce1fe94b4bab"/><Relationship Type="http://schemas.openxmlformats.org/officeDocument/2006/relationships/image" Target="../media/image12.png" Id="R5878ff9e0b134270"/><Relationship Type="http://schemas.openxmlformats.org/officeDocument/2006/relationships/notesSlide" Target="/ppt/notesSlides/notesSlide34.xml" Id="Rd5b52db31cfe41dc"/><Relationship Id="rIdTechLogo34" Type="http://schemas.openxmlformats.org/officeDocument/2006/relationships/image" Target="/ppt/media/tech-logo-react.png"/><Relationship Id="rIdTechLogo35" Type="http://schemas.openxmlformats.org/officeDocument/2006/relationships/image" Target="/ppt/media/tech-logo-vite.png"/><Relationship Id="rIdTechLogo36" Type="http://schemas.openxmlformats.org/officeDocument/2006/relationships/image" Target="/ppt/media/tech-logo-vercel.png"/><Relationship Id="rIdTechLogo42" Type="http://schemas.openxmlformats.org/officeDocument/2006/relationships/image" Target="/ppt/media/tech-logo-supabase.png"/><Relationship Id="rIdGoogleAuthLogo" Type="http://schemas.openxmlformats.org/officeDocument/2006/relationships/image" Target="/ppt/media/google-auth-logo.png"/></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fff273e468884ed0"/><Relationship Type="http://schemas.openxmlformats.org/officeDocument/2006/relationships/image" Target="../media/image12.png" Id="Rd6f1133ec8bf44ea"/><Relationship Type="http://schemas.openxmlformats.org/officeDocument/2006/relationships/notesSlide" Target="/ppt/notesSlides/notesSlide35.xml" Id="R089efcfad2e64875"/><Relationship Id="rIdTechLogo54" Type="http://schemas.openxmlformats.org/officeDocument/2006/relationships/image" Target="/ppt/media/tech-logo-react.png"/><Relationship Id="rIdTechLogo55" Type="http://schemas.openxmlformats.org/officeDocument/2006/relationships/image" Target="/ppt/media/tech-logo-vite.png"/><Relationship Id="rIdTechLogo56" Type="http://schemas.openxmlformats.org/officeDocument/2006/relationships/image" Target="/ppt/media/tech-logo-vercel.png"/><Relationship Id="rIdTechLogo57" Type="http://schemas.openxmlformats.org/officeDocument/2006/relationships/image" Target="/ppt/media/tech-logo-fastapi.png"/><Relationship Id="rIdTechLogo58" Type="http://schemas.openxmlformats.org/officeDocument/2006/relationships/image" Target="/ppt/media/tech-logo-python.png"/><Relationship Id="rIdTechLogo59" Type="http://schemas.openxmlformats.org/officeDocument/2006/relationships/image" Target="/ppt/media/tech-logo-render.png"/><Relationship Id="rIdTechLogo62" Type="http://schemas.openxmlformats.org/officeDocument/2006/relationships/image" Target="/ppt/media/tech-logo-supabase.png"/><Relationship Id="rIdGoogleAuthLogo" Type="http://schemas.openxmlformats.org/officeDocument/2006/relationships/image" Target="/ppt/media/google-auth-logo.png"/></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14eaeb03c7314df6"/><Relationship Type="http://schemas.openxmlformats.org/officeDocument/2006/relationships/image" Target="../media/image12.png" Id="R853020a19e2b4a99"/><Relationship Type="http://schemas.openxmlformats.org/officeDocument/2006/relationships/notesSlide" Target="/ppt/notesSlides/notesSlide36.xml" Id="Re7185e9fd6784fd5"/><Relationship Id="rIdTechLogo83" Type="http://schemas.openxmlformats.org/officeDocument/2006/relationships/image" Target="/ppt/media/tech-logo-react.png"/><Relationship Id="rIdTechLogo84" Type="http://schemas.openxmlformats.org/officeDocument/2006/relationships/image" Target="/ppt/media/tech-logo-vite.png"/><Relationship Id="rIdTechLogo85" Type="http://schemas.openxmlformats.org/officeDocument/2006/relationships/image" Target="/ppt/media/tech-logo-vercel.png"/><Relationship Id="rIdTechLogo86" Type="http://schemas.openxmlformats.org/officeDocument/2006/relationships/image" Target="/ppt/media/tech-logo-fastapi.png"/><Relationship Id="rIdTechLogo87" Type="http://schemas.openxmlformats.org/officeDocument/2006/relationships/image" Target="/ppt/media/tech-logo-python.png"/><Relationship Id="rIdTechLogo88" Type="http://schemas.openxmlformats.org/officeDocument/2006/relationships/image" Target="/ppt/media/tech-logo-render.png"/><Relationship Id="rIdTechLogo89" Type="http://schemas.openxmlformats.org/officeDocument/2006/relationships/image" Target="/ppt/media/tech-logo-supabase.png"/><Relationship Id="rIdTechLogo90" Type="http://schemas.openxmlformats.org/officeDocument/2006/relationships/image" Target="/ppt/media/tech-logo-postgresql.png"/><Relationship Id="rIdTechLogo91" Type="http://schemas.openxmlformats.org/officeDocument/2006/relationships/image" Target="/ppt/media/tech-logo-supabase.png"/><Relationship Id="rIdSupabaseWordmark92" Type="http://schemas.openxmlformats.org/officeDocument/2006/relationships/image" Target="/ppt/media/supabase-wordmark-dark.png"/><Relationship Id="rIdSupabaseWordmark93" Type="http://schemas.openxmlformats.org/officeDocument/2006/relationships/image" Target="/ppt/media/supabase-wordmark-dark.png"/><Relationship Id="rIdGoogleAuthLogo" Type="http://schemas.openxmlformats.org/officeDocument/2006/relationships/image" Target="/ppt/media/google-auth-logo.png"/></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b86159d120534ca0"/><Relationship Type="http://schemas.openxmlformats.org/officeDocument/2006/relationships/image" Target="/ppt/media/image50.png" Id="R225747e159ae407d"/><Relationship Type="http://schemas.openxmlformats.org/officeDocument/2006/relationships/notesSlide" Target="/ppt/notesSlides/notesSlide37.xml" Id="Rc9d97eb4198f422d"/><Relationship Id="rIdTechLogo13" Type="http://schemas.openxmlformats.org/officeDocument/2006/relationships/image" Target="/ppt/media/tech-logo-rust.png"/><Relationship Id="rIdTechLogo15" Type="http://schemas.openxmlformats.org/officeDocument/2006/relationships/image" Target="/ppt/media/tech-logo-anchor.png"/><Relationship Id="rIdTechLogo17" Type="http://schemas.openxmlformats.org/officeDocument/2006/relationships/image" Target="/ppt/media/tech-logo-solana.png"/></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ec02c329c87640b9"/><Relationship Type="http://schemas.openxmlformats.org/officeDocument/2006/relationships/image" Target="../media/image50.png" Id="R8162b3e568d9434d"/><Relationship Type="http://schemas.openxmlformats.org/officeDocument/2006/relationships/notesSlide" Target="/ppt/notesSlides/notesSlide38.xml" Id="R642e0a876f2d495a"/><Relationship Id="rIdTechLogo33" Type="http://schemas.openxmlformats.org/officeDocument/2006/relationships/image" Target="/ppt/media/tech-logo-rust.png"/><Relationship Id="rIdTechLogo35" Type="http://schemas.openxmlformats.org/officeDocument/2006/relationships/image" Target="/ppt/media/tech-logo-anchor.png"/><Relationship Id="rIdTechLogo37" Type="http://schemas.openxmlformats.org/officeDocument/2006/relationships/image" Target="/ppt/media/tech-logo-solana.png"/></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e648e8ed46747b4"/><Relationship Type="http://schemas.openxmlformats.org/officeDocument/2006/relationships/image" Target="../media/image50.png" Id="R4056399d3bb94364"/><Relationship Type="http://schemas.openxmlformats.org/officeDocument/2006/relationships/notesSlide" Target="/ppt/notesSlides/notesSlide39.xml" Id="R6c2fae61ec2d4e76"/><Relationship Id="rIdTechLogo47" Type="http://schemas.openxmlformats.org/officeDocument/2006/relationships/image" Target="/ppt/media/tech-logo-rust.png"/><Relationship Id="rIdTechLogo49" Type="http://schemas.openxmlformats.org/officeDocument/2006/relationships/image" Target="/ppt/media/tech-logo-anchor.png"/><Relationship Id="rIdTechLogo51" Type="http://schemas.openxmlformats.org/officeDocument/2006/relationships/image" Target="/ppt/media/tech-logo-solana.png"/></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26546a7238fd4b8c"/><Relationship Type="http://schemas.openxmlformats.org/officeDocument/2006/relationships/image" Target="../media/image50.png" Id="R2c84fe5be9e64ff3"/><Relationship Type="http://schemas.openxmlformats.org/officeDocument/2006/relationships/notesSlide" Target="/ppt/notesSlides/notesSlide40.xml" Id="R3ab7451c952945db"/><Relationship Id="rIdTechLogo48" Type="http://schemas.openxmlformats.org/officeDocument/2006/relationships/image" Target="/ppt/media/tech-logo-rust.png"/><Relationship Id="rIdTechLogo50" Type="http://schemas.openxmlformats.org/officeDocument/2006/relationships/image" Target="/ppt/media/tech-logo-anchor.png"/><Relationship Id="rIdTechLogo52" Type="http://schemas.openxmlformats.org/officeDocument/2006/relationships/image" Target="/ppt/media/tech-logo-solana.png"/></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41234564424141dd"/><Relationship Type="http://schemas.openxmlformats.org/officeDocument/2006/relationships/image" Target="../media/image12.png" Id="R404cf01b23ad4261"/><Relationship Type="http://schemas.openxmlformats.org/officeDocument/2006/relationships/notesSlide" Target="/ppt/notesSlides/notesSlide41.xml" Id="R8c194db989454278"/></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178194997f2b4717"/><Relationship Type="http://schemas.openxmlformats.org/officeDocument/2006/relationships/image" Target="../media/image12.png" Id="Ra78ab7e7c45343e5"/><Relationship Type="http://schemas.openxmlformats.org/officeDocument/2006/relationships/notesSlide" Target="/ppt/notesSlides/notesSlide42.xml" Id="R1e71739af24f4d20"/></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98b1bee343ea4f3e"/><Relationship Type="http://schemas.openxmlformats.org/officeDocument/2006/relationships/image" Target="../media/image12.png" Id="R91cd821c9a224b1c"/><Relationship Type="http://schemas.openxmlformats.org/officeDocument/2006/relationships/notesSlide" Target="/ppt/notesSlides/notesSlide43.xml" Id="R7efa4ca9b7674147"/></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65a1153ce9e5441a"/><Relationship Type="http://schemas.openxmlformats.org/officeDocument/2006/relationships/image" Target="/ppt/media/image57.png" Id="R370104696a1a433e"/><Relationship Type="http://schemas.openxmlformats.org/officeDocument/2006/relationships/notesSlide" Target="/ppt/notesSlides/notesSlide44.xml" Id="R74a80416c6454521"/></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812ffa3c664d4301"/><Relationship Type="http://schemas.openxmlformats.org/officeDocument/2006/relationships/image" Target="../media/image57.png" Id="R6396ee0363824c79"/><Relationship Type="http://schemas.openxmlformats.org/officeDocument/2006/relationships/notesSlide" Target="/ppt/notesSlides/notesSlide45.xml" Id="R806023fc23c843f3"/><Relationship Id="rIdTechLogo24" Type="http://schemas.openxmlformats.org/officeDocument/2006/relationships/image" Target="/ppt/media/tech-logo-onnxruntime.png"/><Relationship Id="rIdTechLogo25" Type="http://schemas.openxmlformats.org/officeDocument/2006/relationships/image" Target="/ppt/media/tech-logo-fastapi-teal.png"/></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07a12897eae4446"/><Relationship Type="http://schemas.openxmlformats.org/officeDocument/2006/relationships/image" Target="../media/image57.png" Id="R179e90e8fecf46fd"/><Relationship Type="http://schemas.openxmlformats.org/officeDocument/2006/relationships/image" Target="/ppt/media/image60.png" Id="Rad468703b6ef4e34"/><Relationship Type="http://schemas.openxmlformats.org/officeDocument/2006/relationships/notesSlide" Target="/ppt/notesSlides/notesSlide46.xml" Id="Rd367a25dc9ac412e"/><Relationship Id="rIdTechLogo35" Type="http://schemas.openxmlformats.org/officeDocument/2006/relationships/image" Target="/ppt/media/tech-logo-onnxruntime.png"/><Relationship Id="rIdTechLogo36" Type="http://schemas.openxmlformats.org/officeDocument/2006/relationships/image" Target="/ppt/media/tech-logo-fastapi-teal.png"/></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c05cd8733e004bf3"/><Relationship Type="http://schemas.openxmlformats.org/officeDocument/2006/relationships/image" Target="../media/image57.png" Id="R1091e0b35fd14d51"/><Relationship Type="http://schemas.openxmlformats.org/officeDocument/2006/relationships/notesSlide" Target="/ppt/notesSlides/notesSlide47.xml" Id="R07017560574d4a50"/></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1f879a3396574eb5"/><Relationship Type="http://schemas.openxmlformats.org/officeDocument/2006/relationships/image" Target="../media/image57.png" Id="R0216348b8bcb4da3"/><Relationship Type="http://schemas.openxmlformats.org/officeDocument/2006/relationships/notesSlide" Target="/ppt/notesSlides/notesSlide48.xml" Id="R1b3813011e5c442b"/></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a28c69e26fbb4330"/><Relationship Type="http://schemas.openxmlformats.org/officeDocument/2006/relationships/image" Target="../media/image12.png" Id="Rf99834dfa7964f1e"/><Relationship Type="http://schemas.openxmlformats.org/officeDocument/2006/relationships/notesSlide" Target="/ppt/notesSlides/notesSlide49.xml" Id="R52d45777505f4d7a"/></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7bb6a628badc4bdd"/><Relationship Type="http://schemas.openxmlformats.org/officeDocument/2006/relationships/image" Target="../media/image12.png" Id="Re8609116dee54eb6"/><Relationship Type="http://schemas.openxmlformats.org/officeDocument/2006/relationships/notesSlide" Target="/ppt/notesSlides/notesSlide50.xml" Id="Rb55f5a4f2f8f4b85"/></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51.xml" Id="R6ba847dd85b64799"/></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5cfe23a48ec94d2e"/><Relationship Type="http://schemas.openxmlformats.org/officeDocument/2006/relationships/image" Target="../media/image9.png" Id="Ra7309318cacd4d71"/><Relationship Type="http://schemas.openxmlformats.org/officeDocument/2006/relationships/notesSlide" Target="/ppt/notesSlides/notesSlide52.xml" Id="R38650a35b6404ff6"/></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73ea5249ed3642ca"/><Relationship Type="http://schemas.openxmlformats.org/officeDocument/2006/relationships/image" Target="../media/image9.png" Id="R169244bd33a9400b"/><Relationship Type="http://schemas.openxmlformats.org/officeDocument/2006/relationships/notesSlide" Target="/ppt/notesSlides/notesSlide53.xml" Id="Rbd780277707d4f5e"/></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b282073d6d49425f"/><Relationship Type="http://schemas.openxmlformats.org/officeDocument/2006/relationships/image" Target="../media/image9.png" Id="Rc7fc8e7f6c734188"/><Relationship Type="http://schemas.openxmlformats.org/officeDocument/2006/relationships/notesSlide" Target="/ppt/notesSlides/notesSlide54.xml" Id="R40919b4fbfbf41bd"/></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094b7d8fee141f6"/><Relationship Type="http://schemas.openxmlformats.org/officeDocument/2006/relationships/image" Target="../media/image5.png" Id="R161f4f19c14943b7"/><Relationship Type="http://schemas.openxmlformats.org/officeDocument/2006/relationships/notesSlide" Target="/ppt/notesSlides/notesSlide55.xml" Id="Ra5a4a01e6bd94235"/></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568211f509764fc0"/><Relationship Type="http://schemas.openxmlformats.org/officeDocument/2006/relationships/image" Target="../media/image5.png" Id="R960e684e95404f53"/><Relationship Type="http://schemas.openxmlformats.org/officeDocument/2006/relationships/notesSlide" Target="/ppt/notesSlides/notesSlide56.xml" Id="R3c10784be2fc47ff"/></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ff226678ffaa4fa6"/><Relationship Type="http://schemas.openxmlformats.org/officeDocument/2006/relationships/image" Target="../media/image5.png" Id="R4a9277b21b004c61"/><Relationship Type="http://schemas.openxmlformats.org/officeDocument/2006/relationships/notesSlide" Target="/ppt/notesSlides/notesSlide57.xml" Id="R54891cb45d8f4dd9"/></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58537c1196844858"/><Relationship Type="http://schemas.openxmlformats.org/officeDocument/2006/relationships/image" Target="../media/image.png" Id="R6a99e7d67b1e4bdf"/><Relationship Type="http://schemas.openxmlformats.org/officeDocument/2006/relationships/notesSlide" Target="/ppt/notesSlides/notesSlide58.xml" Id="R25abc82ca51d450f"/></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ba328673bc014b0a"/><Relationship Type="http://schemas.openxmlformats.org/officeDocument/2006/relationships/image" Target="../media/image.png" Id="Rb0ed0058004a4176"/><Relationship Type="http://schemas.openxmlformats.org/officeDocument/2006/relationships/image" Target="../media/image32.png" Id="Rd3f240ed2e2849b9"/><Relationship Type="http://schemas.openxmlformats.org/officeDocument/2006/relationships/hyperlink" Target="https://durian-web3.vercel.app/#/records/example" TargetMode="External" Id="R9e1998df7a4e4696"/><Relationship Type="http://schemas.openxmlformats.org/officeDocument/2006/relationships/hyperlink" Target="https://github.com/vinhelysia/DurainCheckerDemo" TargetMode="External" Id="Reabc68734bc14c96"/><Relationship Type="http://schemas.openxmlformats.org/officeDocument/2006/relationships/notesSlide" Target="/ppt/notesSlides/notesSlide59.xml" Id="R6396c1f4f172466a"/></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60.xml" Id="R6ba847dd85b64799"/></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47967732bd94b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9432B25-3EEE-46F6-BF94-4C1F018BD6F8}"/>
              </a:ext>
            </a:extLst>
          </p:cNvPr>
          <p:cNvSpPr>
            <a:spLocks xmlns:a="http://schemas.openxmlformats.org/drawingml/2006/main" noGrp="1"/>
          </p:cNvSpPr>
          <p:nvPr/>
        </p:nvSpPr>
        <p:spPr>
          <a:xfrm xmlns:a="http://schemas.openxmlformats.org/drawingml/2006/main">
            <a:off x="609600" y="255270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700" b="1">
                <a:solidFill>
                  <a:srgbClr val="F4F1E8"/>
                </a:solidFill>
                <a:latin typeface="Segoe UI"/>
                <a:ea typeface="Segoe UI"/>
                <a:cs typeface="Segoe UI"/>
              </a:defRPr>
            </a:pPr>
            <a:r>
              <a:rPr sz="5700" b="1">
                <a:solidFill>
                  <a:srgbClr val="F4F1E8"/>
                </a:solidFill>
                <a:latin typeface="Segoe UI"/>
                <a:ea typeface="Segoe UI"/>
                <a:cs typeface="Segoe UI"/>
              </a:rPr>
              <a:t>DurianTrust</a:t>
            </a:r>
          </a:p>
        </p:txBody>
      </p:sp>
      <p:sp>
        <p:nvSpPr>
          <p:cNvPr id="3" name="!!competition">
            <a:extLst xmlns:a="http://schemas.openxmlformats.org/drawingml/2006/main">
              <a:ext uri="{FF2B5EF4-FFF2-40B4-BE49-F238E27FC236}">
                <a16:creationId xmlns:a16="http://schemas.microsoft.com/office/drawing/2014/main" id="{74E26A9C-2B0B-42FB-AC99-F47CC05A910B}"/>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0" name="!!logo"/>
          <p:cNvPicPr>
            <a:picLocks xmlns:a="http://schemas.openxmlformats.org/drawingml/2006/main" noChangeAspect="1"/>
          </p:cNvPicPr>
          <p:nvPr/>
        </p:nvPicPr>
        <p:blipFill>
          <a:blip xmlns:r="http://schemas.openxmlformats.org/officeDocument/2006/relationships" xmlns:a="http://schemas.openxmlformats.org/drawingml/2006/main" r:embed="R60deeaefc62340c8"/>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3722A17-929A-4BD2-91C6-B5120ED607F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6" name="!!caption">
            <a:extLst xmlns:a="http://schemas.openxmlformats.org/drawingml/2006/main">
              <a:ext uri="{FF2B5EF4-FFF2-40B4-BE49-F238E27FC236}">
                <a16:creationId xmlns:a16="http://schemas.microsoft.com/office/drawing/2014/main" id="{F611FA9C-5332-425A-A77A-98ACD69AB10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27871743"/>
      </p:ext>
    </p:extLst>
  </p:cSld>
</p:sld>
</file>

<file path=ppt/slides/slide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2de8f86d14bb47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E1C7A97-AEA7-4CBC-9746-E47D9F29B348}"/>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FFB36356-1537-4C61-AAB1-F980E62C17A0}"/>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1FB0E0DE-7DCB-47D5-AA45-76AC11576ECA}"/>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f4b3c0e5276149b4"/>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BB99D8A4-6B5D-45A2-9688-C14FA69773D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B166CEE-AA0E-4E91-B722-77AE535AB74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37485104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22c5a6b068144b6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6EF79DE-9F1A-4F2A-B44F-A56DE9FE4F4B}"/>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6AB61F0A-F2E7-4B7C-BFBD-3A0BCF1A9A40}"/>
              </a:ext>
            </a:extLst>
          </p:cNvPr>
          <p:cNvSpPr>
            <a:spLocks xmlns:a="http://schemas.openxmlformats.org/drawingml/2006/main" noGrp="1"/>
          </p:cNvSpPr>
          <p:nvPr/>
        </p:nvSpPr>
        <p:spPr>
          <a:xfrm xmlns:a="http://schemas.openxmlformats.org/drawingml/2006/main">
            <a:off x="571500" y="1866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ragment-0-icon-0">
            <a:extLst xmlns:a="http://schemas.openxmlformats.org/drawingml/2006/main">
              <a:ext uri="{FF2B5EF4-FFF2-40B4-BE49-F238E27FC236}">
                <a16:creationId xmlns:a16="http://schemas.microsoft.com/office/drawing/2014/main" id="{51BD089C-2384-498C-8170-19D6F29F5F76}"/>
              </a:ext>
            </a:extLst>
          </p:cNvPr>
          <p:cNvSpPr>
            <a:spLocks xmlns:a="http://schemas.openxmlformats.org/drawingml/2006/main" noGrp="1"/>
          </p:cNvSpPr>
          <p:nvPr/>
        </p:nvSpPr>
        <p:spPr>
          <a:xfrm xmlns:a="http://schemas.openxmlformats.org/drawingml/2006/main">
            <a:off x="770572" y="2065972"/>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5" name="!!fragment-0-icon-1">
            <a:extLst xmlns:a="http://schemas.openxmlformats.org/drawingml/2006/main">
              <a:ext uri="{FF2B5EF4-FFF2-40B4-BE49-F238E27FC236}">
                <a16:creationId xmlns:a16="http://schemas.microsoft.com/office/drawing/2014/main" id="{C8B9E9F6-296D-4DD9-8CDA-46DC8A5C5F70}"/>
              </a:ext>
            </a:extLst>
          </p:cNvPr>
          <p:cNvSpPr>
            <a:spLocks xmlns:a="http://schemas.openxmlformats.org/drawingml/2006/main" noGrp="1"/>
          </p:cNvSpPr>
          <p:nvPr/>
        </p:nvSpPr>
        <p:spPr>
          <a:xfrm xmlns:a="http://schemas.openxmlformats.org/drawingml/2006/main">
            <a:off x="868299" y="2065972"/>
            <a:ext cx="130302"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fragment-0-icon-2">
            <a:extLst xmlns:a="http://schemas.openxmlformats.org/drawingml/2006/main">
              <a:ext uri="{FF2B5EF4-FFF2-40B4-BE49-F238E27FC236}">
                <a16:creationId xmlns:a16="http://schemas.microsoft.com/office/drawing/2014/main" id="{E98B0F2A-BD6D-48E9-96E5-32760324CFEB}"/>
              </a:ext>
            </a:extLst>
          </p:cNvPr>
          <p:cNvSpPr>
            <a:spLocks xmlns:a="http://schemas.openxmlformats.org/drawingml/2006/main" noGrp="1"/>
          </p:cNvSpPr>
          <p:nvPr/>
        </p:nvSpPr>
        <p:spPr>
          <a:xfrm xmlns:a="http://schemas.openxmlformats.org/drawingml/2006/main">
            <a:off x="737997" y="2033397"/>
            <a:ext cx="390906" cy="39090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FFFFFF"/>
            </a:solidFill>
            <a:prstDash val="solid"/>
          </a:ln>
        </p:spPr>
      </p:sp>
      <p:sp>
        <p:nvSpPr>
          <p:cNvPr id="7" name="!!fragment-0">
            <a:extLst xmlns:a="http://schemas.openxmlformats.org/drawingml/2006/main">
              <a:ext uri="{FF2B5EF4-FFF2-40B4-BE49-F238E27FC236}">
                <a16:creationId xmlns:a16="http://schemas.microsoft.com/office/drawing/2014/main" id="{675AA8ED-DD4B-4740-BC74-5F1A880E26A6}"/>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500" b="1">
                <a:solidFill>
                  <a:srgbClr val="142F24"/>
                </a:solidFill>
                <a:latin typeface="Segoe UI"/>
                <a:ea typeface="Segoe UI"/>
                <a:cs typeface="Segoe UI"/>
              </a:defRPr>
            </a:pPr>
            <a:r>
              <a:rPr sz="45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309E756-FFB7-4947-AEB2-119D6A04AD96}"/>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page">
            <a:extLst xmlns:a="http://schemas.openxmlformats.org/drawingml/2006/main">
              <a:ext uri="{FF2B5EF4-FFF2-40B4-BE49-F238E27FC236}">
                <a16:creationId xmlns:a16="http://schemas.microsoft.com/office/drawing/2014/main" id="{0CE3515C-389A-4B31-9747-90723470226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0" name="!!caption">
            <a:extLst xmlns:a="http://schemas.openxmlformats.org/drawingml/2006/main">
              <a:ext uri="{FF2B5EF4-FFF2-40B4-BE49-F238E27FC236}">
                <a16:creationId xmlns:a16="http://schemas.microsoft.com/office/drawing/2014/main" id="{44547D5B-773D-4894-8E96-935AF5F1836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4141968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8b1008f1151e4f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C7237ED-B265-49AF-93A9-ADE0C373ABF8}"/>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74948A4-52AD-4D58-98F9-971299FF1C88}"/>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B99E92AA-7216-41F8-ABFC-A19BA0FA24E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F9E656D1-05B0-405F-A107-2AE8F396B12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7AB0EA6-9EA8-4501-9EE6-D751038A0B79}"/>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8F5A5FA7-8CD6-480D-93F9-5482A2A43B19}"/>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67E6B445-15FD-4B34-8614-DCA9FC8A2073}"/>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F134D34-9151-4E98-83CA-C0D7B0365B89}"/>
              </a:ext>
            </a:extLst>
          </p:cNvPr>
          <p:cNvSpPr>
            <a:spLocks xmlns:a="http://schemas.openxmlformats.org/drawingml/2006/main" noGrp="1"/>
          </p:cNvSpPr>
          <p:nvPr/>
        </p:nvSpPr>
        <p:spPr>
          <a:xfrm xmlns:a="http://schemas.openxmlformats.org/drawingml/2006/main">
            <a:off x="57150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fragment-1-icon-0">
            <a:extLst xmlns:a="http://schemas.openxmlformats.org/drawingml/2006/main">
              <a:ext uri="{FF2B5EF4-FFF2-40B4-BE49-F238E27FC236}">
                <a16:creationId xmlns:a16="http://schemas.microsoft.com/office/drawing/2014/main" id="{396220AF-9713-4C23-BAB9-AAF7DBE28AF6}"/>
              </a:ext>
            </a:extLst>
          </p:cNvPr>
          <p:cNvSpPr>
            <a:spLocks xmlns:a="http://schemas.openxmlformats.org/drawingml/2006/main" noGrp="1"/>
          </p:cNvSpPr>
          <p:nvPr/>
        </p:nvSpPr>
        <p:spPr>
          <a:xfrm xmlns:a="http://schemas.openxmlformats.org/drawingml/2006/main">
            <a:off x="770572" y="35518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fragment-1-icon-1">
            <a:extLst xmlns:a="http://schemas.openxmlformats.org/drawingml/2006/main">
              <a:ext uri="{FF2B5EF4-FFF2-40B4-BE49-F238E27FC236}">
                <a16:creationId xmlns:a16="http://schemas.microsoft.com/office/drawing/2014/main" id="{705E6419-89F6-4F76-A9B0-4575E89239BC}"/>
              </a:ext>
            </a:extLst>
          </p:cNvPr>
          <p:cNvSpPr>
            <a:spLocks xmlns:a="http://schemas.openxmlformats.org/drawingml/2006/main" noGrp="1"/>
          </p:cNvSpPr>
          <p:nvPr/>
        </p:nvSpPr>
        <p:spPr>
          <a:xfrm xmlns:a="http://schemas.openxmlformats.org/drawingml/2006/main">
            <a:off x="737997" y="35192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2" name="!!fragment-1">
            <a:extLst xmlns:a="http://schemas.openxmlformats.org/drawingml/2006/main">
              <a:ext uri="{FF2B5EF4-FFF2-40B4-BE49-F238E27FC236}">
                <a16:creationId xmlns:a16="http://schemas.microsoft.com/office/drawing/2014/main" id="{CEF81D09-89E6-4589-9B74-D4571CE6C4D6}"/>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F34EEE96-05B4-4D6C-9245-40E0EC17D375}"/>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page">
            <a:extLst xmlns:a="http://schemas.openxmlformats.org/drawingml/2006/main">
              <a:ext uri="{FF2B5EF4-FFF2-40B4-BE49-F238E27FC236}">
                <a16:creationId xmlns:a16="http://schemas.microsoft.com/office/drawing/2014/main" id="{43CE9C47-FA94-4865-BE2C-0EECBF15FBC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5" name="!!caption">
            <a:extLst xmlns:a="http://schemas.openxmlformats.org/drawingml/2006/main">
              <a:ext uri="{FF2B5EF4-FFF2-40B4-BE49-F238E27FC236}">
                <a16:creationId xmlns:a16="http://schemas.microsoft.com/office/drawing/2014/main" id="{3F5AA709-9E08-450E-9DD7-6327A596B8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209390705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1" name="!!backdrop"/>
          <p:cNvPicPr>
            <a:picLocks xmlns:a="http://schemas.openxmlformats.org/drawingml/2006/main" noChangeAspect="1"/>
          </p:cNvPicPr>
          <p:nvPr/>
        </p:nvPicPr>
        <p:blipFill>
          <a:blip xmlns:r="http://schemas.openxmlformats.org/officeDocument/2006/relationships" xmlns:a="http://schemas.openxmlformats.org/drawingml/2006/main" r:embed="Rf36ec2efabe544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B06F16F-923A-4AA1-87A8-0291B3B590A7}"/>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F5188BE-97E6-4A54-9F9C-32B51E0EB846}"/>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74548738-FD63-4339-8D6A-786FD578FCC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383797E0-7D36-4309-9B72-5D61E15952E6}"/>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DBB35A17-5203-4467-8279-4CB1824C207A}"/>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399B1C1C-825D-46ED-969B-0D9682FC0B3E}"/>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23EC9A94-318C-49BF-A839-6972656A6E0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CF7B3B2-A110-4088-A7DD-E38E93C7F196}"/>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CD501C37-F53A-4B1F-BA40-68AE8C9A0B9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07A5BD37-2FF7-4550-97EF-7D6D5B055D4F}"/>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A5F3A263-EC86-4A06-A4B2-61EB7040F364}"/>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42B17814-8BD5-4EFD-B9BE-96F4F24E343C}"/>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B69AB6DC-884F-48A8-B2D7-81521B6AE143}"/>
              </a:ext>
            </a:extLst>
          </p:cNvPr>
          <p:cNvSpPr>
            <a:spLocks xmlns:a="http://schemas.openxmlformats.org/drawingml/2006/main" noGrp="1"/>
          </p:cNvSpPr>
          <p:nvPr/>
        </p:nvSpPr>
        <p:spPr>
          <a:xfrm xmlns:a="http://schemas.openxmlformats.org/drawingml/2006/main">
            <a:off x="571500" y="44386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ragment-2-icon-0">
            <a:extLst xmlns:a="http://schemas.openxmlformats.org/drawingml/2006/main">
              <a:ext uri="{FF2B5EF4-FFF2-40B4-BE49-F238E27FC236}">
                <a16:creationId xmlns:a16="http://schemas.microsoft.com/office/drawing/2014/main" id="{99DACD07-E37E-4FDF-95C8-ED64B95984EC}"/>
              </a:ext>
            </a:extLst>
          </p:cNvPr>
          <p:cNvSpPr>
            <a:spLocks xmlns:a="http://schemas.openxmlformats.org/drawingml/2006/main" noGrp="1"/>
          </p:cNvSpPr>
          <p:nvPr/>
        </p:nvSpPr>
        <p:spPr>
          <a:xfrm xmlns:a="http://schemas.openxmlformats.org/drawingml/2006/main">
            <a:off x="868299" y="46377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6" name="!!fragment-2-icon-1">
            <a:extLst xmlns:a="http://schemas.openxmlformats.org/drawingml/2006/main">
              <a:ext uri="{FF2B5EF4-FFF2-40B4-BE49-F238E27FC236}">
                <a16:creationId xmlns:a16="http://schemas.microsoft.com/office/drawing/2014/main" id="{731171CE-B4EE-451E-A683-0A6713D4F84C}"/>
              </a:ext>
            </a:extLst>
          </p:cNvPr>
          <p:cNvSpPr>
            <a:spLocks xmlns:a="http://schemas.openxmlformats.org/drawingml/2006/main" noGrp="1"/>
          </p:cNvSpPr>
          <p:nvPr/>
        </p:nvSpPr>
        <p:spPr>
          <a:xfrm xmlns:a="http://schemas.openxmlformats.org/drawingml/2006/main">
            <a:off x="803148" y="48168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7" name="!!fragment-2">
            <a:extLst xmlns:a="http://schemas.openxmlformats.org/drawingml/2006/main">
              <a:ext uri="{FF2B5EF4-FFF2-40B4-BE49-F238E27FC236}">
                <a16:creationId xmlns:a16="http://schemas.microsoft.com/office/drawing/2014/main" id="{311EE9F0-47B0-4822-A902-3B4DDB8BD102}"/>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41E804D7-947E-4FE8-926F-A85E4024299A}"/>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page">
            <a:extLst xmlns:a="http://schemas.openxmlformats.org/drawingml/2006/main">
              <a:ext uri="{FF2B5EF4-FFF2-40B4-BE49-F238E27FC236}">
                <a16:creationId xmlns:a16="http://schemas.microsoft.com/office/drawing/2014/main" id="{5EABA989-C11E-4E34-ABCE-68BF8DDD3F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0" name="!!caption">
            <a:extLst xmlns:a="http://schemas.openxmlformats.org/drawingml/2006/main">
              <a:ext uri="{FF2B5EF4-FFF2-40B4-BE49-F238E27FC236}">
                <a16:creationId xmlns:a16="http://schemas.microsoft.com/office/drawing/2014/main" id="{ED3F29E0-1BC0-4DCF-9120-50B8AA71856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9809455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e2fb1e830564e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AA5716A-C48B-4BF5-B5A4-99ADE43B7A3C}"/>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2F6493EF-45E1-497B-BBA5-819DCF8A0740}"/>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DAC73AC8-360D-444E-94F7-A32BBC13A65D}"/>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B41CD993-3B7B-45C0-A794-F59161E977BB}"/>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F969589-BBD9-45B2-A1BD-A4DE32C563DB}"/>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CFFB2CCD-26C6-43AB-93B1-40918EFBA6BF}"/>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07751B14-5963-4421-8897-D21CD937F38A}"/>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06E77EC2-E16F-4E48-B6D7-F71FE6C083F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E9857802-4525-4E7A-965E-4BBB783856F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46FC4DDA-71B9-4E32-BE70-1598D1EA9B5E}"/>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FADC7214-A16E-4190-A3B0-496D659019BD}"/>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0F54FA5C-CF90-4559-A655-7ADCEDC5C041}"/>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8BE90F3-9E10-498C-8F66-39082DE8AAB3}"/>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50A1A033-46D9-43A4-AE24-A97F31AF5E01}"/>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0FC2C9C2-C25C-47BE-A725-26B8F6A4E434}"/>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35B2BCFB-97A4-45AF-85DE-5A8EFB4171FC}"/>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E332EA72-5410-46D2-B5F6-6AD5152C4242}"/>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F53C106-75DE-4454-A4A9-9422EED507E9}"/>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76CC1963-153C-4520-864C-AB73C1A1E5D2}"/>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2EFC97A7-DBC4-4B4A-B2AA-FB79B40A49ED}"/>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DE58C069-BD96-401E-A119-98D0C31AD3F9}"/>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7C157FA4-B82A-4ACC-B19F-9F705BEFFBA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D629DFC8-EC0A-4733-8670-5E0A2A4D842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5622346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264f50fdbc948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8CBEE7-740D-4783-8025-9791B84D6B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F0420A1-B5BD-42C9-A893-60B20273BE7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EEF97E1A-D593-4231-86AD-ED0F7D26977A}"/>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grower-icon-0">
            <a:extLst xmlns:a="http://schemas.openxmlformats.org/drawingml/2006/main">
              <a:ext uri="{FF2B5EF4-FFF2-40B4-BE49-F238E27FC236}">
                <a16:creationId xmlns:a16="http://schemas.microsoft.com/office/drawing/2014/main" id="{4037C0D4-1354-4519-81C1-773C6B672C54}"/>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6" name="!!grower-icon-1">
            <a:extLst xmlns:a="http://schemas.openxmlformats.org/drawingml/2006/main">
              <a:ext uri="{FF2B5EF4-FFF2-40B4-BE49-F238E27FC236}">
                <a16:creationId xmlns:a16="http://schemas.microsoft.com/office/drawing/2014/main" id="{61D3C63E-7147-46CC-846D-9953B5B8205A}"/>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7" name="!!grower-label">
            <a:extLst xmlns:a="http://schemas.openxmlformats.org/drawingml/2006/main">
              <a:ext uri="{FF2B5EF4-FFF2-40B4-BE49-F238E27FC236}">
                <a16:creationId xmlns:a16="http://schemas.microsoft.com/office/drawing/2014/main" id="{3F37E062-348D-4D5F-ADA8-0576FFC24DAA}"/>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E3547313-7EFD-4B10-B3E5-D10EE5F8C5BB}"/>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page">
            <a:extLst xmlns:a="http://schemas.openxmlformats.org/drawingml/2006/main">
              <a:ext uri="{FF2B5EF4-FFF2-40B4-BE49-F238E27FC236}">
                <a16:creationId xmlns:a16="http://schemas.microsoft.com/office/drawing/2014/main" id="{50C939DB-51B2-4442-9C5E-B450CD19261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0" name="!!caption">
            <a:extLst xmlns:a="http://schemas.openxmlformats.org/drawingml/2006/main">
              <a:ext uri="{FF2B5EF4-FFF2-40B4-BE49-F238E27FC236}">
                <a16:creationId xmlns:a16="http://schemas.microsoft.com/office/drawing/2014/main" id="{1128EE0C-C2B1-41A8-AC11-C581348C238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97177712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08b35984b0124ab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90332B3E-EB88-48E8-8FAF-5C143A6376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33B5306-D8A9-4677-B997-95BE5672EE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5797203E-93CF-47A9-80F8-1BF42C433D8C}"/>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001FD485-4B17-4D5E-83DA-07BBA79643D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64DE1408-8FE3-4B4F-916F-11D1975EFA90}"/>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0A8FA80E-DF45-46F5-A63F-00D258282326}"/>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8EA31443-C483-4A5B-A2A2-74653E9F5915}"/>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8371A7F4-D93E-454A-AC8A-8B34C5E036CD}"/>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icon-0">
            <a:extLst xmlns:a="http://schemas.openxmlformats.org/drawingml/2006/main">
              <a:ext uri="{FF2B5EF4-FFF2-40B4-BE49-F238E27FC236}">
                <a16:creationId xmlns:a16="http://schemas.microsoft.com/office/drawing/2014/main" id="{298C6864-1851-42C3-AA48-D401DCBD3FD2}"/>
              </a:ext>
            </a:extLst>
          </p:cNvPr>
          <p:cNvSpPr>
            <a:spLocks xmlns:a="http://schemas.openxmlformats.org/drawingml/2006/main" noGrp="1"/>
          </p:cNvSpPr>
          <p:nvPr/>
        </p:nvSpPr>
        <p:spPr>
          <a:xfrm xmlns:a="http://schemas.openxmlformats.org/drawingml/2006/main">
            <a:off x="887349" y="355187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icon-1">
            <a:extLst xmlns:a="http://schemas.openxmlformats.org/drawingml/2006/main">
              <a:ext uri="{FF2B5EF4-FFF2-40B4-BE49-F238E27FC236}">
                <a16:creationId xmlns:a16="http://schemas.microsoft.com/office/drawing/2014/main" id="{6E1AD8FE-70BC-4F1A-966E-9D5DF46632A3}"/>
              </a:ext>
            </a:extLst>
          </p:cNvPr>
          <p:cNvSpPr>
            <a:spLocks xmlns:a="http://schemas.openxmlformats.org/drawingml/2006/main" noGrp="1"/>
          </p:cNvSpPr>
          <p:nvPr/>
        </p:nvSpPr>
        <p:spPr>
          <a:xfrm xmlns:a="http://schemas.openxmlformats.org/drawingml/2006/main">
            <a:off x="822198" y="3731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label">
            <a:extLst xmlns:a="http://schemas.openxmlformats.org/drawingml/2006/main">
              <a:ext uri="{FF2B5EF4-FFF2-40B4-BE49-F238E27FC236}">
                <a16:creationId xmlns:a16="http://schemas.microsoft.com/office/drawing/2014/main" id="{C0B7E535-4780-476C-9D29-7D578C0284E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262E529A-D1D8-4755-A633-6C1CA046E71A}"/>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page">
            <a:extLst xmlns:a="http://schemas.openxmlformats.org/drawingml/2006/main">
              <a:ext uri="{FF2B5EF4-FFF2-40B4-BE49-F238E27FC236}">
                <a16:creationId xmlns:a16="http://schemas.microsoft.com/office/drawing/2014/main" id="{EC6CEE08-E557-47A9-B5EB-CEDD33DEB23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5" name="!!caption">
            <a:extLst xmlns:a="http://schemas.openxmlformats.org/drawingml/2006/main">
              <a:ext uri="{FF2B5EF4-FFF2-40B4-BE49-F238E27FC236}">
                <a16:creationId xmlns:a16="http://schemas.microsoft.com/office/drawing/2014/main" id="{ACC925BF-017F-44B4-B0FB-0673DDC104D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7043592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0d9d5b58661943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14F1D3-89E5-4672-958E-B2DA9593AE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65D3847-50DD-47B4-9E43-7D68B75829A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039A50C4-3E7F-4CF4-887E-8CD1892551E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7DEDC3E3-EC9F-4868-9DA4-0A83BD3956C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1E8910DE-0E4C-4F4B-B33A-114876E90B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A5DB5651-D7A1-45BD-9D72-6E4492AF9199}"/>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79148C5A-AAB1-48F5-B92D-59014E13743A}"/>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C1D16EFC-4BDC-4ECB-9DD1-B0879C98CB36}"/>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24D79BCD-EB98-44CB-B026-5B2D2235652D}"/>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1FDEF59D-2FB0-4749-BACB-D5BA7E242E5B}"/>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3FD437F5-23D0-44F5-81C1-8E5C2EF86E31}"/>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3DAB4FB6-69AB-425C-B4E3-0F11359F19EC}"/>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D0A0BAC3-97F5-418E-B737-FF633E3227D8}"/>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BAD320BC-99F7-4641-AA44-ABEE402D94C9}"/>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209EBB36-3163-4EDB-A5E1-27C939A1CD05}"/>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C012BBF-9BAD-4761-B654-5F29C08FFB9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087100B2-79AF-44C3-B165-A07348DA43A6}"/>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94F09B72-5A4D-4F1A-88D4-60B389AB777C}"/>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Zalo/Drive lưu tệp</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DurianTrust gắn hồ sơ theo lô</a:t>
            </a:r>
          </a:p>
        </p:txBody>
      </p:sp>
      <p:sp>
        <p:nvSpPr>
          <p:cNvPr id="20" name="!!page">
            <a:extLst xmlns:a="http://schemas.openxmlformats.org/drawingml/2006/main">
              <a:ext uri="{FF2B5EF4-FFF2-40B4-BE49-F238E27FC236}">
                <a16:creationId xmlns:a16="http://schemas.microsoft.com/office/drawing/2014/main" id="{6F4BBA26-B36B-4E81-8381-2512FF2BF3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09EA345A-0D71-4C49-B6A4-C3400BBF63C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23255185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5716a7c1ddf047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677CD7E-F901-42F6-BCD3-4AD9ADD3FF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E3AA814-06BA-479B-A52A-6F0B68504E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53216B59-21E1-48CF-A206-F21F648D3B67}"/>
              </a:ext>
            </a:extLst>
          </p:cNvPr>
          <p:cNvSpPr>
            <a:spLocks xmlns:a="http://schemas.openxmlformats.org/drawingml/2006/main" noGrp="1"/>
          </p:cNvSpPr>
          <p:nvPr/>
        </p:nvSpPr>
        <p:spPr>
          <a:xfrm xmlns:a="http://schemas.openxmlformats.org/drawingml/2006/main">
            <a:off x="91440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low-0-icon-0">
            <a:extLst xmlns:a="http://schemas.openxmlformats.org/drawingml/2006/main">
              <a:ext uri="{FF2B5EF4-FFF2-40B4-BE49-F238E27FC236}">
                <a16:creationId xmlns:a16="http://schemas.microsoft.com/office/drawing/2014/main" id="{6CDFDE59-0168-41DE-B4DA-4CF06C4B214E}"/>
              </a:ext>
            </a:extLst>
          </p:cNvPr>
          <p:cNvSpPr>
            <a:spLocks xmlns:a="http://schemas.openxmlformats.org/drawingml/2006/main" noGrp="1"/>
          </p:cNvSpPr>
          <p:nvPr/>
        </p:nvSpPr>
        <p:spPr>
          <a:xfrm xmlns:a="http://schemas.openxmlformats.org/drawingml/2006/main">
            <a:off x="1234249" y="2739200"/>
            <a:ext cx="750951" cy="750951"/>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6820">
            <a:solidFill>
              <a:srgbClr val="FFFFFF"/>
            </a:solidFill>
            <a:prstDash val="solid"/>
          </a:ln>
        </p:spPr>
      </p:sp>
      <p:sp>
        <p:nvSpPr>
          <p:cNvPr id="6" name="!!flow-label-0">
            <a:extLst xmlns:a="http://schemas.openxmlformats.org/drawingml/2006/main">
              <a:ext uri="{FF2B5EF4-FFF2-40B4-BE49-F238E27FC236}">
                <a16:creationId xmlns:a16="http://schemas.microsoft.com/office/drawing/2014/main" id="{CCE97FC3-FC1D-4EF2-A561-8E4C6953FE1B}"/>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Tạo lô</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7" name="!!flow-note">
            <a:extLst xmlns:a="http://schemas.openxmlformats.org/drawingml/2006/main">
              <a:ext uri="{FF2B5EF4-FFF2-40B4-BE49-F238E27FC236}">
                <a16:creationId xmlns:a16="http://schemas.microsoft.com/office/drawing/2014/main" id="{0D10A62E-4EDA-416A-9BB9-07E18F6D5C0B}"/>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bắt đầu bằng Google login</a:t>
            </a:r>
          </a:p>
        </p:txBody>
      </p:sp>
      <p:sp>
        <p:nvSpPr>
          <p:cNvPr id="8" name="!!page">
            <a:extLst xmlns:a="http://schemas.openxmlformats.org/drawingml/2006/main">
              <a:ext uri="{FF2B5EF4-FFF2-40B4-BE49-F238E27FC236}">
                <a16:creationId xmlns:a16="http://schemas.microsoft.com/office/drawing/2014/main" id="{412343E4-8AD9-4A9B-88CE-727A9459712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9" name="!!caption">
            <a:extLst xmlns:a="http://schemas.openxmlformats.org/drawingml/2006/main">
              <a:ext uri="{FF2B5EF4-FFF2-40B4-BE49-F238E27FC236}">
                <a16:creationId xmlns:a16="http://schemas.microsoft.com/office/drawing/2014/main" id="{F28B30D3-027C-41FB-B30C-7C8BCB293E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8615018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8072c4a2018f49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B5121E-AF4A-4C11-B65F-3139B05B59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A2E7E9A-B02D-4D14-847E-6A6161DCBA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4C17E23D-4307-4323-B224-6D8083B5E837}"/>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CC350557-3913-452E-81E2-E5812291A5E3}"/>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F9BE1F72-A2B6-4D8A-8DBC-8ADC80D716E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F77BF25F-4380-4526-9FC8-2B5D2B53B6B2}"/>
              </a:ext>
            </a:extLst>
          </p:cNvPr>
          <p:cNvSpPr>
            <a:spLocks xmlns:a="http://schemas.openxmlformats.org/drawingml/2006/main" noGrp="1"/>
          </p:cNvSpPr>
          <p:nvPr/>
        </p:nvSpPr>
        <p:spPr>
          <a:xfrm xmlns:a="http://schemas.openxmlformats.org/drawingml/2006/main">
            <a:off x="370522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flow-1-icon-0">
            <a:extLst xmlns:a="http://schemas.openxmlformats.org/drawingml/2006/main">
              <a:ext uri="{FF2B5EF4-FFF2-40B4-BE49-F238E27FC236}">
                <a16:creationId xmlns:a16="http://schemas.microsoft.com/office/drawing/2014/main" id="{09E37E2B-829D-40CB-A39C-3BE85B9F8877}"/>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6820">
            <a:solidFill>
              <a:srgbClr val="FFFFFF"/>
            </a:solidFill>
            <a:prstDash val="solid"/>
          </a:ln>
        </p:spPr>
      </p:sp>
      <p:sp>
        <p:nvSpPr>
          <p:cNvPr id="9" name="!!flow-1-icon-1">
            <a:extLst xmlns:a="http://schemas.openxmlformats.org/drawingml/2006/main">
              <a:ext uri="{FF2B5EF4-FFF2-40B4-BE49-F238E27FC236}">
                <a16:creationId xmlns:a16="http://schemas.microsoft.com/office/drawing/2014/main" id="{F89337A5-986D-49ED-A712-C075E8234632}"/>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6820">
            <a:solidFill>
              <a:srgbClr val="FFFFFF"/>
            </a:solidFill>
            <a:prstDash val="solid"/>
          </a:ln>
        </p:spPr>
      </p:sp>
      <p:sp>
        <p:nvSpPr>
          <p:cNvPr id="10" name="!!flow-1-icon-2">
            <a:extLst xmlns:a="http://schemas.openxmlformats.org/drawingml/2006/main">
              <a:ext uri="{FF2B5EF4-FFF2-40B4-BE49-F238E27FC236}">
                <a16:creationId xmlns:a16="http://schemas.microsoft.com/office/drawing/2014/main" id="{DFFFB2FF-48E7-4A9A-BF34-89C2D804BF8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6820">
            <a:solidFill>
              <a:srgbClr val="FFFFFF"/>
            </a:solidFill>
            <a:prstDash val="solid"/>
          </a:ln>
        </p:spPr>
      </p:sp>
      <p:sp>
        <p:nvSpPr>
          <p:cNvPr id="11" name="!!flow-1-icon-3">
            <a:extLst xmlns:a="http://schemas.openxmlformats.org/drawingml/2006/main">
              <a:ext uri="{FF2B5EF4-FFF2-40B4-BE49-F238E27FC236}">
                <a16:creationId xmlns:a16="http://schemas.microsoft.com/office/drawing/2014/main" id="{6AF612FB-1DCE-43DC-BED1-002E001B17E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6820">
            <a:solidFill>
              <a:srgbClr val="FFFFFF"/>
            </a:solidFill>
            <a:prstDash val="solid"/>
          </a:ln>
        </p:spPr>
      </p:sp>
      <p:sp>
        <p:nvSpPr>
          <p:cNvPr id="12" name="!!flow-label-1">
            <a:extLst xmlns:a="http://schemas.openxmlformats.org/drawingml/2006/main">
              <a:ext uri="{FF2B5EF4-FFF2-40B4-BE49-F238E27FC236}">
                <a16:creationId xmlns:a16="http://schemas.microsoft.com/office/drawing/2014/main" id="{87E49A49-75EB-44D7-9411-9CF7DC7E6BED}"/>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Ảnh và</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tài liệu</a:t>
            </a:r>
          </a:p>
        </p:txBody>
      </p:sp>
      <p:cxnSp>
        <p:nvCxnSpPr>
          <p:cNvPr id="29"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note">
            <a:extLst xmlns:a="http://schemas.openxmlformats.org/drawingml/2006/main">
              <a:ext uri="{FF2B5EF4-FFF2-40B4-BE49-F238E27FC236}">
                <a16:creationId xmlns:a16="http://schemas.microsoft.com/office/drawing/2014/main" id="{6C76051F-90CA-4B16-B5DE-FED728A4CCCC}"/>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Tệp có nguồn khai báo và ngày tài liệu</a:t>
            </a:r>
          </a:p>
        </p:txBody>
      </p:sp>
      <p:sp>
        <p:nvSpPr>
          <p:cNvPr id="15" name="!!page">
            <a:extLst xmlns:a="http://schemas.openxmlformats.org/drawingml/2006/main">
              <a:ext uri="{FF2B5EF4-FFF2-40B4-BE49-F238E27FC236}">
                <a16:creationId xmlns:a16="http://schemas.microsoft.com/office/drawing/2014/main" id="{245AC9C6-3D3B-4F89-9081-B388091200E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16" name="!!caption">
            <a:extLst xmlns:a="http://schemas.openxmlformats.org/drawingml/2006/main">
              <a:ext uri="{FF2B5EF4-FFF2-40B4-BE49-F238E27FC236}">
                <a16:creationId xmlns:a16="http://schemas.microsoft.com/office/drawing/2014/main" id="{F703F0EF-AB4C-4831-A7A9-707D7AB415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1728552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668ea16c213a46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9E248DF-E4DB-4D7D-82C2-081F460A33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988D9F8-6246-4843-892F-AAE5A858E2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57BB9DA-C9ED-457D-9524-D8EAB545C29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86E1B8C7-D91D-4F23-96AB-1BD7376BC891}"/>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8F572B67-CDE3-4B12-879D-7EC6B820C859}"/>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D24B12CB-B5C6-4FF2-9010-B38AD9C27E56}"/>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3B30BCB3-F400-4D99-A517-FFE6019BDB91}"/>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988193AD-6E01-42A6-962F-AE773AA1359A}"/>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687500D2-9503-4453-8C22-18D78D8BA738}"/>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457C7FAA-47BC-4291-AE2F-8DF9FB04AD7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08E92A04-CE36-463A-B7E5-6E661C7E2785}"/>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34"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76C38FAF-A8D5-45EA-B894-FF9579A5CB6E}"/>
              </a:ext>
            </a:extLst>
          </p:cNvPr>
          <p:cNvSpPr>
            <a:spLocks xmlns:a="http://schemas.openxmlformats.org/drawingml/2006/main" noGrp="1"/>
          </p:cNvSpPr>
          <p:nvPr/>
        </p:nvSpPr>
        <p:spPr>
          <a:xfrm xmlns:a="http://schemas.openxmlformats.org/drawingml/2006/main">
            <a:off x="649605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low-2-icon-0">
            <a:extLst xmlns:a="http://schemas.openxmlformats.org/drawingml/2006/main">
              <a:ext uri="{FF2B5EF4-FFF2-40B4-BE49-F238E27FC236}">
                <a16:creationId xmlns:a16="http://schemas.microsoft.com/office/drawing/2014/main" id="{588E7BA8-D0FD-4FFF-BDB9-14D9EA2A8CCC}"/>
              </a:ext>
            </a:extLst>
          </p:cNvPr>
          <p:cNvSpPr>
            <a:spLocks xmlns:a="http://schemas.openxmlformats.org/drawingml/2006/main" noGrp="1"/>
          </p:cNvSpPr>
          <p:nvPr/>
        </p:nvSpPr>
        <p:spPr>
          <a:xfrm xmlns:a="http://schemas.openxmlformats.org/drawingml/2006/main">
            <a:off x="6878479" y="2801779"/>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6" name="!!flow-2-icon-1">
            <a:extLst xmlns:a="http://schemas.openxmlformats.org/drawingml/2006/main">
              <a:ext uri="{FF2B5EF4-FFF2-40B4-BE49-F238E27FC236}">
                <a16:creationId xmlns:a16="http://schemas.microsoft.com/office/drawing/2014/main" id="{AA69A3A4-849C-4964-8D49-F569A967D54F}"/>
              </a:ext>
            </a:extLst>
          </p:cNvPr>
          <p:cNvSpPr>
            <a:spLocks xmlns:a="http://schemas.openxmlformats.org/drawingml/2006/main" noGrp="1"/>
          </p:cNvSpPr>
          <p:nvPr/>
        </p:nvSpPr>
        <p:spPr>
          <a:xfrm xmlns:a="http://schemas.openxmlformats.org/drawingml/2006/main">
            <a:off x="6815900" y="2739200"/>
            <a:ext cx="750951" cy="750951"/>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6820">
            <a:solidFill>
              <a:srgbClr val="FFFFFF"/>
            </a:solidFill>
            <a:prstDash val="solid"/>
          </a:ln>
        </p:spPr>
      </p:sp>
      <p:sp>
        <p:nvSpPr>
          <p:cNvPr id="17" name="!!flow-label-2">
            <a:extLst xmlns:a="http://schemas.openxmlformats.org/drawingml/2006/main">
              <a:ext uri="{FF2B5EF4-FFF2-40B4-BE49-F238E27FC236}">
                <a16:creationId xmlns:a16="http://schemas.microsoft.com/office/drawing/2014/main" id="{FF0DCC9F-398F-49EC-AD3D-9DFDD7FA85E9}"/>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Lịch sử</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hành trình</a:t>
            </a:r>
          </a:p>
        </p:txBody>
      </p:sp>
      <p:cxnSp>
        <p:nvCxnSpPr>
          <p:cNvPr id="39"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note">
            <a:extLst xmlns:a="http://schemas.openxmlformats.org/drawingml/2006/main">
              <a:ext uri="{FF2B5EF4-FFF2-40B4-BE49-F238E27FC236}">
                <a16:creationId xmlns:a16="http://schemas.microsoft.com/office/drawing/2014/main" id="{9B0802FA-417B-4645-AE7F-AC0E89972014}"/>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Thêm mốc mới để đính chính lịch sử</a:t>
            </a:r>
          </a:p>
        </p:txBody>
      </p:sp>
      <p:sp>
        <p:nvSpPr>
          <p:cNvPr id="20" name="!!page">
            <a:extLst xmlns:a="http://schemas.openxmlformats.org/drawingml/2006/main">
              <a:ext uri="{FF2B5EF4-FFF2-40B4-BE49-F238E27FC236}">
                <a16:creationId xmlns:a16="http://schemas.microsoft.com/office/drawing/2014/main" id="{4E357505-DDEC-406C-A729-0D2B65D3D55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1" name="!!caption">
            <a:extLst xmlns:a="http://schemas.openxmlformats.org/drawingml/2006/main">
              <a:ext uri="{FF2B5EF4-FFF2-40B4-BE49-F238E27FC236}">
                <a16:creationId xmlns:a16="http://schemas.microsoft.com/office/drawing/2014/main" id="{313FF846-1246-46A2-BEEE-80614E1077E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7821665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44292af2a80646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1B6C701-040F-4C75-B705-E7AA9D949D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8FDE34-9454-4C12-9A0D-6F19B4A2A56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81630B7-00DB-472D-84F1-8F97F516247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0078BEEC-D0E9-42E1-BD4A-0EF0E4A04B22}"/>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D65422E2-EA2F-40A0-AE2F-4A41493DEF65}"/>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635E3DEE-DE49-4CB7-BFE9-2A818E6EB573}"/>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67BE1923-77BC-468D-AB6E-1FE276D2F4D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3299E0F0-083E-4A48-A57A-8BA211E4CD8C}"/>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3117F1D5-91AA-40C2-B079-33F5C1C033C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008C68AB-FE79-4CD9-8631-DD0790D1EF9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73AAE066-BA7C-42A3-B413-1D80D654C156}"/>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F5F6A740-2D0D-4231-9F95-D5E9B35001CF}"/>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36D523C-82AC-4716-BCCE-F9ABBFB06F8B}"/>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6286C6F9-19FE-4138-9AB7-D75B43A57574}"/>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5963FC1A-02F8-464B-A721-F271DDDFB09F}"/>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955A04C3-9907-48B6-9E58-31BF728217C8}"/>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4CF43A53-0404-4C2D-B5F4-05AF649CB90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C275B2D2-F23E-4556-BBFF-6202BA8FFC3A}"/>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B5A88CE0-0E16-44E9-9D43-AAEE88178B2C}"/>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9913B213-81CF-4AE7-87D7-8E75E9135392}"/>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F023068A-A176-4C2F-BA7E-C7CDE08BDB01}"/>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179B95FC-C5F2-410F-B27A-799AB3504975}"/>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F311CD3D-7F98-4924-830A-9A913C2C5E9D}"/>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40616EF1-4437-4D58-9998-0168C239C2B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15CCF6F1-6FF3-4CFD-9520-37F7F9BE820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5393721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22ca64a8f4b5428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37E5C75-3D37-4486-8F1E-F70D7868300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15" name="!!workspace"/>
          <p:cNvPicPr>
            <a:picLocks xmlns:a="http://schemas.openxmlformats.org/drawingml/2006/main" noChangeAspect="1"/>
          </p:cNvPicPr>
          <p:nvPr/>
        </p:nvPicPr>
        <p:blipFill>
          <a:blip xmlns:r="http://schemas.openxmlformats.org/officeDocument/2006/relationships" xmlns:a="http://schemas.openxmlformats.org/drawingml/2006/main" r:embed="R9efb4f26c1d04173"/>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0A195C37-1768-4DF5-B498-C0E580C241B5}"/>
              </a:ext>
            </a:extLst>
          </p:cNvPr>
          <p:cNvSpPr>
            <a:spLocks xmlns:a="http://schemas.openxmlformats.org/drawingml/2006/main" noGrp="1"/>
          </p:cNvSpPr>
          <p:nvPr/>
        </p:nvSpPr>
        <p:spPr>
          <a:xfrm xmlns:a="http://schemas.openxmlformats.org/drawingml/2006/main">
            <a:off x="609600" y="201930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ield-0-icon-0">
            <a:extLst xmlns:a="http://schemas.openxmlformats.org/drawingml/2006/main">
              <a:ext uri="{FF2B5EF4-FFF2-40B4-BE49-F238E27FC236}">
                <a16:creationId xmlns:a16="http://schemas.microsoft.com/office/drawing/2014/main" id="{2048F414-A9A5-4426-9169-F7B255673CF2}"/>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6" name="!!field-0-icon-1">
            <a:extLst xmlns:a="http://schemas.openxmlformats.org/drawingml/2006/main">
              <a:ext uri="{FF2B5EF4-FFF2-40B4-BE49-F238E27FC236}">
                <a16:creationId xmlns:a16="http://schemas.microsoft.com/office/drawing/2014/main" id="{2618E72A-F72F-42D0-B0B5-D798C5E2C8AC}"/>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7" name="!!field-0-icon-2">
            <a:extLst xmlns:a="http://schemas.openxmlformats.org/drawingml/2006/main">
              <a:ext uri="{FF2B5EF4-FFF2-40B4-BE49-F238E27FC236}">
                <a16:creationId xmlns:a16="http://schemas.microsoft.com/office/drawing/2014/main" id="{C880A168-7471-4CC3-857E-E322D725B140}"/>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8" name="!!field-0-icon-3">
            <a:extLst xmlns:a="http://schemas.openxmlformats.org/drawingml/2006/main">
              <a:ext uri="{FF2B5EF4-FFF2-40B4-BE49-F238E27FC236}">
                <a16:creationId xmlns:a16="http://schemas.microsoft.com/office/drawing/2014/main" id="{152710A8-9CC8-469B-91AA-3CE28C21F717}"/>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9" name="!!field-label-0">
            <a:extLst xmlns:a="http://schemas.openxmlformats.org/drawingml/2006/main">
              <a:ext uri="{FF2B5EF4-FFF2-40B4-BE49-F238E27FC236}">
                <a16:creationId xmlns:a16="http://schemas.microsoft.com/office/drawing/2014/main" id="{29C1DFAA-DF35-45A2-9964-31E2D21594E1}"/>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9856343-6B5D-4016-917A-1C4B99800D6D}"/>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MAU-2026-01</a:t>
            </a:r>
          </a:p>
        </p:txBody>
      </p:sp>
      <p:sp>
        <p:nvSpPr>
          <p:cNvPr id="11" name="!!page">
            <a:extLst xmlns:a="http://schemas.openxmlformats.org/drawingml/2006/main">
              <a:ext uri="{FF2B5EF4-FFF2-40B4-BE49-F238E27FC236}">
                <a16:creationId xmlns:a16="http://schemas.microsoft.com/office/drawing/2014/main" id="{4B743E3A-9CF4-4D6F-9C6D-1B9ECC2C97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2" name="!!caption">
            <a:extLst xmlns:a="http://schemas.openxmlformats.org/drawingml/2006/main">
              <a:ext uri="{FF2B5EF4-FFF2-40B4-BE49-F238E27FC236}">
                <a16:creationId xmlns:a16="http://schemas.microsoft.com/office/drawing/2014/main" id="{CE966382-3782-4CE5-A8B8-83455F8633A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(TEST). Giao diện compact local, Auth/API mô phỏng</a:t>
            </a:r>
          </a:p>
        </p:txBody>
      </p:sp>
    </p:spTree>
    <p:extLst>
      <p:ext uri="{BB962C8B-B14F-4D97-AF65-F5344CB8AC3E}">
        <p14:creationId xmlns:p14="http://schemas.microsoft.com/office/powerpoint/2010/main" val="9505017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c5cfc69f95c743e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164729F-871E-429B-9FA7-9290782B460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0" name="!!workspace"/>
          <p:cNvPicPr>
            <a:picLocks xmlns:a="http://schemas.openxmlformats.org/drawingml/2006/main" noChangeAspect="1"/>
          </p:cNvPicPr>
          <p:nvPr/>
        </p:nvPicPr>
        <p:blipFill>
          <a:blip xmlns:r="http://schemas.openxmlformats.org/officeDocument/2006/relationships" xmlns:a="http://schemas.openxmlformats.org/drawingml/2006/main" r:embed="R7e666fadc02e4c7b"/>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E42B38AE-91F9-4753-9B5D-F13428E2C297}"/>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B5BBB76C-E99F-43DF-ABB5-EA59151F377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9D90A31-A7B4-45CF-B177-C848BEF436EC}"/>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0B51CC33-22C0-41D7-8DE3-685FF98A692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386E07FB-4A18-4D06-B093-73F5E3DF5BE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E47EE912-C399-48F5-8855-3F40D89FB47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D576285E-FA30-46E6-B08F-CFB33E8ABD2A}"/>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12A74E9E-F3E8-46D0-978B-FE52C32882B0}"/>
              </a:ext>
            </a:extLst>
          </p:cNvPr>
          <p:cNvSpPr>
            <a:spLocks xmlns:a="http://schemas.openxmlformats.org/drawingml/2006/main" noGrp="1"/>
          </p:cNvSpPr>
          <p:nvPr/>
        </p:nvSpPr>
        <p:spPr>
          <a:xfrm xmlns:a="http://schemas.openxmlformats.org/drawingml/2006/main">
            <a:off x="609600" y="301942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field-1-icon-0">
            <a:extLst xmlns:a="http://schemas.openxmlformats.org/drawingml/2006/main">
              <a:ext uri="{FF2B5EF4-FFF2-40B4-BE49-F238E27FC236}">
                <a16:creationId xmlns:a16="http://schemas.microsoft.com/office/drawing/2014/main" id="{96741904-1245-4D8D-B300-6F5879A923E2}"/>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13" name="!!field-1-icon-1">
            <a:extLst xmlns:a="http://schemas.openxmlformats.org/drawingml/2006/main">
              <a:ext uri="{FF2B5EF4-FFF2-40B4-BE49-F238E27FC236}">
                <a16:creationId xmlns:a16="http://schemas.microsoft.com/office/drawing/2014/main" id="{0450DE4D-59A2-4D6C-9576-9777D22B9163}"/>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14" name="!!field-label-1">
            <a:extLst xmlns:a="http://schemas.openxmlformats.org/drawingml/2006/main">
              <a:ext uri="{FF2B5EF4-FFF2-40B4-BE49-F238E27FC236}">
                <a16:creationId xmlns:a16="http://schemas.microsoft.com/office/drawing/2014/main" id="{FB945FA7-23A4-4B7F-B638-510A4C979AAF}"/>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3848E48A-9BF5-4EE9-933F-6F68B275B086}"/>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HTX minh họa</a:t>
            </a:r>
          </a:p>
        </p:txBody>
      </p:sp>
      <p:sp>
        <p:nvSpPr>
          <p:cNvPr id="16" name="!!page">
            <a:extLst xmlns:a="http://schemas.openxmlformats.org/drawingml/2006/main">
              <a:ext uri="{FF2B5EF4-FFF2-40B4-BE49-F238E27FC236}">
                <a16:creationId xmlns:a16="http://schemas.microsoft.com/office/drawing/2014/main" id="{72AEB82A-C832-4C55-A394-1FFBBD52F08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7" name="!!caption">
            <a:extLst xmlns:a="http://schemas.openxmlformats.org/drawingml/2006/main">
              <a:ext uri="{FF2B5EF4-FFF2-40B4-BE49-F238E27FC236}">
                <a16:creationId xmlns:a16="http://schemas.microsoft.com/office/drawing/2014/main" id="{AFBA5897-EFA2-419A-BCCF-6E1A07105BF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(TEST). Giao diện compact local, Auth/API mô phỏng</a:t>
            </a:r>
          </a:p>
        </p:txBody>
      </p:sp>
    </p:spTree>
    <p:extLst>
      <p:ext uri="{BB962C8B-B14F-4D97-AF65-F5344CB8AC3E}">
        <p14:creationId xmlns:p14="http://schemas.microsoft.com/office/powerpoint/2010/main" val="16795397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2a900d89b1a048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9556EB3-9C59-4A63-B733-DF48E9D983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6" name="!!workspace"/>
          <p:cNvPicPr>
            <a:picLocks xmlns:a="http://schemas.openxmlformats.org/drawingml/2006/main" noChangeAspect="1"/>
          </p:cNvPicPr>
          <p:nvPr/>
        </p:nvPicPr>
        <p:blipFill>
          <a:blip xmlns:r="http://schemas.openxmlformats.org/officeDocument/2006/relationships" xmlns:a="http://schemas.openxmlformats.org/drawingml/2006/main" r:embed="Rfd78ef7837f54106"/>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463FD819-AAD2-4908-84BD-800CB4A91A6D}"/>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5750A98A-5390-47CD-82A3-C3A6F6069712}"/>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DBAF9D3-5D20-4917-9892-52B678C94BFA}"/>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95696BB3-E553-40DE-8FCA-E42E7E73854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935D130A-8169-460D-ACE0-A68D2CEC6029}"/>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19DC4C73-E685-4591-A01D-2B76365C0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2F1F333-1B49-4603-8342-9C3734068CCF}"/>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053908F2-E4AE-4B26-9FE3-24410D3D8651}"/>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5C29F7AF-2DBC-4748-A1C3-8848AFFB2701}"/>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24682CB-EC38-485B-B925-A9D47BF55DCB}"/>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F2A023FA-25E0-43BF-947F-7DC823AB6A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0C402275-1BBF-4D75-8414-24560E17352E}"/>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660AA03-5114-4FCE-9D72-3F31B9F11B04}"/>
              </a:ext>
            </a:extLst>
          </p:cNvPr>
          <p:cNvSpPr>
            <a:spLocks xmlns:a="http://schemas.openxmlformats.org/drawingml/2006/main" noGrp="1"/>
          </p:cNvSpPr>
          <p:nvPr/>
        </p:nvSpPr>
        <p:spPr>
          <a:xfrm xmlns:a="http://schemas.openxmlformats.org/drawingml/2006/main">
            <a:off x="609600" y="401955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field-2-icon-0">
            <a:extLst xmlns:a="http://schemas.openxmlformats.org/drawingml/2006/main">
              <a:ext uri="{FF2B5EF4-FFF2-40B4-BE49-F238E27FC236}">
                <a16:creationId xmlns:a16="http://schemas.microsoft.com/office/drawing/2014/main" id="{1FD9A051-E085-4A92-953E-55363CCF1D3E}"/>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8" name="!!field-2-icon-1">
            <a:extLst xmlns:a="http://schemas.openxmlformats.org/drawingml/2006/main">
              <a:ext uri="{FF2B5EF4-FFF2-40B4-BE49-F238E27FC236}">
                <a16:creationId xmlns:a16="http://schemas.microsoft.com/office/drawing/2014/main" id="{FDF28FA5-592C-45E8-83B6-15EB9A80864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19" name="!!field-2-icon-2">
            <a:extLst xmlns:a="http://schemas.openxmlformats.org/drawingml/2006/main">
              <a:ext uri="{FF2B5EF4-FFF2-40B4-BE49-F238E27FC236}">
                <a16:creationId xmlns:a16="http://schemas.microsoft.com/office/drawing/2014/main" id="{8B6F4FB4-011E-4920-9379-B5A70F30290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sp>
        <p:nvSpPr>
          <p:cNvPr id="20" name="!!field-label-2">
            <a:extLst xmlns:a="http://schemas.openxmlformats.org/drawingml/2006/main">
              <a:ext uri="{FF2B5EF4-FFF2-40B4-BE49-F238E27FC236}">
                <a16:creationId xmlns:a16="http://schemas.microsoft.com/office/drawing/2014/main" id="{E4D79A17-9F61-4539-B765-C6204D957A45}"/>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6D194A71-5738-4C11-AA7B-89D68992928B}"/>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Ri6, 850 kg</a:t>
            </a:r>
          </a:p>
        </p:txBody>
      </p:sp>
      <p:sp>
        <p:nvSpPr>
          <p:cNvPr id="22" name="!!page">
            <a:extLst xmlns:a="http://schemas.openxmlformats.org/drawingml/2006/main">
              <a:ext uri="{FF2B5EF4-FFF2-40B4-BE49-F238E27FC236}">
                <a16:creationId xmlns:a16="http://schemas.microsoft.com/office/drawing/2014/main" id="{0A9E0D5F-F090-444E-A8AE-5EC590EF84F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3" name="!!caption">
            <a:extLst xmlns:a="http://schemas.openxmlformats.org/drawingml/2006/main">
              <a:ext uri="{FF2B5EF4-FFF2-40B4-BE49-F238E27FC236}">
                <a16:creationId xmlns:a16="http://schemas.microsoft.com/office/drawing/2014/main" id="{1EF36F30-CDAB-42CD-ABDB-6F38271F132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(TEST). Giao diện compact local, Auth/API mô phỏng</a:t>
            </a:r>
          </a:p>
        </p:txBody>
      </p:sp>
    </p:spTree>
    <p:extLst>
      <p:ext uri="{BB962C8B-B14F-4D97-AF65-F5344CB8AC3E}">
        <p14:creationId xmlns:p14="http://schemas.microsoft.com/office/powerpoint/2010/main" val="21183826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40597e9d477e48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2274170-0928-48C1-B134-6CD086D6204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b68ccb7da2bb4358"/>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86DC6235-E702-4A3F-A0D9-FF6F6E1C87F5}"/>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3DACEEC6-2F5B-4757-83A7-8B155C23877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D1686435-C82F-47C9-8D26-16432BE8112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DADFBD44-78AC-4E5E-A3E6-F8E8686405B3}"/>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F7D95622-A117-4861-A7CE-14C0C8960F6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4B65255D-0DFC-4BEC-B93C-2C1E00AAB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0639EF9-9C3B-451A-A0BE-DF22073CCD57}"/>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A8D7A4B3-ABA7-4613-8A81-E976B6BED79C}"/>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41865AAD-CB00-4212-867A-602580022467}"/>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E083D446-820B-443B-97E2-21304C4A1C9D}"/>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6E1A9485-8DA0-49A0-935E-94DF45921C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240C05A7-6F2D-41A4-B9CA-E1EF950DEB1F}"/>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0D8BC5C1-7E01-4ADF-8BD0-523EF05F92A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D5348BC1-641E-4735-923D-99A2CDF6ACF1}"/>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DF5817AC-6575-41EF-8F26-C30D1065F797}"/>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ECD037A-6A7F-450B-87F2-83D4B4CE6A78}"/>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E8D48193-882C-4CF5-BBC6-94EA7BF0F95B}"/>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55CF44CF-8064-4CCE-BC99-35182BA07B0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155253CC-45D7-4715-8D5A-E9EEF41C6C3D}"/>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02B2FFF1-B3AE-475F-B0C5-55E547D74E4E}"/>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17717AF6-5337-43F9-B752-DDB06A4DA893}"/>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232E541F-B89A-4C73-B23C-1549121CED5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7F68A776-FAFE-4995-BD59-79DABA13F873}"/>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29/09/2026</a:t>
            </a:r>
          </a:p>
        </p:txBody>
      </p:sp>
      <p:sp>
        <p:nvSpPr>
          <p:cNvPr id="27" name="!!page">
            <a:extLst xmlns:a="http://schemas.openxmlformats.org/drawingml/2006/main">
              <a:ext uri="{FF2B5EF4-FFF2-40B4-BE49-F238E27FC236}">
                <a16:creationId xmlns:a16="http://schemas.microsoft.com/office/drawing/2014/main" id="{F6323C3B-D82F-41A1-8401-DB4F51C0BC2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0B0B47BF-D2FC-4AC8-B60B-7935710401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(TEST). Giao diện compact local, Auth/API mô phỏng</a:t>
            </a:r>
          </a:p>
        </p:txBody>
      </p:sp>
    </p:spTree>
    <p:extLst>
      <p:ext uri="{BB962C8B-B14F-4D97-AF65-F5344CB8AC3E}">
        <p14:creationId xmlns:p14="http://schemas.microsoft.com/office/powerpoint/2010/main" val="6533681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78ffdda9a1af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542639E-99D0-438E-9985-FD95BF2FA24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31F408A-CE97-4F3E-9D18-1B6DBD01C441}"/>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ile-icon-0">
            <a:extLst xmlns:a="http://schemas.openxmlformats.org/drawingml/2006/main">
              <a:ext uri="{FF2B5EF4-FFF2-40B4-BE49-F238E27FC236}">
                <a16:creationId xmlns:a16="http://schemas.microsoft.com/office/drawing/2014/main" id="{1EBE14CE-4280-4839-A240-39A22805293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5" name="!!file-label">
            <a:extLst xmlns:a="http://schemas.openxmlformats.org/drawingml/2006/main">
              <a:ext uri="{FF2B5EF4-FFF2-40B4-BE49-F238E27FC236}">
                <a16:creationId xmlns:a16="http://schemas.microsoft.com/office/drawing/2014/main" id="{CB408C22-44F4-4E8F-90C6-33FCD19447D7}"/>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4C9A30CF-B2F5-4EBB-BE83-3EA023D9DE27}"/>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page">
            <a:extLst xmlns:a="http://schemas.openxmlformats.org/drawingml/2006/main">
              <a:ext uri="{FF2B5EF4-FFF2-40B4-BE49-F238E27FC236}">
                <a16:creationId xmlns:a16="http://schemas.microsoft.com/office/drawing/2014/main" id="{C308E1EB-EA4F-4B6C-889A-DD795EF5D3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8" name="!!caption">
            <a:extLst xmlns:a="http://schemas.openxmlformats.org/drawingml/2006/main">
              <a:ext uri="{FF2B5EF4-FFF2-40B4-BE49-F238E27FC236}">
                <a16:creationId xmlns:a16="http://schemas.microsoft.com/office/drawing/2014/main" id="{08EB7D78-5C98-4895-BA63-E91FFA12F69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0017123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5" name="!!backdrop"/>
          <p:cNvPicPr>
            <a:picLocks xmlns:a="http://schemas.openxmlformats.org/drawingml/2006/main" noChangeAspect="1"/>
          </p:cNvPicPr>
          <p:nvPr/>
        </p:nvPicPr>
        <p:blipFill>
          <a:blip xmlns:r="http://schemas.openxmlformats.org/officeDocument/2006/relationships" xmlns:a="http://schemas.openxmlformats.org/drawingml/2006/main" r:embed="R13c21cbe068e450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7B7AD4E-E7FA-4E68-AA2E-5AD5C9005DE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EA379D0-E73D-48E3-B38B-BFEEF0198BC7}"/>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1A1B55B9-D1D6-4D5E-BA92-D77FB76A65E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DCC3D280-5BDA-4BCC-BAC8-5263D9FCF1B5}"/>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B4BBC7BB-9C74-4132-98F8-9094DFDD69E4}"/>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D75B05F7-7368-4F4B-BF1F-E11D59846552}"/>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source-icon-0">
            <a:extLst xmlns:a="http://schemas.openxmlformats.org/drawingml/2006/main">
              <a:ext uri="{FF2B5EF4-FFF2-40B4-BE49-F238E27FC236}">
                <a16:creationId xmlns:a16="http://schemas.microsoft.com/office/drawing/2014/main" id="{CC4CBAC6-6A98-4F83-954D-0FCE5C16C86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9" name="!!source-icon-1">
            <a:extLst xmlns:a="http://schemas.openxmlformats.org/drawingml/2006/main">
              <a:ext uri="{FF2B5EF4-FFF2-40B4-BE49-F238E27FC236}">
                <a16:creationId xmlns:a16="http://schemas.microsoft.com/office/drawing/2014/main" id="{8BE7D05F-048B-4AF5-B645-7DAAC64B25E6}"/>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0" name="!!source-icon-2">
            <a:extLst xmlns:a="http://schemas.openxmlformats.org/drawingml/2006/main">
              <a:ext uri="{FF2B5EF4-FFF2-40B4-BE49-F238E27FC236}">
                <a16:creationId xmlns:a16="http://schemas.microsoft.com/office/drawing/2014/main" id="{EC046439-55C7-4D66-A7F4-C81F4C6B532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1" name="!!source-label">
            <a:extLst xmlns:a="http://schemas.openxmlformats.org/drawingml/2006/main">
              <a:ext uri="{FF2B5EF4-FFF2-40B4-BE49-F238E27FC236}">
                <a16:creationId xmlns:a16="http://schemas.microsoft.com/office/drawing/2014/main" id="{C923DB4B-CEF7-4AA1-9629-84A078D2DE3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AEB5655A-8981-45F4-B949-FD65FC79B074}"/>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page">
            <a:extLst xmlns:a="http://schemas.openxmlformats.org/drawingml/2006/main">
              <a:ext uri="{FF2B5EF4-FFF2-40B4-BE49-F238E27FC236}">
                <a16:creationId xmlns:a16="http://schemas.microsoft.com/office/drawing/2014/main" id="{EF5A2D4C-EB61-4110-A4D4-1CBE2303D61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14" name="!!caption">
            <a:extLst xmlns:a="http://schemas.openxmlformats.org/drawingml/2006/main">
              <a:ext uri="{FF2B5EF4-FFF2-40B4-BE49-F238E27FC236}">
                <a16:creationId xmlns:a16="http://schemas.microsoft.com/office/drawing/2014/main" id="{D75CDD06-4CD6-4647-9E9F-374C106BBC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5115788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c948fcd9ccf4fb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3253460-A0E9-4524-9F8C-C670938073D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43FFB31B-2E2C-473D-B03C-55F0930F33AE}"/>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CAA99B04-C804-4845-9600-D36FC553D97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ADADE0F-8E19-4A6B-AEEC-E2FDC2C8DFB4}"/>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05F3561C-980E-461E-9CF6-7A9CC4A44F60}"/>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9E2C348E-8C4F-4A7D-854B-A7C9B311CDF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1C4F0068-4BE5-4A68-BD9B-F9EF1204453F}"/>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3340259C-7BC4-49D7-8382-B99D12ADE0E8}"/>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94ABFC35-AA72-4660-BBA3-EBA6A573FFD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EAD13938-67B9-4860-AF16-DAAC836EEB6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B438FECC-5A81-489C-8FE0-9F63E51C0426}"/>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51A65AB1-F888-4EC6-95D3-71DB7BA8FC3E}"/>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3952499A-F168-4723-B56D-F543D1D5279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E982CF63-F451-4014-B0E7-D5FD28682FB3}"/>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B09C73C1-423F-4EA1-8F01-DD4B518DF2A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FBE08A02-2ACD-4BC3-93A2-4AFF7658607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4B5783-5ABA-4792-B1AE-4F5BA1ACC597}"/>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4F312343-07E6-4D38-9BDC-F14FD81812DD}"/>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C8100AD6-9B4B-4C05-9380-12742F799EE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DBE96278-0F7A-48C7-B70A-DB3D398C38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8803051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40653d5ba3e48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F361834-8623-4D08-9C3A-D3E4320AF1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6FF58CE-3F98-498A-8808-F08AA249CBB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F077F8EB-968C-4DA6-8257-CCBD32EB04D1}"/>
              </a:ext>
            </a:extLst>
          </p:cNvPr>
          <p:cNvSpPr>
            <a:spLocks xmlns:a="http://schemas.openxmlformats.org/drawingml/2006/main" noGrp="1"/>
          </p:cNvSpPr>
          <p:nvPr/>
        </p:nvSpPr>
        <p:spPr>
          <a:xfrm xmlns:a="http://schemas.openxmlformats.org/drawingml/2006/main">
            <a:off x="91440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event-0-icon-0">
            <a:extLst xmlns:a="http://schemas.openxmlformats.org/drawingml/2006/main">
              <a:ext uri="{FF2B5EF4-FFF2-40B4-BE49-F238E27FC236}">
                <a16:creationId xmlns:a16="http://schemas.microsoft.com/office/drawing/2014/main" id="{96ED512F-0B66-4ADC-BBE8-F7D325D24FE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6820">
            <a:solidFill>
              <a:srgbClr val="FFFFFF"/>
            </a:solidFill>
            <a:prstDash val="solid"/>
          </a:ln>
        </p:spPr>
      </p:sp>
      <p:sp>
        <p:nvSpPr>
          <p:cNvPr id="6" name="!!event-0-icon-1">
            <a:extLst xmlns:a="http://schemas.openxmlformats.org/drawingml/2006/main">
              <a:ext uri="{FF2B5EF4-FFF2-40B4-BE49-F238E27FC236}">
                <a16:creationId xmlns:a16="http://schemas.microsoft.com/office/drawing/2014/main" id="{3242E2A2-8404-43E4-B565-2F0BE815CE2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6820">
            <a:solidFill>
              <a:srgbClr val="FFFFFF"/>
            </a:solidFill>
            <a:prstDash val="solid"/>
          </a:ln>
        </p:spPr>
      </p:sp>
      <p:sp>
        <p:nvSpPr>
          <p:cNvPr id="7" name="!!event-label-0">
            <a:extLst xmlns:a="http://schemas.openxmlformats.org/drawingml/2006/main">
              <a:ext uri="{FF2B5EF4-FFF2-40B4-BE49-F238E27FC236}">
                <a16:creationId xmlns:a16="http://schemas.microsoft.com/office/drawing/2014/main" id="{37E115D5-35F1-4FE7-8571-4C8BB5B698D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hoạch</a:t>
            </a:r>
          </a:p>
        </p:txBody>
      </p:sp>
      <p:sp>
        <p:nvSpPr>
          <p:cNvPr id="8" name="!!date-0">
            <a:extLst xmlns:a="http://schemas.openxmlformats.org/drawingml/2006/main">
              <a:ext uri="{FF2B5EF4-FFF2-40B4-BE49-F238E27FC236}">
                <a16:creationId xmlns:a16="http://schemas.microsoft.com/office/drawing/2014/main" id="{899FE5C3-B7A4-46FD-980C-E74A1AFF5F34}"/>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9" name="!!history-conclusion">
            <a:extLst xmlns:a="http://schemas.openxmlformats.org/drawingml/2006/main">
              <a:ext uri="{FF2B5EF4-FFF2-40B4-BE49-F238E27FC236}">
                <a16:creationId xmlns:a16="http://schemas.microsoft.com/office/drawing/2014/main" id="{2958A4B4-F0BB-4F22-A29C-E025655D403A}"/>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0" name="!!page">
            <a:extLst xmlns:a="http://schemas.openxmlformats.org/drawingml/2006/main">
              <a:ext uri="{FF2B5EF4-FFF2-40B4-BE49-F238E27FC236}">
                <a16:creationId xmlns:a16="http://schemas.microsoft.com/office/drawing/2014/main" id="{CDA53B32-1B52-40D6-924D-BCF2D2F74ED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1" name="!!caption">
            <a:extLst xmlns:a="http://schemas.openxmlformats.org/drawingml/2006/main">
              <a:ext uri="{FF2B5EF4-FFF2-40B4-BE49-F238E27FC236}">
                <a16:creationId xmlns:a16="http://schemas.microsoft.com/office/drawing/2014/main" id="{4DF7886E-C2E9-4718-8195-5589AA81955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2757773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3e265e3fbab243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2D6DD6F2-4C87-453D-AC1C-469CD74234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856EA39-C016-49CD-9571-0BA28E88DB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E7F2750-3378-472E-A42D-7DF931C02965}"/>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30A1719-498A-43C0-824A-B718D2AC1A7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FC65374F-E738-4526-8115-BF0CDF9ACC3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4DD7544-9159-4FB1-A535-587143E87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D066647E-330A-4EA4-BBE9-7B0D0507DCB7}"/>
              </a:ext>
            </a:extLst>
          </p:cNvPr>
          <p:cNvSpPr>
            <a:spLocks xmlns:a="http://schemas.openxmlformats.org/drawingml/2006/main" noGrp="1"/>
          </p:cNvSpPr>
          <p:nvPr/>
        </p:nvSpPr>
        <p:spPr>
          <a:xfrm xmlns:a="http://schemas.openxmlformats.org/drawingml/2006/main">
            <a:off x="370522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event-1-icon-0">
            <a:extLst xmlns:a="http://schemas.openxmlformats.org/drawingml/2006/main">
              <a:ext uri="{FF2B5EF4-FFF2-40B4-BE49-F238E27FC236}">
                <a16:creationId xmlns:a16="http://schemas.microsoft.com/office/drawing/2014/main" id="{1E0325B2-B892-48D4-AB42-194E0E7E8EE5}"/>
              </a:ext>
            </a:extLst>
          </p:cNvPr>
          <p:cNvSpPr>
            <a:spLocks xmlns:a="http://schemas.openxmlformats.org/drawingml/2006/main" noGrp="1"/>
          </p:cNvSpPr>
          <p:nvPr/>
        </p:nvSpPr>
        <p:spPr>
          <a:xfrm xmlns:a="http://schemas.openxmlformats.org/drawingml/2006/main">
            <a:off x="4087654" y="2496979"/>
            <a:ext cx="438055" cy="438055"/>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0" name="!!event-1-icon-1">
            <a:extLst xmlns:a="http://schemas.openxmlformats.org/drawingml/2006/main">
              <a:ext uri="{FF2B5EF4-FFF2-40B4-BE49-F238E27FC236}">
                <a16:creationId xmlns:a16="http://schemas.microsoft.com/office/drawing/2014/main" id="{AA77FBB7-EBE4-47E5-B7AC-1933EAA9B4A9}"/>
              </a:ext>
            </a:extLst>
          </p:cNvPr>
          <p:cNvSpPr>
            <a:spLocks xmlns:a="http://schemas.openxmlformats.org/drawingml/2006/main" noGrp="1"/>
          </p:cNvSpPr>
          <p:nvPr/>
        </p:nvSpPr>
        <p:spPr>
          <a:xfrm xmlns:a="http://schemas.openxmlformats.org/drawingml/2006/main">
            <a:off x="4025075" y="2434400"/>
            <a:ext cx="750951" cy="750951"/>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6820">
            <a:solidFill>
              <a:srgbClr val="FFFFFF"/>
            </a:solidFill>
            <a:prstDash val="solid"/>
          </a:ln>
        </p:spPr>
      </p:sp>
      <p:sp>
        <p:nvSpPr>
          <p:cNvPr id="11" name="!!event-label-1">
            <a:extLst xmlns:a="http://schemas.openxmlformats.org/drawingml/2006/main">
              <a:ext uri="{FF2B5EF4-FFF2-40B4-BE49-F238E27FC236}">
                <a16:creationId xmlns:a16="http://schemas.microsoft.com/office/drawing/2014/main" id="{A2E296A1-11BF-420D-A2C0-0DC5ACACBC11}"/>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Phân loại</a:t>
            </a:r>
          </a:p>
        </p:txBody>
      </p:sp>
      <p:cxnSp>
        <p:nvCxnSpPr>
          <p:cNvPr id="29"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date-0">
            <a:extLst xmlns:a="http://schemas.openxmlformats.org/drawingml/2006/main">
              <a:ext uri="{FF2B5EF4-FFF2-40B4-BE49-F238E27FC236}">
                <a16:creationId xmlns:a16="http://schemas.microsoft.com/office/drawing/2014/main" id="{E8877124-4A08-47B9-B952-4BD079E288D2}"/>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14" name="!!date-1">
            <a:extLst xmlns:a="http://schemas.openxmlformats.org/drawingml/2006/main">
              <a:ext uri="{FF2B5EF4-FFF2-40B4-BE49-F238E27FC236}">
                <a16:creationId xmlns:a16="http://schemas.microsoft.com/office/drawing/2014/main" id="{8C989B0F-E3EB-4A06-B506-E34EB5DCB663}"/>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15" name="!!history-conclusion">
            <a:extLst xmlns:a="http://schemas.openxmlformats.org/drawingml/2006/main">
              <a:ext uri="{FF2B5EF4-FFF2-40B4-BE49-F238E27FC236}">
                <a16:creationId xmlns:a16="http://schemas.microsoft.com/office/drawing/2014/main" id="{A0B2F5BE-EB3E-43C4-95B6-F06BA202BDE5}"/>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6" name="!!page">
            <a:extLst xmlns:a="http://schemas.openxmlformats.org/drawingml/2006/main">
              <a:ext uri="{FF2B5EF4-FFF2-40B4-BE49-F238E27FC236}">
                <a16:creationId xmlns:a16="http://schemas.microsoft.com/office/drawing/2014/main" id="{D7C70F59-58D9-45A3-AC47-852386B0675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7" name="!!caption">
            <a:extLst xmlns:a="http://schemas.openxmlformats.org/drawingml/2006/main">
              <a:ext uri="{FF2B5EF4-FFF2-40B4-BE49-F238E27FC236}">
                <a16:creationId xmlns:a16="http://schemas.microsoft.com/office/drawing/2014/main" id="{8F28BC81-BF66-4518-865F-1A5862DADA0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734108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ba58f5c67a9c475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AB3ABD2-0E33-4BD1-93B7-012C6950FE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C735B5E-DDBC-4616-A39F-E85D361BB2E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56A1139F-E132-494F-B0B4-EBEAA8D1040F}"/>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D3B262D-76DD-4537-B8ED-D51A4A62E642}"/>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811A280-AA7E-467E-ACA6-B11CA78295F4}"/>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431777D1-A69B-40F4-9850-678E24DCE7C9}"/>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99BDC29-666D-4C5B-B7B0-96E96A321774}"/>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8FD02817-5E90-4CFE-A12B-1AA5B1216911}"/>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3CEBE23F-EC16-4207-925B-1F54403423AD}"/>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D94813FC-2DCB-45E5-AB52-11F20D9D004A}"/>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36"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D01EA341-8D7D-406A-88EB-3FFF4BF35282}"/>
              </a:ext>
            </a:extLst>
          </p:cNvPr>
          <p:cNvSpPr>
            <a:spLocks xmlns:a="http://schemas.openxmlformats.org/drawingml/2006/main" noGrp="1"/>
          </p:cNvSpPr>
          <p:nvPr/>
        </p:nvSpPr>
        <p:spPr>
          <a:xfrm xmlns:a="http://schemas.openxmlformats.org/drawingml/2006/main">
            <a:off x="649605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ent-2-icon-0">
            <a:extLst xmlns:a="http://schemas.openxmlformats.org/drawingml/2006/main">
              <a:ext uri="{FF2B5EF4-FFF2-40B4-BE49-F238E27FC236}">
                <a16:creationId xmlns:a16="http://schemas.microsoft.com/office/drawing/2014/main" id="{C896830B-3CA3-4EDB-9DAF-D7905CAEAA93}"/>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6820">
            <a:solidFill>
              <a:srgbClr val="FFFFFF"/>
            </a:solidFill>
            <a:prstDash val="solid"/>
          </a:ln>
        </p:spPr>
      </p:sp>
      <p:sp>
        <p:nvSpPr>
          <p:cNvPr id="15" name="!!event-2-icon-1">
            <a:extLst xmlns:a="http://schemas.openxmlformats.org/drawingml/2006/main">
              <a:ext uri="{FF2B5EF4-FFF2-40B4-BE49-F238E27FC236}">
                <a16:creationId xmlns:a16="http://schemas.microsoft.com/office/drawing/2014/main" id="{17AB4EEB-4F31-427B-8253-402F661A25F8}"/>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6820">
            <a:solidFill>
              <a:srgbClr val="FFFFFF"/>
            </a:solidFill>
            <a:prstDash val="solid"/>
          </a:ln>
        </p:spPr>
      </p:sp>
      <p:sp>
        <p:nvSpPr>
          <p:cNvPr id="16" name="!!event-2-icon-2">
            <a:extLst xmlns:a="http://schemas.openxmlformats.org/drawingml/2006/main">
              <a:ext uri="{FF2B5EF4-FFF2-40B4-BE49-F238E27FC236}">
                <a16:creationId xmlns:a16="http://schemas.microsoft.com/office/drawing/2014/main" id="{83974F43-DA87-4ECD-9484-F87B3400103B}"/>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6820">
            <a:solidFill>
              <a:srgbClr val="FFFFFF"/>
            </a:solidFill>
            <a:prstDash val="solid"/>
          </a:ln>
        </p:spPr>
      </p:sp>
      <p:sp>
        <p:nvSpPr>
          <p:cNvPr id="17" name="!!event-label-2">
            <a:extLst xmlns:a="http://schemas.openxmlformats.org/drawingml/2006/main">
              <a:ext uri="{FF2B5EF4-FFF2-40B4-BE49-F238E27FC236}">
                <a16:creationId xmlns:a16="http://schemas.microsoft.com/office/drawing/2014/main" id="{1C2480D8-FB22-4760-BC3C-D6E3E65266DC}"/>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Đóng gói</a:t>
            </a:r>
          </a:p>
        </p:txBody>
      </p:sp>
      <p:cxnSp>
        <p:nvCxnSpPr>
          <p:cNvPr id="42"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date-0">
            <a:extLst xmlns:a="http://schemas.openxmlformats.org/drawingml/2006/main">
              <a:ext uri="{FF2B5EF4-FFF2-40B4-BE49-F238E27FC236}">
                <a16:creationId xmlns:a16="http://schemas.microsoft.com/office/drawing/2014/main" id="{EAE5E87A-B37B-4C6E-953B-1E3FDDEC5907}"/>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0" name="!!date-1">
            <a:extLst xmlns:a="http://schemas.openxmlformats.org/drawingml/2006/main">
              <a:ext uri="{FF2B5EF4-FFF2-40B4-BE49-F238E27FC236}">
                <a16:creationId xmlns:a16="http://schemas.microsoft.com/office/drawing/2014/main" id="{9213477A-D2DA-40AC-94D8-E00C5B10B342}"/>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1" name="!!date-2">
            <a:extLst xmlns:a="http://schemas.openxmlformats.org/drawingml/2006/main">
              <a:ext uri="{FF2B5EF4-FFF2-40B4-BE49-F238E27FC236}">
                <a16:creationId xmlns:a16="http://schemas.microsoft.com/office/drawing/2014/main" id="{CD9DED2F-441B-4558-A122-A82639F3DA99}"/>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2" name="!!history-conclusion">
            <a:extLst xmlns:a="http://schemas.openxmlformats.org/drawingml/2006/main">
              <a:ext uri="{FF2B5EF4-FFF2-40B4-BE49-F238E27FC236}">
                <a16:creationId xmlns:a16="http://schemas.microsoft.com/office/drawing/2014/main" id="{2F1AAD36-54EE-48E5-91BB-21B18EC18F98}"/>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23" name="!!page">
            <a:extLst xmlns:a="http://schemas.openxmlformats.org/drawingml/2006/main">
              <a:ext uri="{FF2B5EF4-FFF2-40B4-BE49-F238E27FC236}">
                <a16:creationId xmlns:a16="http://schemas.microsoft.com/office/drawing/2014/main" id="{B30B53CA-AD88-4AED-A1E9-4CADDD1096E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24" name="!!caption">
            <a:extLst xmlns:a="http://schemas.openxmlformats.org/drawingml/2006/main">
              <a:ext uri="{FF2B5EF4-FFF2-40B4-BE49-F238E27FC236}">
                <a16:creationId xmlns:a16="http://schemas.microsoft.com/office/drawing/2014/main" id="{3AAC8B16-81F0-442F-B0EF-9B069745D9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9554512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89471b38f78e4f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155AE84-226B-4DA1-ADD8-87DF619397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FFD538A-0FF1-46B7-B145-6E19A625CA0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CF30E8B2-1261-4E1A-AC0D-8D1D2D7FF4B3}"/>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E4818EA2-6C50-4248-9AD9-D6678F77A0F5}"/>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901D496-FE1F-4A7C-9AB4-31587328CB88}"/>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9FA95B1-4887-4315-BC82-1A3DA1F99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359CF5EF-1983-408E-BA2B-2EE9454A51E6}"/>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4599E639-36AB-4EA6-8E9A-770C6EB9E9E0}"/>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FD856D23-1C31-471F-82DC-D634F2022197}"/>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73C2DDC0-EA39-4A71-B831-50BD423F6742}"/>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4EF8534A-5E4B-4D8F-8615-66019C62B8A6}"/>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01F158D7-A54F-46C8-BBD7-A9C53A0C336D}"/>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16117153-B5AF-49F7-AE84-0D61B7195878}"/>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658DCD24-6368-4571-A897-248F8309D5A5}"/>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B6C24E9B-7C00-4E10-BCFF-C40232C3055B}"/>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4B02CA68-7454-44FE-8F24-F9B1BCD278B1}"/>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1D28E282-B98F-45AC-AA27-B2517E66EC6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57E9FC8-37E9-4A9C-987F-03507AA0753E}"/>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936AC4B4-D3A9-40C2-B17E-4120C9AA0275}"/>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B97AD541-9B02-4697-A0A0-9EEA8CE7AED2}"/>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B651E97C-C3A7-4DA4-8B55-46EE02B1E576}"/>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C8953DBC-B5FC-45E9-A7EF-31999EBBAF3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7" name="!!date-1">
            <a:extLst xmlns:a="http://schemas.openxmlformats.org/drawingml/2006/main">
              <a:ext uri="{FF2B5EF4-FFF2-40B4-BE49-F238E27FC236}">
                <a16:creationId xmlns:a16="http://schemas.microsoft.com/office/drawing/2014/main" id="{E744D9AB-866B-44F9-B7B5-B4A7725BFD95}"/>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8" name="!!date-2">
            <a:extLst xmlns:a="http://schemas.openxmlformats.org/drawingml/2006/main">
              <a:ext uri="{FF2B5EF4-FFF2-40B4-BE49-F238E27FC236}">
                <a16:creationId xmlns:a16="http://schemas.microsoft.com/office/drawing/2014/main" id="{4149A8CB-10FD-4C9B-9D99-EAB66A028E6B}"/>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9" name="!!date-3">
            <a:extLst xmlns:a="http://schemas.openxmlformats.org/drawingml/2006/main">
              <a:ext uri="{FF2B5EF4-FFF2-40B4-BE49-F238E27FC236}">
                <a16:creationId xmlns:a16="http://schemas.microsoft.com/office/drawing/2014/main" id="{2B69106A-C411-4EF2-9831-AB1E29108D80}"/>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210A4BE6-06CD-44C6-956C-016C497234A9}"/>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F5741539-B2EE-4C80-81F2-F38C9DEB5C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828ED535-4373-4FBF-9A3C-F99D1380098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62890028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3e0720bc99f4fe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06B6ACE-89FF-415F-8735-F527E2569E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18FC2BE-73F7-4FFF-8933-332441EA45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0" name="!!buyer-qr"/>
          <p:cNvPicPr>
            <a:picLocks xmlns:a="http://schemas.openxmlformats.org/drawingml/2006/main" noChangeAspect="1"/>
          </p:cNvPicPr>
          <p:nvPr/>
        </p:nvPicPr>
        <p:blipFill>
          <a:blip xmlns:r="http://schemas.openxmlformats.org/officeDocument/2006/relationships" xmlns:a="http://schemas.openxmlformats.org/drawingml/2006/main" r:embed="R7adbf599f06c4af8"/>
          <a:stretch xmlns:a="http://schemas.openxmlformats.org/drawingml/2006/main"/>
        </p:blipFill>
        <p:spPr>
          <a:xfrm xmlns:a="http://schemas.openxmlformats.org/drawingml/2006/main">
            <a:off x="742950" y="2181225"/>
            <a:ext cx="3524250" cy="352425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14E738AB-67E2-4054-9BB9-4BC31F42390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6" name="!!caption">
            <a:extLst xmlns:a="http://schemas.openxmlformats.org/drawingml/2006/main">
              <a:ext uri="{FF2B5EF4-FFF2-40B4-BE49-F238E27FC236}">
                <a16:creationId xmlns:a16="http://schemas.microsoft.com/office/drawing/2014/main" id="{AA6957F9-D3B7-4968-BD75-6035E842E7A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743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e2e4479cabdb45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CC42E85-CCEB-424A-A273-0E78DBED07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5C64070-1181-4A04-9E1F-B732245A0CF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2" name="!!buyer-qr"/>
          <p:cNvPicPr>
            <a:picLocks xmlns:a="http://schemas.openxmlformats.org/drawingml/2006/main" noChangeAspect="1"/>
          </p:cNvPicPr>
          <p:nvPr/>
        </p:nvPicPr>
        <p:blipFill>
          <a:blip xmlns:r="http://schemas.openxmlformats.org/officeDocument/2006/relationships" xmlns:a="http://schemas.openxmlformats.org/drawingml/2006/main" r:embed="R833809805bca4468"/>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1B38E3BF-4648-4F3D-BFA3-5736226C1C9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B1FF8EF-6C35-44EA-8BF4-09DB50E9DAD9}"/>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sp>
        <p:nvSpPr>
          <p:cNvPr id="7" name="!!page">
            <a:extLst xmlns:a="http://schemas.openxmlformats.org/drawingml/2006/main">
              <a:ext uri="{FF2B5EF4-FFF2-40B4-BE49-F238E27FC236}">
                <a16:creationId xmlns:a16="http://schemas.microsoft.com/office/drawing/2014/main" id="{7A05081E-2481-40F5-BAE6-B7A41A1EBE9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8" name="!!caption">
            <a:extLst xmlns:a="http://schemas.openxmlformats.org/drawingml/2006/main">
              <a:ext uri="{FF2B5EF4-FFF2-40B4-BE49-F238E27FC236}">
                <a16:creationId xmlns:a16="http://schemas.microsoft.com/office/drawing/2014/main" id="{A38CEF4F-CD23-43AE-B963-FF45D9DC299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2102790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428ee5807b1349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200A47-3CF8-42E9-8666-801E511147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9AEF105-D331-41DA-92D9-7ECFFF23462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4" name="!!buyer-qr"/>
          <p:cNvPicPr>
            <a:picLocks xmlns:a="http://schemas.openxmlformats.org/drawingml/2006/main" noChangeAspect="1"/>
          </p:cNvPicPr>
          <p:nvPr/>
        </p:nvPicPr>
        <p:blipFill>
          <a:blip xmlns:r="http://schemas.openxmlformats.org/officeDocument/2006/relationships" xmlns:a="http://schemas.openxmlformats.org/drawingml/2006/main" r:embed="R5eaee6fff0104296"/>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61F075B1-4B95-4FFF-BD6F-7A0A723296E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F9E447F-2972-4A0C-8F2C-626FD4FEDEBF}"/>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17" name="!!buyer-record"/>
          <p:cNvPicPr>
            <a:picLocks xmlns:a="http://schemas.openxmlformats.org/drawingml/2006/main" noChangeAspect="1"/>
          </p:cNvPicPr>
          <p:nvPr/>
        </p:nvPicPr>
        <p:blipFill>
          <a:blip xmlns:r="http://schemas.openxmlformats.org/officeDocument/2006/relationships" xmlns:a="http://schemas.openxmlformats.org/drawingml/2006/main" r:embed="Reb759983234b4035"/>
          <a:stretch xmlns:a="http://schemas.openxmlformats.org/drawingml/2006/main"/>
        </p:blipFill>
        <p:spPr>
          <a:xfrm xmlns:a="http://schemas.openxmlformats.org/drawingml/2006/main">
            <a:off x="6929731" y="1714500"/>
            <a:ext cx="1980613" cy="42862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7AF9E6EA-0031-4391-A383-DDAC5CB60378}"/>
              </a:ext>
            </a:extLst>
          </p:cNvPr>
          <p:cNvSpPr>
            <a:spLocks xmlns:a="http://schemas.openxmlformats.org/drawingml/2006/main" noGrp="1"/>
          </p:cNvSpPr>
          <p:nvPr/>
        </p:nvSpPr>
        <p:spPr>
          <a:xfrm xmlns:a="http://schemas.openxmlformats.org/drawingml/2006/main">
            <a:off x="6553200"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page">
            <a:extLst xmlns:a="http://schemas.openxmlformats.org/drawingml/2006/main">
              <a:ext uri="{FF2B5EF4-FFF2-40B4-BE49-F238E27FC236}">
                <a16:creationId xmlns:a16="http://schemas.microsoft.com/office/drawing/2014/main" id="{9544C84D-0B8B-4518-B6F4-16A52BAA344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0" name="!!caption">
            <a:extLst xmlns:a="http://schemas.openxmlformats.org/drawingml/2006/main">
              <a:ext uri="{FF2B5EF4-FFF2-40B4-BE49-F238E27FC236}">
                <a16:creationId xmlns:a16="http://schemas.microsoft.com/office/drawing/2014/main" id="{4B2266E7-FFD6-490B-BB20-D326CF73B877}"/>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3168797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6c5704d3d20b49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350F5CA-7230-4857-AD23-7383005AD5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6BE9B372-0440-40FE-8649-CC558149834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56b88ba2d95d49f9"/>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570A4DF9-49E1-4623-BDDD-E6C815A98175}"/>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F801EAA0-C909-4782-AE78-9FCEE43057E7}"/>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d38cb6bc443c492b"/>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68980504-C11F-4315-88F5-E0BD1A9E6A4B}"/>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9CC8700E-942A-4B0C-AA6D-8FE2783859D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CF5D0AB4-6286-4BDB-B48F-7A90D4A03886}"/>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D0CD6EF5-A8CF-49E3-B5D7-18D54114A411}"/>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55C46E6-4740-4BF2-93ED-9A62F3AF0CF2}"/>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79B641E9-0857-433E-B3E8-D6D05D9EAC5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F017E221-89AB-4215-A57F-F05EF961CA2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92E43278-37A2-4188-BDAE-6D09EE801A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957269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f099ab32c4d44fb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3F03307-96C7-452E-8EA8-1B780C20CE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62FDB5D-63B5-49AE-B876-31E8BAADD2A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05867DCC-3731-4648-9FE5-08CE0DC15002}"/>
              </a:ext>
            </a:extLst>
          </p:cNvPr>
          <p:cNvSpPr>
            <a:spLocks xmlns:a="http://schemas.openxmlformats.org/drawingml/2006/main" noGrp="1"/>
          </p:cNvSpPr>
          <p:nvPr/>
        </p:nvSpPr>
        <p:spPr>
          <a:xfrm xmlns:a="http://schemas.openxmlformats.org/drawingml/2006/main">
            <a:off x="105727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ermission-0-icon-0">
            <a:extLst xmlns:a="http://schemas.openxmlformats.org/drawingml/2006/main">
              <a:ext uri="{FF2B5EF4-FFF2-40B4-BE49-F238E27FC236}">
                <a16:creationId xmlns:a16="http://schemas.microsoft.com/office/drawing/2014/main" id="{FC75D523-826D-4C96-A4A4-B0EEEAF7EBB9}"/>
              </a:ext>
            </a:extLst>
          </p:cNvPr>
          <p:cNvSpPr>
            <a:spLocks xmlns:a="http://schemas.openxmlformats.org/drawingml/2006/main" noGrp="1"/>
          </p:cNvSpPr>
          <p:nvPr/>
        </p:nvSpPr>
        <p:spPr>
          <a:xfrm xmlns:a="http://schemas.openxmlformats.org/drawingml/2006/main">
            <a:off x="150228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6" name="!!permission-0-icon-1">
            <a:extLst xmlns:a="http://schemas.openxmlformats.org/drawingml/2006/main">
              <a:ext uri="{FF2B5EF4-FFF2-40B4-BE49-F238E27FC236}">
                <a16:creationId xmlns:a16="http://schemas.microsoft.com/office/drawing/2014/main" id="{CF2E42D0-CDF9-4054-B80D-FA887E4BF49C}"/>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7" name="!!permission-0-icon-2">
            <a:extLst xmlns:a="http://schemas.openxmlformats.org/drawingml/2006/main">
              <a:ext uri="{FF2B5EF4-FFF2-40B4-BE49-F238E27FC236}">
                <a16:creationId xmlns:a16="http://schemas.microsoft.com/office/drawing/2014/main" id="{1F2BE42A-E5C6-4F1A-95BC-EFA01CD4E0A3}"/>
              </a:ext>
            </a:extLst>
          </p:cNvPr>
          <p:cNvSpPr>
            <a:spLocks xmlns:a="http://schemas.openxmlformats.org/drawingml/2006/main" noGrp="1"/>
          </p:cNvSpPr>
          <p:nvPr/>
        </p:nvSpPr>
        <p:spPr>
          <a:xfrm xmlns:a="http://schemas.openxmlformats.org/drawingml/2006/main">
            <a:off x="172131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8" name="!!permission-0-icon-3">
            <a:extLst xmlns:a="http://schemas.openxmlformats.org/drawingml/2006/main">
              <a:ext uri="{FF2B5EF4-FFF2-40B4-BE49-F238E27FC236}">
                <a16:creationId xmlns:a16="http://schemas.microsoft.com/office/drawing/2014/main" id="{7B9EFD0E-08A2-4985-AE4D-9CCCA19541A5}"/>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9" name="!!permission-label-0">
            <a:extLst xmlns:a="http://schemas.openxmlformats.org/drawingml/2006/main">
              <a:ext uri="{FF2B5EF4-FFF2-40B4-BE49-F238E27FC236}">
                <a16:creationId xmlns:a16="http://schemas.microsoft.com/office/drawing/2014/main" id="{9D876914-1907-4481-9C05-B50A3E171918}"/>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C7ED042D-14B7-400C-8C30-27D714AFD97C}"/>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age">
            <a:extLst xmlns:a="http://schemas.openxmlformats.org/drawingml/2006/main">
              <a:ext uri="{FF2B5EF4-FFF2-40B4-BE49-F238E27FC236}">
                <a16:creationId xmlns:a16="http://schemas.microsoft.com/office/drawing/2014/main" id="{6C21D345-21BD-4BD3-8BC5-01D62D0D167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2" name="!!caption">
            <a:extLst xmlns:a="http://schemas.openxmlformats.org/drawingml/2006/main">
              <a:ext uri="{FF2B5EF4-FFF2-40B4-BE49-F238E27FC236}">
                <a16:creationId xmlns:a16="http://schemas.microsoft.com/office/drawing/2014/main" id="{B6FF830A-253E-4D31-B0C1-DC9E0C0589A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80780927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b4701c93505849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4DA7B80-7E2F-4348-87EA-15CEC992AE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A128009-2EAF-4D23-A7A4-1C77BC580C2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8735C864-8549-4D8A-9126-B888E3015FEF}"/>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0EF38255-E7AA-4E31-9DE4-42966CEA9007}"/>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465BA55D-03C6-44F8-8C5F-EE3C29398365}"/>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BF59A84B-3A63-4F3F-8E81-0A2EACC0A968}"/>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EE55A740-E9AE-45B2-9C14-65D9C1EF04BC}"/>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332419A6-E4EE-479B-8B2E-2B1AD589498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0602F3B5-42E6-40F9-9215-2F5287031C00}"/>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EF019126-C52D-4316-B399-461EF1C8B6FC}"/>
              </a:ext>
            </a:extLst>
          </p:cNvPr>
          <p:cNvSpPr>
            <a:spLocks xmlns:a="http://schemas.openxmlformats.org/drawingml/2006/main" noGrp="1"/>
          </p:cNvSpPr>
          <p:nvPr/>
        </p:nvSpPr>
        <p:spPr>
          <a:xfrm xmlns:a="http://schemas.openxmlformats.org/drawingml/2006/main">
            <a:off x="4762500"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permission-1-icon-0">
            <a:extLst xmlns:a="http://schemas.openxmlformats.org/drawingml/2006/main">
              <a:ext uri="{FF2B5EF4-FFF2-40B4-BE49-F238E27FC236}">
                <a16:creationId xmlns:a16="http://schemas.microsoft.com/office/drawing/2014/main" id="{1788909D-AF68-47CF-A382-53C99C50FC83}"/>
              </a:ext>
            </a:extLst>
          </p:cNvPr>
          <p:cNvSpPr>
            <a:spLocks xmlns:a="http://schemas.openxmlformats.org/drawingml/2006/main" noGrp="1"/>
          </p:cNvSpPr>
          <p:nvPr/>
        </p:nvSpPr>
        <p:spPr>
          <a:xfrm xmlns:a="http://schemas.openxmlformats.org/drawingml/2006/main">
            <a:off x="5144929" y="2468404"/>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3" name="!!permission-1-icon-1">
            <a:extLst xmlns:a="http://schemas.openxmlformats.org/drawingml/2006/main">
              <a:ext uri="{FF2B5EF4-FFF2-40B4-BE49-F238E27FC236}">
                <a16:creationId xmlns:a16="http://schemas.microsoft.com/office/drawing/2014/main" id="{BFAB0DA2-3EA2-44B2-AEAD-F69EF661C44A}"/>
              </a:ext>
            </a:extLst>
          </p:cNvPr>
          <p:cNvSpPr>
            <a:spLocks xmlns:a="http://schemas.openxmlformats.org/drawingml/2006/main" noGrp="1"/>
          </p:cNvSpPr>
          <p:nvPr/>
        </p:nvSpPr>
        <p:spPr>
          <a:xfrm xmlns:a="http://schemas.openxmlformats.org/drawingml/2006/main">
            <a:off x="5332667" y="2468404"/>
            <a:ext cx="250317"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4" name="!!permission-1-icon-2">
            <a:extLst xmlns:a="http://schemas.openxmlformats.org/drawingml/2006/main">
              <a:ext uri="{FF2B5EF4-FFF2-40B4-BE49-F238E27FC236}">
                <a16:creationId xmlns:a16="http://schemas.microsoft.com/office/drawing/2014/main" id="{A2EAB9E9-0146-41D4-81C1-1F4B5A854B2B}"/>
              </a:ext>
            </a:extLst>
          </p:cNvPr>
          <p:cNvSpPr>
            <a:spLocks xmlns:a="http://schemas.openxmlformats.org/drawingml/2006/main" noGrp="1"/>
          </p:cNvSpPr>
          <p:nvPr/>
        </p:nvSpPr>
        <p:spPr>
          <a:xfrm xmlns:a="http://schemas.openxmlformats.org/drawingml/2006/main">
            <a:off x="5082350" y="2405825"/>
            <a:ext cx="750951" cy="750951"/>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6820">
            <a:solidFill>
              <a:srgbClr val="FFFFFF"/>
            </a:solidFill>
            <a:prstDash val="solid"/>
          </a:ln>
        </p:spPr>
      </p:sp>
      <p:sp>
        <p:nvSpPr>
          <p:cNvPr id="15" name="!!permission-label-1">
            <a:extLst xmlns:a="http://schemas.openxmlformats.org/drawingml/2006/main">
              <a:ext uri="{FF2B5EF4-FFF2-40B4-BE49-F238E27FC236}">
                <a16:creationId xmlns:a16="http://schemas.microsoft.com/office/drawing/2014/main" id="{1826AC6B-6F27-4787-8316-0DD3761FCAE6}"/>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2FBC3DE2-D142-49C4-BBA9-843C1F9BC560}"/>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36"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age">
            <a:extLst xmlns:a="http://schemas.openxmlformats.org/drawingml/2006/main">
              <a:ext uri="{FF2B5EF4-FFF2-40B4-BE49-F238E27FC236}">
                <a16:creationId xmlns:a16="http://schemas.microsoft.com/office/drawing/2014/main" id="{C23AF867-F41E-49AE-91F6-EE94A8BBFE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9" name="!!caption">
            <a:extLst xmlns:a="http://schemas.openxmlformats.org/drawingml/2006/main">
              <a:ext uri="{FF2B5EF4-FFF2-40B4-BE49-F238E27FC236}">
                <a16:creationId xmlns:a16="http://schemas.microsoft.com/office/drawing/2014/main" id="{F9484408-8AD6-416E-BD27-2159CCD0FAE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4520603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88a91e4c2f694bf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5707A22-50BE-423D-97C2-DE75091398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ACFCF28-086E-41FE-B495-DDD3A06A4A0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219617F0-1B28-4242-B92C-09CE3F9F9A91}"/>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726F0E4B-E378-439B-91A4-31FDE5C0AFAD}"/>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272B8585-8E4D-4A4A-8588-848C261EB12A}"/>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AB7D2133-9DEC-4100-8325-010184AF7E4C}"/>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47AC099B-28D6-48BA-864B-0121A1CCBA8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1D081275-E33F-47C5-90E3-FCF1306AEBF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29C4CDAA-D212-49ED-882C-255397B5D1C9}"/>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0855CDED-7BD8-4BC0-BABC-15F23AA11F92}"/>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C5816A5C-DC67-40DE-A480-26805493D88C}"/>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47FA87B0-2701-4660-BBC6-74A51ED62038}"/>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5AF2A73E-C85F-449B-83E6-93674D491B1A}"/>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D2B4A0B5-9A5F-4A10-B5A0-376576C472F5}"/>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6F655AFB-D841-4BC9-95BC-B8B6B0E33E8D}"/>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DB3E7613-707D-4DB4-AFF8-7F2B6A7BD322}"/>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AA65C1C5-0A87-4B4A-B875-A329EB6DB075}"/>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E3A2F90-7DE0-4694-B116-C3D1BCAA3D9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27AE256D-0891-46E8-AF16-E8DB1407D395}"/>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749E4D3E-DD33-48C5-A421-CA53B78B8F6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0AC35BE-6963-48C6-B2A8-1132D2F91FF9}"/>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25FDEA44-6E68-4F06-9499-3FE0199E2560}"/>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165DFBA7-2C52-45CE-A6BB-93BE572B0179}"/>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D3C739B2-B5FA-476A-892E-B1C0D8AF2D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13108CCD-53B5-4F3F-A14E-A849D53FDB7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93160926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b50b55a1fed431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E858BDF-100B-49AC-8E39-7F3038B2DF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72109E-830F-47C3-BFE7-AD380E5F82C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713EC2E9-6697-4B4B-9D72-5E7428375A9C}"/>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91a6dcd88c084e98"/>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7BD50ACE-A336-4FE1-811F-27D3E105010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894A46E4-F9FB-4722-9622-907B89D16C53}"/>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BED27316-94F1-4E94-8CED-D732A754C71B}"/>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364E21A5-64E9-4698-BFC2-99B7C4A7A769}"/>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e26199ef2d5c4961"/>
              </a:rPr>
              <a:t>Mở video dự phòng</a:t>
            </a:r>
          </a:p>
        </p:txBody>
      </p:sp>
      <p:sp>
        <p:nvSpPr>
          <p:cNvPr id="10" name="!!page">
            <a:extLst xmlns:a="http://schemas.openxmlformats.org/drawingml/2006/main">
              <a:ext uri="{FF2B5EF4-FFF2-40B4-BE49-F238E27FC236}">
                <a16:creationId xmlns:a16="http://schemas.microsoft.com/office/drawing/2014/main" id="{33FDE19C-126B-4933-8BAD-EF5A9727356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D8E85D9-B71D-4186-A944-95E2E6CDA88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UI compact local · Auth/API mô phỏng · Dữ liệu TEST · 30/09/2026</a:t>
            </a:r>
          </a:p>
        </p:txBody>
      </p:sp>
    </p:spTree>
    <p:extLst>
      <p:ext uri="{BB962C8B-B14F-4D97-AF65-F5344CB8AC3E}">
        <p14:creationId xmlns:p14="http://schemas.microsoft.com/office/powerpoint/2010/main" val="96000476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3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4" name="!!backdrop"/>
          <p:cNvPicPr>
            <a:picLocks xmlns:a="http://schemas.openxmlformats.org/drawingml/2006/main" noChangeAspect="1"/>
          </p:cNvPicPr>
          <p:nvPr/>
        </p:nvPicPr>
        <p:blipFill>
          <a:blip xmlns:r="http://schemas.openxmlformats.org/officeDocument/2006/relationships" xmlns:a="http://schemas.openxmlformats.org/drawingml/2006/main" r:embed="R68a9012c862b42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7C21D0B-EFAD-4549-860B-509A6C0265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5399AED-D7CF-4A35-BA96-82BBF9F553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47539F-4E50-4BEF-9C99-DA26455FD808}"/>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5" name="!!client-text">
            <a:extLst xmlns:a="http://schemas.openxmlformats.org/drawingml/2006/main">
              <a:ext uri="{FF2B5EF4-FFF2-40B4-BE49-F238E27FC236}">
                <a16:creationId xmlns:a16="http://schemas.microsoft.com/office/drawing/2014/main" id="{2C06A242-827A-4DC4-9CBD-54E4AFA99B33}"/>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React 19 + Vite 8</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Vercel · giao diện</a:t>
            </a:r>
          </a:p>
        </p:txBody>
      </p:sp>
      <p:sp>
        <p:nvSpPr>
          <p:cNvPr id="12" name="!!page">
            <a:extLst xmlns:a="http://schemas.openxmlformats.org/drawingml/2006/main">
              <a:ext uri="{FF2B5EF4-FFF2-40B4-BE49-F238E27FC236}">
                <a16:creationId xmlns:a16="http://schemas.microsoft.com/office/drawing/2014/main" id="{B0614D0C-D4DB-4CB1-A430-9DAF3F2BE79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3" name="!!caption">
            <a:extLst xmlns:a="http://schemas.openxmlformats.org/drawingml/2006/main">
              <a:ext uri="{FF2B5EF4-FFF2-40B4-BE49-F238E27FC236}">
                <a16:creationId xmlns:a16="http://schemas.microsoft.com/office/drawing/2014/main" id="{9B890CD0-7428-4F73-AC91-693B7F052CC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15"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670917" y="1621128"/>
            <a:ext cx="510778" cy="459992"/>
          </a:xfrm>
          <a:prstGeom xmlns:a="http://schemas.openxmlformats.org/drawingml/2006/main" prst="rect">
            <a:avLst/>
          </a:prstGeom>
        </p:spPr>
      </p:pic>
      <p:pic>
        <p:nvPicPr>
          <p:cNvPr id="16"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6"/>
          <ns0:srcRect xmlns:ns0="http://schemas.openxmlformats.org/drawingml/2006/main" l="0" t="0" r="500" b="1042"/>
          <a:stretch xmlns:a="http://schemas.openxmlformats.org/drawingml/2006/main">
            <a:fillRect/>
          </a:stretch>
        </p:blipFill>
        <p:spPr>
          <a:xfrm xmlns:a="http://schemas.openxmlformats.org/drawingml/2006/main">
            <a:off x="1529953" y="1607285"/>
            <a:ext cx="510778" cy="487678"/>
          </a:xfrm>
          <a:prstGeom xmlns:a="http://schemas.openxmlformats.org/drawingml/2006/main" prst="rect">
            <a:avLst/>
          </a:prstGeom>
        </p:spPr>
      </p:pic>
      <p:pic>
        <p:nvPicPr>
          <p:cNvPr id="17"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21" b="0"/>
          <a:stretch xmlns:a="http://schemas.openxmlformats.org/drawingml/2006/main">
            <a:fillRect/>
          </a:stretch>
        </p:blipFill>
        <p:spPr>
          <a:xfrm xmlns:a="http://schemas.openxmlformats.org/drawingml/2006/main">
            <a:off x="2388989" y="1629967"/>
            <a:ext cx="510778" cy="442314"/>
          </a:xfrm>
          <a:prstGeom xmlns:a="http://schemas.openxmlformats.org/drawingml/2006/main" prst="rect">
            <a:avLst/>
          </a:prstGeom>
        </p:spPr>
      </p:pic>
    </p:spTree>
    <p:extLst>
      <p:ext uri="{BB962C8B-B14F-4D97-AF65-F5344CB8AC3E}">
        <p14:creationId xmlns:p14="http://schemas.microsoft.com/office/powerpoint/2010/main" val="7372074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5878ff9e0b1342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B325D9-AC03-4A45-9730-B44FF80590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D06C73-3D5E-4F22-9011-C75B460B35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B093FC9B-64CF-4F7F-835A-1B38EF9D5E95}"/>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2C50E754-9B58-4CCC-BB55-F95B806672A4}"/>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38A4A214-E29B-44A4-95EE-5A6BE6B3F722}"/>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3" name="!!auth-text">
            <a:extLst xmlns:a="http://schemas.openxmlformats.org/drawingml/2006/main">
              <a:ext uri="{FF2B5EF4-FFF2-40B4-BE49-F238E27FC236}">
                <a16:creationId xmlns:a16="http://schemas.microsoft.com/office/drawing/2014/main" id="{A803BD01-5E66-43E5-AAD4-A0FE352B3AC3}"/>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Google OAuth</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Đăng nhập tài khoản</a:t>
            </a:r>
          </a:p>
        </p:txBody>
      </p:sp>
      <p:cxnSp>
        <p:nvCxnSpPr>
          <p:cNvPr id="33"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18D4303-E1AC-4516-9E1D-AAFF911DA055}"/>
              </a:ext>
            </a:extLst>
          </p:cNvPr>
          <p:cNvSpPr>
            <a:spLocks xmlns:a="http://schemas.openxmlformats.org/drawingml/2006/main" noGrp="1"/>
          </p:cNvSpPr>
          <p:nvPr/>
        </p:nvSpPr>
        <p:spPr>
          <a:xfrm xmlns:a="http://schemas.openxmlformats.org/drawingml/2006/main">
            <a:off x="1704975" y="3381375"/>
            <a:ext cx="742950" cy="7429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8A45B"/>
            </a:solidFill>
          </a:ln>
        </p:spPr>
      </p:sp>
      <p:sp>
        <p:nvSpPr>
          <p:cNvPr id="18" name="!!page">
            <a:extLst xmlns:a="http://schemas.openxmlformats.org/drawingml/2006/main">
              <a:ext uri="{FF2B5EF4-FFF2-40B4-BE49-F238E27FC236}">
                <a16:creationId xmlns:a16="http://schemas.microsoft.com/office/drawing/2014/main" id="{F733F521-05E4-4956-A5D1-E1DF4F18C54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9" name="!!caption">
            <a:extLst xmlns:a="http://schemas.openxmlformats.org/drawingml/2006/main">
              <a:ext uri="{FF2B5EF4-FFF2-40B4-BE49-F238E27FC236}">
                <a16:creationId xmlns:a16="http://schemas.microsoft.com/office/drawing/2014/main" id="{E9A1B433-193D-4296-8A12-F455A749852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3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3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3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42"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793781" y="3474244"/>
            <a:ext cx="546286" cy="557212"/>
          </a:xfrm>
          <a:prstGeom xmlns:a="http://schemas.openxmlformats.org/drawingml/2006/main" prst="rect">
            <a:avLst/>
          </a:prstGeom>
        </p:spPr>
      </p:pic>
    </p:spTree>
    <p:extLst>
      <p:ext uri="{BB962C8B-B14F-4D97-AF65-F5344CB8AC3E}">
        <p14:creationId xmlns:p14="http://schemas.microsoft.com/office/powerpoint/2010/main" val="6820662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4" name="!!backdrop"/>
          <p:cNvPicPr>
            <a:picLocks xmlns:a="http://schemas.openxmlformats.org/drawingml/2006/main" noChangeAspect="1"/>
          </p:cNvPicPr>
          <p:nvPr/>
        </p:nvPicPr>
        <p:blipFill>
          <a:blip xmlns:r="http://schemas.openxmlformats.org/officeDocument/2006/relationships" xmlns:a="http://schemas.openxmlformats.org/drawingml/2006/main" r:embed="Rd6f1133ec8bf44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14D43C6-7955-4F02-A18D-3CDC46B8A5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2F82607-B21E-4E6B-83C6-78FA3C90E02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C55B7865-70D0-420B-9780-EB2372758DBF}"/>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8D962F3-DE2E-4765-8A39-7DA70A8B4228}"/>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A0FB76BC-A5E6-4F3B-9F63-C6FFD67185E4}"/>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10EE88DC-A3F5-481B-8DFF-3189585DAE09}"/>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Đăng nhập tài khoản</a:t>
            </a:r>
          </a:p>
        </p:txBody>
      </p:sp>
      <p:cxnSp>
        <p:nvCxnSpPr>
          <p:cNvPr id="47"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E925E5B0-F399-40D2-A073-40638A3CBE7E}"/>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FFFFFF"/>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F518E113-BD73-401B-BB3D-38FDFA35802C}"/>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9" name="!!render-text">
            <a:extLst xmlns:a="http://schemas.openxmlformats.org/drawingml/2006/main">
              <a:ext uri="{FF2B5EF4-FFF2-40B4-BE49-F238E27FC236}">
                <a16:creationId xmlns:a16="http://schemas.microsoft.com/office/drawing/2014/main" id="{A0C7B4DB-80E2-4D18-9F3B-73CD3B640D74}"/>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FastAPI · Python</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Render · REST API</a:t>
            </a:r>
          </a:p>
        </p:txBody>
      </p:sp>
      <p:cxnSp>
        <p:nvCxnSpPr>
          <p:cNvPr id="53"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page">
            <a:extLst xmlns:a="http://schemas.openxmlformats.org/drawingml/2006/main">
              <a:ext uri="{FF2B5EF4-FFF2-40B4-BE49-F238E27FC236}">
                <a16:creationId xmlns:a16="http://schemas.microsoft.com/office/drawing/2014/main" id="{8EACE44B-7C3A-4FBD-AE1C-CD119C0CF5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33" name="!!caption">
            <a:extLst xmlns:a="http://schemas.openxmlformats.org/drawingml/2006/main">
              <a:ext uri="{FF2B5EF4-FFF2-40B4-BE49-F238E27FC236}">
                <a16:creationId xmlns:a16="http://schemas.microsoft.com/office/drawing/2014/main" id="{352AF713-3869-45A4-938B-01B6DB94F1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5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5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5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57"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7"/>
          <ns0:srcRect xmlns:ns0="http://schemas.openxmlformats.org/drawingml/2006/main" l="8333" t="8333" r="8333" b="8654"/>
          <a:stretch xmlns:a="http://schemas.openxmlformats.org/drawingml/2006/main">
            <a:fillRect/>
          </a:stretch>
        </p:blipFill>
        <p:spPr>
          <a:xfrm xmlns:a="http://schemas.openxmlformats.org/drawingml/2006/main">
            <a:off x="4022229" y="1573589"/>
            <a:ext cx="557212" cy="555070"/>
          </a:xfrm>
          <a:prstGeom xmlns:a="http://schemas.openxmlformats.org/drawingml/2006/main" prst="rect">
            <a:avLst/>
          </a:prstGeom>
        </p:spPr>
      </p:pic>
      <p:pic>
        <p:nvPicPr>
          <p:cNvPr id="58"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8"/>
          <ns0:srcRect xmlns:ns0="http://schemas.openxmlformats.org/drawingml/2006/main" l="0" t="0" r="67934" b="67998"/>
          <a:stretch xmlns:a="http://schemas.openxmlformats.org/drawingml/2006/main">
            <a:fillRect/>
          </a:stretch>
        </p:blipFill>
        <p:spPr>
          <a:xfrm xmlns:a="http://schemas.openxmlformats.org/drawingml/2006/main">
            <a:off x="4933452" y="1549301"/>
            <a:ext cx="499273" cy="603647"/>
          </a:xfrm>
          <a:prstGeom xmlns:a="http://schemas.openxmlformats.org/drawingml/2006/main" prst="rect">
            <a:avLst/>
          </a:prstGeom>
        </p:spPr>
      </p:pic>
      <p:pic>
        <p:nvPicPr>
          <p:cNvPr id="59"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9"/>
          <ns0:srcRect xmlns:ns0="http://schemas.openxmlformats.org/drawingml/2006/main" l="25743" t="24242" r="24302" b="25833"/>
          <a:stretch xmlns:a="http://schemas.openxmlformats.org/drawingml/2006/main">
            <a:fillRect/>
          </a:stretch>
        </p:blipFill>
        <p:spPr>
          <a:xfrm xmlns:a="http://schemas.openxmlformats.org/drawingml/2006/main">
            <a:off x="5786735" y="1572685"/>
            <a:ext cx="557212" cy="556877"/>
          </a:xfrm>
          <a:prstGeom xmlns:a="http://schemas.openxmlformats.org/drawingml/2006/main" prst="rect">
            <a:avLst/>
          </a:prstGeom>
        </p:spPr>
      </p:pic>
      <p:pic>
        <p:nvPicPr>
          <p:cNvPr id="62"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842807" y="3524250"/>
            <a:ext cx="448235" cy="457200"/>
          </a:xfrm>
          <a:prstGeom xmlns:a="http://schemas.openxmlformats.org/drawingml/2006/main" prst="rect">
            <a:avLst/>
          </a:prstGeom>
        </p:spPr>
      </p:pic>
    </p:spTree>
    <p:extLst>
      <p:ext uri="{BB962C8B-B14F-4D97-AF65-F5344CB8AC3E}">
        <p14:creationId xmlns:p14="http://schemas.microsoft.com/office/powerpoint/2010/main" val="40619013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853020a19e2b4a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0D6231E-6689-4566-B64C-E8B5796FAB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28FBA9-4669-45D4-AB44-A1B7DFA7451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C05EEF-D0B8-41A3-89BD-ED9C3B0B140A}"/>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A2DCE1C1-0F78-4133-9DFB-F022B1AC4B32}"/>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6FEB6A53-3BFE-43D2-969B-08DB813B4760}"/>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2CB7A0B6-C4A3-4D7E-9DEB-3286C1EB4BD1}"/>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Đăng nhập tài khoản</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7C52B530-61C5-4070-A374-A97622660237}"/>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FFFFFF"/>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8B371532-73DF-4655-8AFA-3D6BA92EA70A}"/>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1C55F9B5-72F6-4BD1-A6FD-60A71006DB22}"/>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db">
            <a:extLst xmlns:a="http://schemas.openxmlformats.org/drawingml/2006/main">
              <a:ext uri="{FF2B5EF4-FFF2-40B4-BE49-F238E27FC236}">
                <a16:creationId xmlns:a16="http://schemas.microsoft.com/office/drawing/2014/main" id="{5EF90799-05B6-4DAF-8020-668DDACC86CA}"/>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052DE448-AEA7-4EFD-91FB-F34025918B79}"/>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07C84B4C-459D-4064-B4DE-FD68EEB78FA0}"/>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6376F472-174F-40E1-9339-203E7A2CAF87}"/>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42" name="!!db-rel">
            <a:extLst xmlns:a="http://schemas.openxmlformats.org/drawingml/2006/main">
              <a:ext uri="{FF2B5EF4-FFF2-40B4-BE49-F238E27FC236}">
                <a16:creationId xmlns:a16="http://schemas.microsoft.com/office/drawing/2014/main" id="{547716D4-DAD9-425C-B408-FB49218DFFF5}"/>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FD467B2F-63A8-4414-9CE6-6FA0115E03AE}"/>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FA9CA6F8-4F20-4C0D-9A68-5703FCCB646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50649360-FDB7-4C18-9533-2B9EA69E11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83"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3"/>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84"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4"/>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85"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5"/>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86"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6"/>
          <ns0:srcRect xmlns:ns0="http://schemas.openxmlformats.org/drawingml/2006/main" l="8333" t="8333" r="8333" b="8654"/>
          <a:stretch xmlns:a="http://schemas.openxmlformats.org/drawingml/2006/main">
            <a:fillRect/>
          </a:stretch>
        </p:blipFill>
        <p:spPr>
          <a:xfrm xmlns:a="http://schemas.openxmlformats.org/drawingml/2006/main">
            <a:off x="4257675" y="1629654"/>
            <a:ext cx="457200" cy="455442"/>
          </a:xfrm>
          <a:prstGeom xmlns:a="http://schemas.openxmlformats.org/drawingml/2006/main" prst="rect">
            <a:avLst/>
          </a:prstGeom>
        </p:spPr>
      </p:pic>
      <p:pic>
        <p:nvPicPr>
          <p:cNvPr id="87"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7"/>
          <ns0:srcRect xmlns:ns0="http://schemas.openxmlformats.org/drawingml/2006/main" l="0" t="0" r="67934" b="67998"/>
          <a:stretch xmlns:a="http://schemas.openxmlformats.org/drawingml/2006/main">
            <a:fillRect/>
          </a:stretch>
        </p:blipFill>
        <p:spPr>
          <a:xfrm xmlns:a="http://schemas.openxmlformats.org/drawingml/2006/main">
            <a:off x="5005345" y="1609725"/>
            <a:ext cx="409660" cy="495300"/>
          </a:xfrm>
          <a:prstGeom xmlns:a="http://schemas.openxmlformats.org/drawingml/2006/main" prst="rect">
            <a:avLst/>
          </a:prstGeom>
        </p:spPr>
      </p:pic>
      <p:pic>
        <p:nvPicPr>
          <p:cNvPr id="88"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8"/>
          <ns0:srcRect xmlns:ns0="http://schemas.openxmlformats.org/drawingml/2006/main" l="25743" t="24242" r="24302" b="25833"/>
          <a:stretch xmlns:a="http://schemas.openxmlformats.org/drawingml/2006/main">
            <a:fillRect/>
          </a:stretch>
        </p:blipFill>
        <p:spPr>
          <a:xfrm xmlns:a="http://schemas.openxmlformats.org/drawingml/2006/main">
            <a:off x="5705475" y="1628912"/>
            <a:ext cx="457200" cy="456925"/>
          </a:xfrm>
          <a:prstGeom xmlns:a="http://schemas.openxmlformats.org/drawingml/2006/main" prst="rect">
            <a:avLst/>
          </a:prstGeom>
        </p:spPr>
      </p:pic>
      <p:pic>
        <p:nvPicPr>
          <p:cNvPr id="90" name="!!tech-logo-postgresql" descr="postgresq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0"/>
          <ns0:srcRect xmlns:ns0="http://schemas.openxmlformats.org/drawingml/2006/main" l="107" t="0" r="0" b="0"/>
          <a:stretch xmlns:a="http://schemas.openxmlformats.org/drawingml/2006/main">
            <a:fillRect/>
          </a:stretch>
        </p:blipFill>
        <p:spPr>
          <a:xfrm xmlns:a="http://schemas.openxmlformats.org/drawingml/2006/main">
            <a:off x="10662157" y="1468041"/>
            <a:ext cx="697486" cy="719733"/>
          </a:xfrm>
          <a:prstGeom xmlns:a="http://schemas.openxmlformats.org/drawingml/2006/main" prst="rect">
            <a:avLst/>
          </a:prstGeom>
        </p:spPr>
      </p:pic>
      <p:pic>
        <p:nvPicPr>
          <p:cNvPr id="92" name="!!tech-logo-supabase-db" descr="Official Supabase wordmark for db"/>
          <p:cNvPicPr>
            <a:picLocks xmlns:a="http://schemas.openxmlformats.org/drawingml/2006/main" noChangeAspect="1"/>
          </p:cNvPicPr>
          <p:nvPr/>
        </p:nvPicPr>
        <p:blipFill>
          <a:blip xmlns:r="http://schemas.openxmlformats.org/officeDocument/2006/relationships" xmlns:a="http://schemas.openxmlformats.org/drawingml/2006/main" r:embed="rIdSupabaseWordmark92"/>
          <ns0:srcRect xmlns:ns0="http://schemas.openxmlformats.org/drawingml/2006/main" l="0" t="0" r="83" b="637"/>
          <a:stretch xmlns:a="http://schemas.openxmlformats.org/drawingml/2006/main">
            <a:fillRect/>
          </a:stretch>
        </p:blipFill>
        <p:spPr>
          <a:xfrm xmlns:a="http://schemas.openxmlformats.org/drawingml/2006/main">
            <a:off x="7974434" y="1613594"/>
            <a:ext cx="2520108" cy="487561"/>
          </a:xfrm>
          <a:prstGeom xmlns:a="http://schemas.openxmlformats.org/drawingml/2006/main" prst="rect">
            <a:avLst/>
          </a:prstGeom>
        </p:spPr>
      </p:pic>
      <p:pic>
        <p:nvPicPr>
          <p:cNvPr id="93" name="!!tech-logo-supabase-storage" descr="Official Supabase wordmark for storage"/>
          <p:cNvPicPr>
            <a:picLocks xmlns:a="http://schemas.openxmlformats.org/drawingml/2006/main" noChangeAspect="1"/>
          </p:cNvPicPr>
          <p:nvPr/>
        </p:nvPicPr>
        <p:blipFill>
          <a:blip xmlns:r="http://schemas.openxmlformats.org/officeDocument/2006/relationships" xmlns:a="http://schemas.openxmlformats.org/drawingml/2006/main" r:embed="rIdSupabaseWordmark93"/>
          <ns0:srcRect xmlns:ns0="http://schemas.openxmlformats.org/drawingml/2006/main" l="0" t="0" r="83" b="637"/>
          <a:stretch xmlns:a="http://schemas.openxmlformats.org/drawingml/2006/main">
            <a:fillRect/>
          </a:stretch>
        </p:blipFill>
        <p:spPr>
          <a:xfrm xmlns:a="http://schemas.openxmlformats.org/drawingml/2006/main">
            <a:off x="5286474" y="3539728"/>
            <a:ext cx="2400101" cy="464344"/>
          </a:xfrm>
          <a:prstGeom xmlns:a="http://schemas.openxmlformats.org/drawingml/2006/main" prst="rect">
            <a:avLst/>
          </a:prstGeom>
        </p:spPr>
      </p:pic>
      <p:pic>
        <p:nvPicPr>
          <p:cNvPr id="91"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842807" y="3524250"/>
            <a:ext cx="448235" cy="457200"/>
          </a:xfrm>
          <a:prstGeom xmlns:a="http://schemas.openxmlformats.org/drawingml/2006/main" prst="rect">
            <a:avLst/>
          </a:prstGeom>
        </p:spPr>
      </p:pic>
    </p:spTree>
    <p:extLst>
      <p:ext uri="{BB962C8B-B14F-4D97-AF65-F5344CB8AC3E}">
        <p14:creationId xmlns:p14="http://schemas.microsoft.com/office/powerpoint/2010/main" val="10349319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225747e159ae407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8C30F379-2ACB-4816-BBDB-A306336351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E0D2EADF-3976-4226-92E2-C8CA90E6203B}"/>
              </a:ext>
            </a:extLst>
          </p:cNvPr>
          <p:cNvSpPr>
            <a:spLocks xmlns:a="http://schemas.openxmlformats.org/drawingml/2006/main" noGrp="1"/>
          </p:cNvSpPr>
          <p:nvPr/>
        </p:nvSpPr>
        <p:spPr>
          <a:xfrm xmlns:a="http://schemas.openxmlformats.org/drawingml/2006/main">
            <a:off x="581025" y="1971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custody-0-icon-0">
            <a:extLst xmlns:a="http://schemas.openxmlformats.org/drawingml/2006/main">
              <a:ext uri="{FF2B5EF4-FFF2-40B4-BE49-F238E27FC236}">
                <a16:creationId xmlns:a16="http://schemas.microsoft.com/office/drawing/2014/main" id="{A3267BEC-3A88-4EA9-B5AB-FB655ADA010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custody-0-icon-1">
            <a:extLst xmlns:a="http://schemas.openxmlformats.org/drawingml/2006/main">
              <a:ext uri="{FF2B5EF4-FFF2-40B4-BE49-F238E27FC236}">
                <a16:creationId xmlns:a16="http://schemas.microsoft.com/office/drawing/2014/main" id="{D3761793-928F-49F5-BDEE-3AA39BFD2C5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custody-0-icon-2">
            <a:extLst xmlns:a="http://schemas.openxmlformats.org/drawingml/2006/main">
              <a:ext uri="{FF2B5EF4-FFF2-40B4-BE49-F238E27FC236}">
                <a16:creationId xmlns:a16="http://schemas.microsoft.com/office/drawing/2014/main" id="{2E00B783-BEDA-4F15-845D-488F02C7A0BE}"/>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custody-0-label">
            <a:extLst xmlns:a="http://schemas.openxmlformats.org/drawingml/2006/main">
              <a:ext uri="{FF2B5EF4-FFF2-40B4-BE49-F238E27FC236}">
                <a16:creationId xmlns:a16="http://schemas.microsoft.com/office/drawing/2014/main" id="{3E2A75E7-37CC-4CAD-877E-B39387E54FB6}"/>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D268972E-3AFB-4BED-86DC-589B79066422}"/>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page">
            <a:extLst xmlns:a="http://schemas.openxmlformats.org/drawingml/2006/main">
              <a:ext uri="{FF2B5EF4-FFF2-40B4-BE49-F238E27FC236}">
                <a16:creationId xmlns:a16="http://schemas.microsoft.com/office/drawing/2014/main" id="{34EAA38F-757D-4F32-B2E8-2EF3B12B97A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1" name="!!caption">
            <a:extLst xmlns:a="http://schemas.openxmlformats.org/drawingml/2006/main">
              <a:ext uri="{FF2B5EF4-FFF2-40B4-BE49-F238E27FC236}">
                <a16:creationId xmlns:a16="http://schemas.microsoft.com/office/drawing/2014/main" id="{3FFE2226-4878-447D-BAA1-81F9E710DDF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1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1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1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1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1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1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142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9" name="!!backdrop"/>
          <p:cNvPicPr>
            <a:picLocks xmlns:a="http://schemas.openxmlformats.org/drawingml/2006/main" noChangeAspect="1"/>
          </p:cNvPicPr>
          <p:nvPr/>
        </p:nvPicPr>
        <p:blipFill>
          <a:blip xmlns:r="http://schemas.openxmlformats.org/officeDocument/2006/relationships" xmlns:a="http://schemas.openxmlformats.org/drawingml/2006/main" r:embed="R8162b3e568d943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FD2BB6B-D2A0-4050-9FA0-2A3FFE0F1BD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5FEE1845-586D-45D3-8227-649015AA295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FCDE12B1-5DFC-45E2-81E1-86D8027C36F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D0DF087B-D6A4-4866-8F2D-867C00FE388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6838987-7BCD-4DAA-801D-75DF33DDEA5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C223026D-DC94-4432-AB0D-44B5B27BAD5A}"/>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92EA1740-EDCE-49B7-A2B5-468D19C3CDD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6187CFE2-9B63-4B2C-80ED-50E0D0FB9159}"/>
              </a:ext>
            </a:extLst>
          </p:cNvPr>
          <p:cNvSpPr>
            <a:spLocks xmlns:a="http://schemas.openxmlformats.org/drawingml/2006/main" noGrp="1"/>
          </p:cNvSpPr>
          <p:nvPr/>
        </p:nvSpPr>
        <p:spPr>
          <a:xfrm xmlns:a="http://schemas.openxmlformats.org/drawingml/2006/main">
            <a:off x="581025" y="3114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custody-1-icon-0">
            <a:extLst xmlns:a="http://schemas.openxmlformats.org/drawingml/2006/main">
              <a:ext uri="{FF2B5EF4-FFF2-40B4-BE49-F238E27FC236}">
                <a16:creationId xmlns:a16="http://schemas.microsoft.com/office/drawing/2014/main" id="{12A13EE7-94B0-43AA-BB2A-2018771170D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12" name="!!custody-1-icon-1">
            <a:extLst xmlns:a="http://schemas.openxmlformats.org/drawingml/2006/main">
              <a:ext uri="{FF2B5EF4-FFF2-40B4-BE49-F238E27FC236}">
                <a16:creationId xmlns:a16="http://schemas.microsoft.com/office/drawing/2014/main" id="{DA5D31D6-0B36-4EBB-8F4A-E48BE4C94C1B}"/>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3" name="!!custody-1-icon-2">
            <a:extLst xmlns:a="http://schemas.openxmlformats.org/drawingml/2006/main">
              <a:ext uri="{FF2B5EF4-FFF2-40B4-BE49-F238E27FC236}">
                <a16:creationId xmlns:a16="http://schemas.microsoft.com/office/drawing/2014/main" id="{11D6C92C-CD9B-4F62-AD14-A64290D1D5A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cxnSp>
        <p:nvCxnSpPr>
          <p:cNvPr id="32"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461D8A07-B222-42BF-A632-597C18257F57}"/>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EB42050E-90D4-436E-9389-8DF5573B2C7F}"/>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page">
            <a:extLst xmlns:a="http://schemas.openxmlformats.org/drawingml/2006/main">
              <a:ext uri="{FF2B5EF4-FFF2-40B4-BE49-F238E27FC236}">
                <a16:creationId xmlns:a16="http://schemas.microsoft.com/office/drawing/2014/main" id="{A78C4847-8618-46BA-AD49-E18D701EC7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8" name="!!caption">
            <a:extLst xmlns:a="http://schemas.openxmlformats.org/drawingml/2006/main">
              <a:ext uri="{FF2B5EF4-FFF2-40B4-BE49-F238E27FC236}">
                <a16:creationId xmlns:a16="http://schemas.microsoft.com/office/drawing/2014/main" id="{8F43B972-52D7-4F26-9572-F2E7C800FFB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3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3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3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3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3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3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67437412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6" name="!!backdrop"/>
          <p:cNvPicPr>
            <a:picLocks xmlns:a="http://schemas.openxmlformats.org/drawingml/2006/main" noChangeAspect="1"/>
          </p:cNvPicPr>
          <p:nvPr/>
        </p:nvPicPr>
        <p:blipFill>
          <a:blip xmlns:r="http://schemas.openxmlformats.org/officeDocument/2006/relationships" xmlns:a="http://schemas.openxmlformats.org/drawingml/2006/main" r:embed="R4056399d3bb943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45984E3-2660-4BCC-ACE1-54DCE013A3E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84AED978-80ED-421C-A1CE-A9D721233C1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931F9A92-79CE-4543-9E73-F3900F4696E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B26521C-A9FB-4974-8A7D-690CB201FADB}"/>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ED6C5D22-65CD-4F38-AC10-D5E478491104}"/>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2FEE077B-0192-4788-91DF-DBAC33BE75A4}"/>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CB4B2538-EDAD-4241-9EDE-5F436172B259}"/>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CFBA64C0-C77C-4309-8AA6-0CDF707F9EA4}"/>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B8B8F70C-3E63-4629-9FED-1BB7C45A986B}"/>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7E34EB2B-88C4-406F-A5E3-81673E9B440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E630845E-1504-4D4C-82C9-5B8F1439B2D2}"/>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39"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E82EA6C9-3D90-4FFD-A3A3-AEB3AD6552AB}"/>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D8374183-51AA-482C-837A-F65ED4FC9B05}"/>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1222E1D3-C346-4883-8B95-EA8F40F80723}"/>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B438526F-1F94-49FD-AD8C-D39C1B1A209A}"/>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F92646D6-89CC-4C13-9969-DBBEBD71F67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934688CF-2C97-4D36-B89E-C0EF5F77B9D1}"/>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6"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020AE27D-7021-4450-8EC9-8FF399454C6E}"/>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6EEAC286-A915-49FF-8D1F-75103F7D7335}"/>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page">
            <a:extLst xmlns:a="http://schemas.openxmlformats.org/drawingml/2006/main">
              <a:ext uri="{FF2B5EF4-FFF2-40B4-BE49-F238E27FC236}">
                <a16:creationId xmlns:a16="http://schemas.microsoft.com/office/drawing/2014/main" id="{F19B53AE-E0ED-4B8A-80AD-DC46D415C54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5" name="!!caption">
            <a:extLst xmlns:a="http://schemas.openxmlformats.org/drawingml/2006/main">
              <a:ext uri="{FF2B5EF4-FFF2-40B4-BE49-F238E27FC236}">
                <a16:creationId xmlns:a16="http://schemas.microsoft.com/office/drawing/2014/main" id="{87196568-BBED-4773-B7FB-5F4BE073933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7"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7"/>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8"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49"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9"/>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0"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1"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1"/>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2"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732883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2c84fe5be9e64f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68FEEDE-3570-4BA0-8F57-A2E24BF4439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FFAF1C2C-930B-4F5F-81A0-F3672C47217F}"/>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376BE38E-308E-4415-BE8E-20B727294646}"/>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E805ED0-3C02-42ED-B0FB-BB7F1FBDFF0F}"/>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4AD948F0-F20B-497A-9847-05E52DF2D41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15D3439A-FDE7-42F5-B121-728513BF72B8}"/>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4A2925FD-6170-4216-A249-9504FC1A4BE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55AF4E73-3D41-4BC3-824D-F1DFFA56B57D}"/>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10908D45-38E8-494F-81CC-6BF01D4A85DC}"/>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F45E2D75-80D2-43DC-AFD4-74A5728D2C16}"/>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8F7E1105-A034-40A7-903A-9912A02DA5D1}"/>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35803B08-DBEC-4BE7-88FE-B899A72CCDCD}"/>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7C3D33B2-C6E1-499F-8391-0405CC607198}"/>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304269A4-9285-4F59-847F-7AFBFA30485E}"/>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C77EC338-3F6C-4F76-9DBA-158821142BA2}"/>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9EC5D341-163D-44FA-BF2B-D23F584E76A8}"/>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092F2B65-FD52-4515-8E2A-3B5FEB712B9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369D6144-E41D-40A4-B327-E3C0D3C84DB4}"/>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C7E6E951-E80B-4D1A-A2E7-0093955C92E9}"/>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8299242F-C042-42A1-9D8B-CDD3D16ABE20}"/>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A2F2DC18-C4D7-4D7E-9473-87056443BC5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C3843852-3B51-470A-B567-B9342A8569C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8"/>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9"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50"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0"/>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1"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2"/>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3"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50787071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404cf01b23ad42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39C1AA44-0842-46F3-A496-4E4BC74AC9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BA8EA891-5496-4BC2-9B61-241498383DF1}"/>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6154451F-7D6C-4FDF-B4DC-E630A490DFF0}"/>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signed-icon-0">
            <a:extLst xmlns:a="http://schemas.openxmlformats.org/drawingml/2006/main">
              <a:ext uri="{FF2B5EF4-FFF2-40B4-BE49-F238E27FC236}">
                <a16:creationId xmlns:a16="http://schemas.microsoft.com/office/drawing/2014/main" id="{9840341E-EA63-453E-B456-AD5F1B1B056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signed-icon-1">
            <a:extLst xmlns:a="http://schemas.openxmlformats.org/drawingml/2006/main">
              <a:ext uri="{FF2B5EF4-FFF2-40B4-BE49-F238E27FC236}">
                <a16:creationId xmlns:a16="http://schemas.microsoft.com/office/drawing/2014/main" id="{67D13101-C789-4771-8483-82902615863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signed-icon-2">
            <a:extLst xmlns:a="http://schemas.openxmlformats.org/drawingml/2006/main">
              <a:ext uri="{FF2B5EF4-FFF2-40B4-BE49-F238E27FC236}">
                <a16:creationId xmlns:a16="http://schemas.microsoft.com/office/drawing/2014/main" id="{2F272C83-E481-4514-8818-82E35ABAC9ED}"/>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signed-label">
            <a:extLst xmlns:a="http://schemas.openxmlformats.org/drawingml/2006/main">
              <a:ext uri="{FF2B5EF4-FFF2-40B4-BE49-F238E27FC236}">
                <a16:creationId xmlns:a16="http://schemas.microsoft.com/office/drawing/2014/main" id="{3B0D7838-08AE-4881-BD6D-F2DF63AA47D7}"/>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FC6BE21F-53F0-4EF5-907A-308ABF8BE0DC}"/>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page">
            <a:extLst xmlns:a="http://schemas.openxmlformats.org/drawingml/2006/main">
              <a:ext uri="{FF2B5EF4-FFF2-40B4-BE49-F238E27FC236}">
                <a16:creationId xmlns:a16="http://schemas.microsoft.com/office/drawing/2014/main" id="{019FF3D9-CD56-4090-90EB-847FA86A046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1" name="!!caption">
            <a:extLst xmlns:a="http://schemas.openxmlformats.org/drawingml/2006/main">
              <a:ext uri="{FF2B5EF4-FFF2-40B4-BE49-F238E27FC236}">
                <a16:creationId xmlns:a16="http://schemas.microsoft.com/office/drawing/2014/main" id="{859B5B30-8000-4AAF-A76F-D57099E4AA1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7903574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a78ab7e7c45343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89715F-4A3B-4E22-8E8C-3D0F116D44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47B30C26-471B-4CB8-B80D-21A0E86FC56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0D9E280C-D880-4041-84BC-B23AD6E39F76}"/>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22E3DA49-55D7-45A7-AE60-F136A55D1FD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E5A189C3-9491-4643-B1FC-581DA713AA22}"/>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CBC8F4D1-90DD-407C-B4F7-D88BA04915F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C2A914E4-3C68-44F8-A38F-86817CEB0649}"/>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0227F83E-ADE4-4204-B812-649D21044D25}"/>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CDFA7008-3EB1-4320-9077-25F2C09ABD61}"/>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audit-icon-0">
            <a:extLst xmlns:a="http://schemas.openxmlformats.org/drawingml/2006/main">
              <a:ext uri="{FF2B5EF4-FFF2-40B4-BE49-F238E27FC236}">
                <a16:creationId xmlns:a16="http://schemas.microsoft.com/office/drawing/2014/main" id="{4A4C8797-97A9-47B4-A581-B0E7E0ABC1B8}"/>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2" name="!!audit-icon-1">
            <a:extLst xmlns:a="http://schemas.openxmlformats.org/drawingml/2006/main">
              <a:ext uri="{FF2B5EF4-FFF2-40B4-BE49-F238E27FC236}">
                <a16:creationId xmlns:a16="http://schemas.microsoft.com/office/drawing/2014/main" id="{20B02FB0-1AE8-4A29-803B-2BE6559F0F74}"/>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3" name="!!audit-label">
            <a:extLst xmlns:a="http://schemas.openxmlformats.org/drawingml/2006/main">
              <a:ext uri="{FF2B5EF4-FFF2-40B4-BE49-F238E27FC236}">
                <a16:creationId xmlns:a16="http://schemas.microsoft.com/office/drawing/2014/main" id="{4E9C5E18-4E04-43FC-AF0F-FFC84A179DEC}"/>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AB2ABDF8-F810-4E2A-A580-CFB9A3509DA9}"/>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page">
            <a:extLst xmlns:a="http://schemas.openxmlformats.org/drawingml/2006/main">
              <a:ext uri="{FF2B5EF4-FFF2-40B4-BE49-F238E27FC236}">
                <a16:creationId xmlns:a16="http://schemas.microsoft.com/office/drawing/2014/main" id="{809540F1-9738-4038-9A3F-E4AE1CC2630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6" name="!!caption">
            <a:extLst xmlns:a="http://schemas.openxmlformats.org/drawingml/2006/main">
              <a:ext uri="{FF2B5EF4-FFF2-40B4-BE49-F238E27FC236}">
                <a16:creationId xmlns:a16="http://schemas.microsoft.com/office/drawing/2014/main" id="{30639737-599A-4528-A036-8984F58DCEC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77108767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91cd821c9a224b1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F1CBF3A-B838-4597-A7B3-64BD2B5425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6527D43-51DB-4DBE-A9C6-8A4ABD7CE9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47A2C0F1-A313-4F78-B393-A1D58887526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976EF3DA-AA0B-482D-8A13-2CE03104C0C3}"/>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A50AB892-549D-4A78-91C8-A37F7798477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9A590B83-3B3A-42C3-B054-2C24D6E86F9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9F36482F-B29A-40BB-A566-260367A881E6}"/>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8C93A965-A1DE-4627-AD6D-23DC670C72C9}"/>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1FEB3BBB-FBBF-4AD5-9641-CB14498028DF}"/>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84FF18BA-18C1-4FAA-8641-0EA413DFD99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C1E1C025-A959-4E94-82BA-4253E02B209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1E651111-19B3-484A-8568-CE8AF99DF992}"/>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BD59FF6F-3A07-4299-91C2-8899EC2FA137}"/>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02C11275-88D8-4A59-A8FF-4FD87C5765D0}"/>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511ED26F-866D-4ACA-B8CC-4C464453FA63}"/>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F2235E93-E971-4E67-963A-F057DEC9971B}"/>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335F3F31-13EF-4143-A549-E378130348E2}"/>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4616C914-A99A-47EE-B95B-64F52C444C7A}"/>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05193CFA-1532-4345-8E56-A2A3951F3EB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9DE73EAB-4159-40B6-9906-AC0D9E23F6E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9273025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370104696a1a433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2CAD3B3-CA4D-4E5A-B554-DE0A6D8FD24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BE19F0C0-C198-47A1-9C1C-048575DC03CC}"/>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leaf-input-icon-0">
            <a:extLst xmlns:a="http://schemas.openxmlformats.org/drawingml/2006/main">
              <a:ext uri="{FF2B5EF4-FFF2-40B4-BE49-F238E27FC236}">
                <a16:creationId xmlns:a16="http://schemas.microsoft.com/office/drawing/2014/main" id="{B756D657-466E-4451-A2E6-128F83D9ADB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5" name="!!leaf-input-icon-1">
            <a:extLst xmlns:a="http://schemas.openxmlformats.org/drawingml/2006/main">
              <a:ext uri="{FF2B5EF4-FFF2-40B4-BE49-F238E27FC236}">
                <a16:creationId xmlns:a16="http://schemas.microsoft.com/office/drawing/2014/main" id="{9565E5BE-8BCD-4A0F-B7E5-7F1FBC054AD5}"/>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6" name="!!leaf-input-label">
            <a:extLst xmlns:a="http://schemas.openxmlformats.org/drawingml/2006/main">
              <a:ext uri="{FF2B5EF4-FFF2-40B4-BE49-F238E27FC236}">
                <a16:creationId xmlns:a16="http://schemas.microsoft.com/office/drawing/2014/main" id="{132E24BA-84A0-4A19-A2E6-543147A8A10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DA172BE3-CCB6-44BB-8172-C2C5E881207D}"/>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page">
            <a:extLst xmlns:a="http://schemas.openxmlformats.org/drawingml/2006/main">
              <a:ext uri="{FF2B5EF4-FFF2-40B4-BE49-F238E27FC236}">
                <a16:creationId xmlns:a16="http://schemas.microsoft.com/office/drawing/2014/main" id="{5C96A22A-D6C0-42CA-9548-0828B0114D1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9" name="!!caption">
            <a:extLst xmlns:a="http://schemas.openxmlformats.org/drawingml/2006/main">
              <a:ext uri="{FF2B5EF4-FFF2-40B4-BE49-F238E27FC236}">
                <a16:creationId xmlns:a16="http://schemas.microsoft.com/office/drawing/2014/main" id="{F076A0E3-7BDD-4F1F-94AA-56C98C26505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spTree>
    <p:extLst>
      <p:ext uri="{BB962C8B-B14F-4D97-AF65-F5344CB8AC3E}">
        <p14:creationId xmlns:p14="http://schemas.microsoft.com/office/powerpoint/2010/main" val="9208873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6396ee036382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6EC514B-9E4F-4FFF-9B7F-9157BC5313E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7B4055F1-D644-4075-BD3A-B0A3D124C19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leaf-input-icon-0">
            <a:extLst xmlns:a="http://schemas.openxmlformats.org/drawingml/2006/main">
              <a:ext uri="{FF2B5EF4-FFF2-40B4-BE49-F238E27FC236}">
                <a16:creationId xmlns:a16="http://schemas.microsoft.com/office/drawing/2014/main" id="{5DC2A864-EC94-41E5-8EC6-6FBC72BC1BB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5" name="!!leaf-input-icon-1">
            <a:extLst xmlns:a="http://schemas.openxmlformats.org/drawingml/2006/main">
              <a:ext uri="{FF2B5EF4-FFF2-40B4-BE49-F238E27FC236}">
                <a16:creationId xmlns:a16="http://schemas.microsoft.com/office/drawing/2014/main" id="{BCA1E282-4461-4983-9AB9-01F0EC1E3F7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6" name="!!leaf-input-label">
            <a:extLst xmlns:a="http://schemas.openxmlformats.org/drawingml/2006/main">
              <a:ext uri="{FF2B5EF4-FFF2-40B4-BE49-F238E27FC236}">
                <a16:creationId xmlns:a16="http://schemas.microsoft.com/office/drawing/2014/main" id="{7463D367-9841-47A2-8769-8307D3CFADF4}"/>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AC654F7B-161D-4DE6-AB99-3ABD53E0E743}"/>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leaf-output-selection">
            <a:extLst xmlns:a="http://schemas.openxmlformats.org/drawingml/2006/main">
              <a:ext uri="{FF2B5EF4-FFF2-40B4-BE49-F238E27FC236}">
                <a16:creationId xmlns:a16="http://schemas.microsoft.com/office/drawing/2014/main" id="{59A6B94E-03C6-4271-9BC9-AE104BA21D80}"/>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leaf-output-icon-0">
            <a:extLst xmlns:a="http://schemas.openxmlformats.org/drawingml/2006/main">
              <a:ext uri="{FF2B5EF4-FFF2-40B4-BE49-F238E27FC236}">
                <a16:creationId xmlns:a16="http://schemas.microsoft.com/office/drawing/2014/main" id="{A1F669D0-C035-4D06-835D-955304AECD9A}"/>
              </a:ext>
            </a:extLst>
          </p:cNvPr>
          <p:cNvSpPr>
            <a:spLocks xmlns:a="http://schemas.openxmlformats.org/drawingml/2006/main" noGrp="1"/>
          </p:cNvSpPr>
          <p:nvPr/>
        </p:nvSpPr>
        <p:spPr>
          <a:xfrm xmlns:a="http://schemas.openxmlformats.org/drawingml/2006/main">
            <a:off x="854774" y="3617024"/>
            <a:ext cx="195453" cy="195453"/>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0" name="!!leaf-output-icon-1">
            <a:extLst xmlns:a="http://schemas.openxmlformats.org/drawingml/2006/main">
              <a:ext uri="{FF2B5EF4-FFF2-40B4-BE49-F238E27FC236}">
                <a16:creationId xmlns:a16="http://schemas.microsoft.com/office/drawing/2014/main" id="{05A18995-B30C-43EC-9FF1-9D087FDF55AB}"/>
              </a:ext>
            </a:extLst>
          </p:cNvPr>
          <p:cNvSpPr>
            <a:spLocks xmlns:a="http://schemas.openxmlformats.org/drawingml/2006/main" noGrp="1"/>
          </p:cNvSpPr>
          <p:nvPr/>
        </p:nvSpPr>
        <p:spPr>
          <a:xfrm xmlns:a="http://schemas.openxmlformats.org/drawingml/2006/main">
            <a:off x="903637" y="3665887"/>
            <a:ext cx="97727"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1" name="!!leaf-output-icon-2">
            <a:extLst xmlns:a="http://schemas.openxmlformats.org/drawingml/2006/main">
              <a:ext uri="{FF2B5EF4-FFF2-40B4-BE49-F238E27FC236}">
                <a16:creationId xmlns:a16="http://schemas.microsoft.com/office/drawing/2014/main" id="{D53737EE-3FED-410C-98AE-63E8E287EA4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12" name="!!leaf-output-icon-3">
            <a:extLst xmlns:a="http://schemas.openxmlformats.org/drawingml/2006/main">
              <a:ext uri="{FF2B5EF4-FFF2-40B4-BE49-F238E27FC236}">
                <a16:creationId xmlns:a16="http://schemas.microsoft.com/office/drawing/2014/main" id="{E808608F-D27D-4542-9F09-A8EDF1CEAC1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13" name="!!leaf-output-icon-4">
            <a:extLst xmlns:a="http://schemas.openxmlformats.org/drawingml/2006/main">
              <a:ext uri="{FF2B5EF4-FFF2-40B4-BE49-F238E27FC236}">
                <a16:creationId xmlns:a16="http://schemas.microsoft.com/office/drawing/2014/main" id="{4B751F72-C483-4891-BDEC-D62399364B2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14" name="!!leaf-output-icon-5">
            <a:extLst xmlns:a="http://schemas.openxmlformats.org/drawingml/2006/main">
              <a:ext uri="{FF2B5EF4-FFF2-40B4-BE49-F238E27FC236}">
                <a16:creationId xmlns:a16="http://schemas.microsoft.com/office/drawing/2014/main" id="{505C689F-380E-4E56-AD95-25D4CF34C4E9}"/>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5" name="!!leaf-output-icon-6">
            <a:extLst xmlns:a="http://schemas.openxmlformats.org/drawingml/2006/main">
              <a:ext uri="{FF2B5EF4-FFF2-40B4-BE49-F238E27FC236}">
                <a16:creationId xmlns:a16="http://schemas.microsoft.com/office/drawing/2014/main" id="{AB5E4A5F-CF46-4062-9FFC-AE7F71E9B36E}"/>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6" name="!!leaf-output-icon-7">
            <a:extLst xmlns:a="http://schemas.openxmlformats.org/drawingml/2006/main">
              <a:ext uri="{FF2B5EF4-FFF2-40B4-BE49-F238E27FC236}">
                <a16:creationId xmlns:a16="http://schemas.microsoft.com/office/drawing/2014/main" id="{BA40229B-FDEA-4C8D-8AE3-53069816B3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7" name="!!leaf-output-icon-8">
            <a:extLst xmlns:a="http://schemas.openxmlformats.org/drawingml/2006/main">
              <a:ext uri="{FF2B5EF4-FFF2-40B4-BE49-F238E27FC236}">
                <a16:creationId xmlns:a16="http://schemas.microsoft.com/office/drawing/2014/main" id="{D190EE09-DD8D-4234-8652-76FC6A5716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8" name="!!leaf-output-icon-9">
            <a:extLst xmlns:a="http://schemas.openxmlformats.org/drawingml/2006/main">
              <a:ext uri="{FF2B5EF4-FFF2-40B4-BE49-F238E27FC236}">
                <a16:creationId xmlns:a16="http://schemas.microsoft.com/office/drawing/2014/main" id="{CD8A70F4-0BEB-4366-8AA5-4A5058C267FC}"/>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9" name="!!leaf-output-label">
            <a:extLst xmlns:a="http://schemas.openxmlformats.org/drawingml/2006/main">
              <a:ext uri="{FF2B5EF4-FFF2-40B4-BE49-F238E27FC236}">
                <a16:creationId xmlns:a16="http://schemas.microsoft.com/office/drawing/2014/main" id="{5273D198-C698-4AD3-84B0-DCCDC23ABBBC}"/>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Gợi ý từ classifier</a:t>
            </a:r>
          </a:p>
        </p:txBody>
      </p:sp>
      <p:sp>
        <p:nvSpPr>
          <p:cNvPr id="20" name="!!leaf-output-detail">
            <a:extLst xmlns:a="http://schemas.openxmlformats.org/drawingml/2006/main">
              <a:ext uri="{FF2B5EF4-FFF2-40B4-BE49-F238E27FC236}">
                <a16:creationId xmlns:a16="http://schemas.microsoft.com/office/drawing/2014/main" id="{1AF1CCB1-883D-47F4-9D3D-72017EE326D8}"/>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ONNX Runtime trên FastAPI</a:t>
            </a:r>
          </a:p>
        </p:txBody>
      </p:sp>
      <p:sp>
        <p:nvSpPr>
          <p:cNvPr id="21" name="!!page">
            <a:extLst xmlns:a="http://schemas.openxmlformats.org/drawingml/2006/main">
              <a:ext uri="{FF2B5EF4-FFF2-40B4-BE49-F238E27FC236}">
                <a16:creationId xmlns:a16="http://schemas.microsoft.com/office/drawing/2014/main" id="{82AC85A4-C1F6-4C47-A87B-7342CCD759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22" name="!!caption">
            <a:extLst xmlns:a="http://schemas.openxmlformats.org/drawingml/2006/main">
              <a:ext uri="{FF2B5EF4-FFF2-40B4-BE49-F238E27FC236}">
                <a16:creationId xmlns:a16="http://schemas.microsoft.com/office/drawing/2014/main" id="{43B7CC4C-63D1-4A5A-881B-7850A13D864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pic>
        <p:nvPicPr>
          <p:cNvPr id="24"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4"/>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25"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5"/>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196194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179e90e8fecf46f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CF09167-1149-41CC-B75D-D9481B90D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ad468703b6ef4e34"/>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A7A5F1F8-4369-4DAC-84F2-16CCC7D4E0BE}"/>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66AF17DF-B3EB-463E-9F42-258A71BB9AA5}"/>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978CBB7E-2A94-438E-AB5B-9B22F820705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CFA15880-5881-4C66-92D3-6F8F520E583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36"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64881834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1091e0b35fd14d5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550F8BC-9F26-4800-B918-287B56D7A38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5DF97127-5399-4DB3-9246-49702C017CBE}"/>
              </a:ext>
            </a:extLst>
          </p:cNvPr>
          <p:cNvSpPr>
            <a:spLocks xmlns:a="http://schemas.openxmlformats.org/drawingml/2006/main" noGrp="1"/>
          </p:cNvSpPr>
          <p:nvPr/>
        </p:nvSpPr>
        <p:spPr>
          <a:xfrm xmlns:a="http://schemas.openxmlformats.org/drawingml/2006/main">
            <a:off x="600075" y="2276475"/>
            <a:ext cx="781050" cy="7810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4" name="!!synthetic-symbol-icon-0">
            <a:extLst xmlns:a="http://schemas.openxmlformats.org/drawingml/2006/main">
              <a:ext uri="{FF2B5EF4-FFF2-40B4-BE49-F238E27FC236}">
                <a16:creationId xmlns:a16="http://schemas.microsoft.com/office/drawing/2014/main" id="{33BDA1C7-B57A-4299-8D1A-E248A9D95DCF}"/>
              </a:ext>
            </a:extLst>
          </p:cNvPr>
          <p:cNvSpPr>
            <a:spLocks xmlns:a="http://schemas.openxmlformats.org/drawingml/2006/main" noGrp="1"/>
          </p:cNvSpPr>
          <p:nvPr/>
        </p:nvSpPr>
        <p:spPr>
          <a:xfrm xmlns:a="http://schemas.openxmlformats.org/drawingml/2006/main">
            <a:off x="904685" y="2581084"/>
            <a:ext cx="171831" cy="171831"/>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5" name="!!synthetic-symbol-icon-1">
            <a:extLst xmlns:a="http://schemas.openxmlformats.org/drawingml/2006/main">
              <a:ext uri="{FF2B5EF4-FFF2-40B4-BE49-F238E27FC236}">
                <a16:creationId xmlns:a16="http://schemas.microsoft.com/office/drawing/2014/main" id="{1D48DCE7-F5FE-44E4-A96C-EE3B060A45CE}"/>
              </a:ext>
            </a:extLst>
          </p:cNvPr>
          <p:cNvSpPr>
            <a:spLocks xmlns:a="http://schemas.openxmlformats.org/drawingml/2006/main" noGrp="1"/>
          </p:cNvSpPr>
          <p:nvPr/>
        </p:nvSpPr>
        <p:spPr>
          <a:xfrm xmlns:a="http://schemas.openxmlformats.org/drawingml/2006/main">
            <a:off x="947642" y="2624042"/>
            <a:ext cx="85916" cy="85916"/>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6" name="!!synthetic-symbol-icon-2">
            <a:extLst xmlns:a="http://schemas.openxmlformats.org/drawingml/2006/main">
              <a:ext uri="{FF2B5EF4-FFF2-40B4-BE49-F238E27FC236}">
                <a16:creationId xmlns:a16="http://schemas.microsoft.com/office/drawing/2014/main" id="{844AA891-3729-4315-A988-EFD87FAE65D6}"/>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7" name="!!synthetic-symbol-icon-3">
            <a:extLst xmlns:a="http://schemas.openxmlformats.org/drawingml/2006/main">
              <a:ext uri="{FF2B5EF4-FFF2-40B4-BE49-F238E27FC236}">
                <a16:creationId xmlns:a16="http://schemas.microsoft.com/office/drawing/2014/main" id="{E49DCFAE-61F9-4FA7-95C8-CFEC880A39E5}"/>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8" name="!!synthetic-symbol-icon-4">
            <a:extLst xmlns:a="http://schemas.openxmlformats.org/drawingml/2006/main">
              <a:ext uri="{FF2B5EF4-FFF2-40B4-BE49-F238E27FC236}">
                <a16:creationId xmlns:a16="http://schemas.microsoft.com/office/drawing/2014/main" id="{0ED23040-D61D-499B-B2C5-0C8547AE876B}"/>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9" name="!!synthetic-symbol-icon-5">
            <a:extLst xmlns:a="http://schemas.openxmlformats.org/drawingml/2006/main">
              <a:ext uri="{FF2B5EF4-FFF2-40B4-BE49-F238E27FC236}">
                <a16:creationId xmlns:a16="http://schemas.microsoft.com/office/drawing/2014/main" id="{610542F5-DBB8-46DC-975F-C9A7FFB93D60}"/>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0" name="!!synthetic-symbol-icon-6">
            <a:extLst xmlns:a="http://schemas.openxmlformats.org/drawingml/2006/main">
              <a:ext uri="{FF2B5EF4-FFF2-40B4-BE49-F238E27FC236}">
                <a16:creationId xmlns:a16="http://schemas.microsoft.com/office/drawing/2014/main" id="{6B12539B-1750-4388-95F7-AD4540390C93}"/>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1" name="!!synthetic-symbol-icon-7">
            <a:extLst xmlns:a="http://schemas.openxmlformats.org/drawingml/2006/main">
              <a:ext uri="{FF2B5EF4-FFF2-40B4-BE49-F238E27FC236}">
                <a16:creationId xmlns:a16="http://schemas.microsoft.com/office/drawing/2014/main" id="{F15D10D8-5449-454A-9078-42C9EF939E6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2" name="!!synthetic-symbol-icon-8">
            <a:extLst xmlns:a="http://schemas.openxmlformats.org/drawingml/2006/main">
              <a:ext uri="{FF2B5EF4-FFF2-40B4-BE49-F238E27FC236}">
                <a16:creationId xmlns:a16="http://schemas.microsoft.com/office/drawing/2014/main" id="{08C74BDD-291F-425F-9C8A-16B7FD88AB4D}"/>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3" name="!!synthetic-symbol-icon-9">
            <a:extLst xmlns:a="http://schemas.openxmlformats.org/drawingml/2006/main">
              <a:ext uri="{FF2B5EF4-FFF2-40B4-BE49-F238E27FC236}">
                <a16:creationId xmlns:a16="http://schemas.microsoft.com/office/drawing/2014/main" id="{E4C28551-6925-42E3-9066-2579763BAF7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4" name="!!synthetic">
            <a:extLst xmlns:a="http://schemas.openxmlformats.org/drawingml/2006/main">
              <a:ext uri="{FF2B5EF4-FFF2-40B4-BE49-F238E27FC236}">
                <a16:creationId xmlns:a16="http://schemas.microsoft.com/office/drawing/2014/main" id="{A3E36B44-70BF-4C7B-9C00-F2C662128F34}"/>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0B657DF9-5F10-4316-84DB-ACC08FBF9D4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page">
            <a:extLst xmlns:a="http://schemas.openxmlformats.org/drawingml/2006/main">
              <a:ext uri="{FF2B5EF4-FFF2-40B4-BE49-F238E27FC236}">
                <a16:creationId xmlns:a16="http://schemas.microsoft.com/office/drawing/2014/main" id="{03095ADA-FDC4-4B26-925B-914BB1C8CEC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17" name="!!caption">
            <a:extLst xmlns:a="http://schemas.openxmlformats.org/drawingml/2006/main">
              <a:ext uri="{FF2B5EF4-FFF2-40B4-BE49-F238E27FC236}">
                <a16:creationId xmlns:a16="http://schemas.microsoft.com/office/drawing/2014/main" id="{614C5F89-953E-4564-83B8-4B030FEFE02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21358118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0216348b8bcb4d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EFFC2F1-A835-4F08-8E28-329662F969E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88D5343F-50E6-45FC-8923-ADB579B4A4E0}"/>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EFD845B4-8AE4-474B-A369-F79E8A168BC4}"/>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5AA7A932-82A3-4B24-A67C-884FC9933EB9}"/>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E934B409-6917-4BEE-9667-10DE0320792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00E31C42-A6DB-48A3-9448-BE47589B893B}"/>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C30679B6-9C8D-40C6-A239-D85803805F5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F3E86097-F440-4F7B-87C7-4C36BC1214F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5822825-CEA0-452E-A7DC-1C0873F6D6B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D97F7553-80E2-4D8B-8F5F-9F53912FC9E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9E3E6CD1-BCA1-4344-A270-534EF344C505}"/>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55F6683D-D1E2-4596-A658-69C1A99FDD40}"/>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D6D42C22-0173-4B57-8D1C-35E2436CBB1E}"/>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4A1D85E8-6EE3-4F03-BB76-7AA3807B04FA}"/>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7248A3C2-3975-45F0-83E5-D8D636C3069D}"/>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95DB28F-A0F9-4223-981B-E624B47E480E}"/>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DA7DFF89-E935-4B1F-83A3-CC6F03BCAD0F}"/>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F3446ABD-81DE-40CA-9654-0B71856546E0}"/>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69CB1FB4-6FA6-4274-A5C6-858241653CAA}"/>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0E68BA4D-C761-451E-9DD0-1930A02F4F60}"/>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72980343-05F4-4416-AAB5-08A40D3CE13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E254474F-E084-4003-AC4E-0147DCCE035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14826953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f99834dfa7964f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F3F50EC-D86C-49F6-96F7-57268D1DF7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54991C7-A48A-47B0-B4E7-655F01AAC47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18669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163D16FB-22A1-44D4-A377-0D5DD8FDCFE5}"/>
              </a:ext>
            </a:extLst>
          </p:cNvPr>
          <p:cNvSpPr>
            <a:spLocks xmlns:a="http://schemas.openxmlformats.org/drawingml/2006/main" noGrp="1"/>
          </p:cNvSpPr>
          <p:nvPr/>
        </p:nvSpPr>
        <p:spPr>
          <a:xfrm xmlns:a="http://schemas.openxmlformats.org/drawingml/2006/main">
            <a:off x="609600" y="30480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3EDAFDB6-6F58-459C-AD92-31337064D1B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10D67367-8C73-4506-895B-9EA364BC9A1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07814830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e8609116dee54e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4EF7DF3-BD67-4D8A-A54E-99B6E1E9D0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410046-AC37-4B54-8B5F-4447D101D9D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280035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9B5C23FF-C48D-4967-A939-EFE3920E74DB}"/>
              </a:ext>
            </a:extLst>
          </p:cNvPr>
          <p:cNvSpPr>
            <a:spLocks xmlns:a="http://schemas.openxmlformats.org/drawingml/2006/main" noGrp="1"/>
          </p:cNvSpPr>
          <p:nvPr/>
        </p:nvSpPr>
        <p:spPr>
          <a:xfrm xmlns:a="http://schemas.openxmlformats.org/drawingml/2006/main">
            <a:off x="609600" y="398145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1008006A-79C0-40E9-836F-C1A938FB84F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28578D87-C307-48E2-B4CF-8540F309B70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211307668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Classifier thử nghiệm</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6542161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7309318cacd4d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82E6217-5CE6-48E4-A3B4-F49133106C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2A16AF8-9530-417C-A0E4-E8A797F2A18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6BFC1C92-9B8B-4191-A1A8-D6344256BEF2}"/>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ilot-start-icon-0">
            <a:extLst xmlns:a="http://schemas.openxmlformats.org/drawingml/2006/main">
              <a:ext uri="{FF2B5EF4-FFF2-40B4-BE49-F238E27FC236}">
                <a16:creationId xmlns:a16="http://schemas.microsoft.com/office/drawing/2014/main" id="{EB3449DF-89B8-4EC4-9546-E2C6A949C6F3}"/>
              </a:ext>
            </a:extLst>
          </p:cNvPr>
          <p:cNvSpPr>
            <a:spLocks xmlns:a="http://schemas.openxmlformats.org/drawingml/2006/main" noGrp="1"/>
          </p:cNvSpPr>
          <p:nvPr/>
        </p:nvSpPr>
        <p:spPr>
          <a:xfrm xmlns:a="http://schemas.openxmlformats.org/drawingml/2006/main">
            <a:off x="887349" y="23136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pilot-start-icon-1">
            <a:extLst xmlns:a="http://schemas.openxmlformats.org/drawingml/2006/main">
              <a:ext uri="{FF2B5EF4-FFF2-40B4-BE49-F238E27FC236}">
                <a16:creationId xmlns:a16="http://schemas.microsoft.com/office/drawing/2014/main" id="{698A93A1-F9EE-4095-8D98-A5AE9F84A3C9}"/>
              </a:ext>
            </a:extLst>
          </p:cNvPr>
          <p:cNvSpPr>
            <a:spLocks xmlns:a="http://schemas.openxmlformats.org/drawingml/2006/main" noGrp="1"/>
          </p:cNvSpPr>
          <p:nvPr/>
        </p:nvSpPr>
        <p:spPr>
          <a:xfrm xmlns:a="http://schemas.openxmlformats.org/drawingml/2006/main">
            <a:off x="822198" y="24927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7" name="!!pilot-start-label">
            <a:extLst xmlns:a="http://schemas.openxmlformats.org/drawingml/2006/main">
              <a:ext uri="{FF2B5EF4-FFF2-40B4-BE49-F238E27FC236}">
                <a16:creationId xmlns:a16="http://schemas.microsoft.com/office/drawing/2014/main" id="{7C747122-9AD5-498B-B56A-7CA7E23C1C86}"/>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DEF853A2-66FD-4E1E-B1C0-DEE6FEE6F10B}"/>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age">
            <a:extLst xmlns:a="http://schemas.openxmlformats.org/drawingml/2006/main">
              <a:ext uri="{FF2B5EF4-FFF2-40B4-BE49-F238E27FC236}">
                <a16:creationId xmlns:a16="http://schemas.microsoft.com/office/drawing/2014/main" id="{6D700B58-5579-4196-9639-C1AB1A92A2E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0" name="!!caption">
            <a:extLst xmlns:a="http://schemas.openxmlformats.org/drawingml/2006/main">
              <a:ext uri="{FF2B5EF4-FFF2-40B4-BE49-F238E27FC236}">
                <a16:creationId xmlns:a16="http://schemas.microsoft.com/office/drawing/2014/main" id="{FBF4878E-D12E-4DEC-B3B5-1178601271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971870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169244bd33a9400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56FAF7-DAAA-4343-9C11-1BC1FE4863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3C35F18-46E8-4F4B-9B18-239BBCD5B09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FC30E2B9-9335-48EA-B905-FFF7B821B62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F2F36077-AA16-4F8B-A1F6-70FE7CF1E1BC}"/>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0FB31F4F-99EB-45C2-AF73-5EBC8E4B90B7}"/>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D6DCFCC-92DD-418F-BCF7-85CC5351E62E}"/>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0F4E9718-6B82-488E-8C7C-98E2B6AA97CD}"/>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5CDBCD6B-4BB6-4661-B77B-B08D0A0BB37A}"/>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pilot-measure-icon-0">
            <a:extLst xmlns:a="http://schemas.openxmlformats.org/drawingml/2006/main">
              <a:ext uri="{FF2B5EF4-FFF2-40B4-BE49-F238E27FC236}">
                <a16:creationId xmlns:a16="http://schemas.microsoft.com/office/drawing/2014/main" id="{585C1D6F-A0D4-4D85-B7F4-87142CD54462}"/>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pilot-measure-icon-1">
            <a:extLst xmlns:a="http://schemas.openxmlformats.org/drawingml/2006/main">
              <a:ext uri="{FF2B5EF4-FFF2-40B4-BE49-F238E27FC236}">
                <a16:creationId xmlns:a16="http://schemas.microsoft.com/office/drawing/2014/main" id="{7525714A-BA83-4F4E-BB51-544BF2877DE1}"/>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2" name="!!pilot-measure-label">
            <a:extLst xmlns:a="http://schemas.openxmlformats.org/drawingml/2006/main">
              <a:ext uri="{FF2B5EF4-FFF2-40B4-BE49-F238E27FC236}">
                <a16:creationId xmlns:a16="http://schemas.microsoft.com/office/drawing/2014/main" id="{7A7083B6-EB54-44FF-87AC-507781B795B7}"/>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0B7B806D-F131-4294-8C5E-700C165C72A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ge">
            <a:extLst xmlns:a="http://schemas.openxmlformats.org/drawingml/2006/main">
              <a:ext uri="{FF2B5EF4-FFF2-40B4-BE49-F238E27FC236}">
                <a16:creationId xmlns:a16="http://schemas.microsoft.com/office/drawing/2014/main" id="{577DD943-D171-4984-902C-BEE81B8B5A5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5" name="!!caption">
            <a:extLst xmlns:a="http://schemas.openxmlformats.org/drawingml/2006/main">
              <a:ext uri="{FF2B5EF4-FFF2-40B4-BE49-F238E27FC236}">
                <a16:creationId xmlns:a16="http://schemas.microsoft.com/office/drawing/2014/main" id="{657EBBDF-9A90-4234-BC39-87308107174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610127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c7fc8e7f6c73418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1206FC-E2E1-4A16-BC5E-56AEFF87C9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9E5DA10-C7FC-4117-B5CE-9473198E24B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C61C47BF-906D-40A6-A56E-B83A0CB1B2C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C33F745-8632-47E2-AB41-A5A4EC5790E4}"/>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1EFA2BD6-14AD-48F0-AABA-8ADD3B70E1D0}"/>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A80273F2-F0A4-468D-9B3A-D714D83635BF}"/>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EFC13061-386B-4CEB-9EE9-FB6A1ECA424E}"/>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49CE0F05-ABE9-4E8E-A889-D9AA9872EB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350A265F-2687-4B54-BA02-826337573660}"/>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A0DAB83D-671A-4305-A015-16AD8B9E3E4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53BC42CD-F60F-4D9D-A43F-07CC01A8D81D}"/>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6F0DCBD8-A67D-4E99-AD43-2DF9FA71F01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244824FB-C633-4B61-9AEA-3BABD50EE3AA}"/>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13EC5E72-38A7-4397-A384-B5480DB54B94}"/>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FE89A151-32E9-4661-A476-1D26D1FB15C0}"/>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03D411DC-9E9E-4C35-864D-66C06A52AFF7}"/>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0AD0A890-5E7E-41A0-B010-10791ACE335C}"/>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DE5710F8-622B-48E2-B8F5-6276283AE46F}"/>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2E7EEF76-8835-4CCA-840B-3AA5A2DB5D0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3D3A3CA6-3C1E-4D23-8921-BDECDCE12F6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74772714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161f4f19c14943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E2CB017-EC44-4568-81CB-2DD9977B1EB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7854E426-DEB7-4995-81D3-2E5554E9FB6F}"/>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next-0-icon-0">
            <a:extLst xmlns:a="http://schemas.openxmlformats.org/drawingml/2006/main">
              <a:ext uri="{FF2B5EF4-FFF2-40B4-BE49-F238E27FC236}">
                <a16:creationId xmlns:a16="http://schemas.microsoft.com/office/drawing/2014/main" id="{40FDB097-C7EE-4257-9769-38A562CBCB6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FFFFFF"/>
            </a:solidFill>
            <a:prstDash val="solid"/>
          </a:ln>
        </p:spPr>
      </p:sp>
      <p:sp>
        <p:nvSpPr>
          <p:cNvPr id="5" name="!!next-0-icon-1">
            <a:extLst xmlns:a="http://schemas.openxmlformats.org/drawingml/2006/main">
              <a:ext uri="{FF2B5EF4-FFF2-40B4-BE49-F238E27FC236}">
                <a16:creationId xmlns:a16="http://schemas.microsoft.com/office/drawing/2014/main" id="{74DAFA02-C122-47F8-B263-FEDABADDA5B6}"/>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FFFFFF"/>
            </a:solidFill>
            <a:prstDash val="solid"/>
          </a:ln>
        </p:spPr>
      </p:sp>
      <p:sp>
        <p:nvSpPr>
          <p:cNvPr id="6" name="!!next-0-icon-2">
            <a:extLst xmlns:a="http://schemas.openxmlformats.org/drawingml/2006/main">
              <a:ext uri="{FF2B5EF4-FFF2-40B4-BE49-F238E27FC236}">
                <a16:creationId xmlns:a16="http://schemas.microsoft.com/office/drawing/2014/main" id="{406ACE01-0618-4305-965F-5D899FC519A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FFFFFF"/>
            </a:solidFill>
            <a:prstDash val="solid"/>
          </a:ln>
        </p:spPr>
      </p:sp>
      <p:sp>
        <p:nvSpPr>
          <p:cNvPr id="7" name="!!next-0-icon-3">
            <a:extLst xmlns:a="http://schemas.openxmlformats.org/drawingml/2006/main">
              <a:ext uri="{FF2B5EF4-FFF2-40B4-BE49-F238E27FC236}">
                <a16:creationId xmlns:a16="http://schemas.microsoft.com/office/drawing/2014/main" id="{404E66C7-BBD8-4756-AF97-0AAA0D0E689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FFFFFF"/>
            </a:solidFill>
            <a:prstDash val="solid"/>
          </a:ln>
        </p:spPr>
      </p:sp>
      <p:sp>
        <p:nvSpPr>
          <p:cNvPr id="8" name="!!next-0-icon-4">
            <a:extLst xmlns:a="http://schemas.openxmlformats.org/drawingml/2006/main">
              <a:ext uri="{FF2B5EF4-FFF2-40B4-BE49-F238E27FC236}">
                <a16:creationId xmlns:a16="http://schemas.microsoft.com/office/drawing/2014/main" id="{3AD6CAF1-6D13-4B2B-9131-A5046AE01B9C}"/>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FFFFFF"/>
            </a:solidFill>
            <a:prstDash val="solid"/>
          </a:ln>
        </p:spPr>
      </p:sp>
      <p:sp>
        <p:nvSpPr>
          <p:cNvPr id="9" name="!!next-0-label">
            <a:extLst xmlns:a="http://schemas.openxmlformats.org/drawingml/2006/main">
              <a:ext uri="{FF2B5EF4-FFF2-40B4-BE49-F238E27FC236}">
                <a16:creationId xmlns:a16="http://schemas.microsoft.com/office/drawing/2014/main" id="{6DA77BB7-A300-4BAB-95CF-5D9BA00BA55B}"/>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8103F4A1-A121-4395-B4BD-90BB11F36DC4}"/>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page">
            <a:extLst xmlns:a="http://schemas.openxmlformats.org/drawingml/2006/main">
              <a:ext uri="{FF2B5EF4-FFF2-40B4-BE49-F238E27FC236}">
                <a16:creationId xmlns:a16="http://schemas.microsoft.com/office/drawing/2014/main" id="{C526204B-F6A7-467C-9395-2E7DE4932F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2" name="!!caption">
            <a:extLst xmlns:a="http://schemas.openxmlformats.org/drawingml/2006/main">
              <a:ext uri="{FF2B5EF4-FFF2-40B4-BE49-F238E27FC236}">
                <a16:creationId xmlns:a16="http://schemas.microsoft.com/office/drawing/2014/main" id="{2829F8EC-FFAC-4928-B30F-DA1FC3A4843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20182103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960e684e95404f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2B2E168-5897-44E2-9C45-B3B14224AB3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5E21FF26-1FCD-4796-8B81-24812C80A81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2E94C4D3-3BCC-4E4D-A698-FD1742AA1D6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EBB35F35-1B59-4A29-8AE2-2091AC42BC5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138E9BDE-A7E6-425B-A954-D13FE698D3F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CC58DDB0-AD54-4D21-B412-721088EBDE5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DEBB4D3B-EB11-42B4-8516-600937A8DB4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3D80B103-8353-461C-B633-A1E850891984}"/>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F3BE7F81-DB6B-4F00-BE2E-95A7364A1889}"/>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79450BB2-67AB-41DB-A0FB-8F6C1736370C}"/>
              </a:ext>
            </a:extLst>
          </p:cNvPr>
          <p:cNvSpPr>
            <a:spLocks xmlns:a="http://schemas.openxmlformats.org/drawingml/2006/main" noGrp="1"/>
          </p:cNvSpPr>
          <p:nvPr/>
        </p:nvSpPr>
        <p:spPr>
          <a:xfrm xmlns:a="http://schemas.openxmlformats.org/drawingml/2006/main">
            <a:off x="590550" y="332422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next-1-icon-0">
            <a:extLst xmlns:a="http://schemas.openxmlformats.org/drawingml/2006/main">
              <a:ext uri="{FF2B5EF4-FFF2-40B4-BE49-F238E27FC236}">
                <a16:creationId xmlns:a16="http://schemas.microsoft.com/office/drawing/2014/main" id="{B1F765B6-39E8-4417-A53B-06A527F24657}"/>
              </a:ext>
            </a:extLst>
          </p:cNvPr>
          <p:cNvSpPr>
            <a:spLocks xmlns:a="http://schemas.openxmlformats.org/drawingml/2006/main" noGrp="1"/>
          </p:cNvSpPr>
          <p:nvPr/>
        </p:nvSpPr>
        <p:spPr>
          <a:xfrm xmlns:a="http://schemas.openxmlformats.org/drawingml/2006/main">
            <a:off x="887349" y="3523298"/>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3" name="!!next-1-icon-1">
            <a:extLst xmlns:a="http://schemas.openxmlformats.org/drawingml/2006/main">
              <a:ext uri="{FF2B5EF4-FFF2-40B4-BE49-F238E27FC236}">
                <a16:creationId xmlns:a16="http://schemas.microsoft.com/office/drawing/2014/main" id="{674BE8B7-86B5-4516-9CFA-21F05966E219}"/>
              </a:ext>
            </a:extLst>
          </p:cNvPr>
          <p:cNvSpPr>
            <a:spLocks xmlns:a="http://schemas.openxmlformats.org/drawingml/2006/main" noGrp="1"/>
          </p:cNvSpPr>
          <p:nvPr/>
        </p:nvSpPr>
        <p:spPr>
          <a:xfrm xmlns:a="http://schemas.openxmlformats.org/drawingml/2006/main">
            <a:off x="822198" y="3702463"/>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4" name="!!next-1-label">
            <a:extLst xmlns:a="http://schemas.openxmlformats.org/drawingml/2006/main">
              <a:ext uri="{FF2B5EF4-FFF2-40B4-BE49-F238E27FC236}">
                <a16:creationId xmlns:a16="http://schemas.microsoft.com/office/drawing/2014/main" id="{2DF5F121-F577-49B2-BEA8-3FA73CD6E92F}"/>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8EE4197A-56C0-41AB-8937-CD7B909FAD92}"/>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page">
            <a:extLst xmlns:a="http://schemas.openxmlformats.org/drawingml/2006/main">
              <a:ext uri="{FF2B5EF4-FFF2-40B4-BE49-F238E27FC236}">
                <a16:creationId xmlns:a16="http://schemas.microsoft.com/office/drawing/2014/main" id="{AE5AA0E0-8D24-482F-B01F-FF8722B5F29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7" name="!!caption">
            <a:extLst xmlns:a="http://schemas.openxmlformats.org/drawingml/2006/main">
              <a:ext uri="{FF2B5EF4-FFF2-40B4-BE49-F238E27FC236}">
                <a16:creationId xmlns:a16="http://schemas.microsoft.com/office/drawing/2014/main" id="{481D7F27-476A-4984-B9A8-FD51A14BEE2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223384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4a9277b21b004c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AFE4946-A874-4B6D-B2FD-3FDF77E9203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62F86B48-ADB6-4D2D-9FA4-29FFB88E19F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0294D051-62DF-478B-829A-7F238F06386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4EA5C94B-477A-4702-BB7A-4C5EFC7AB9C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2E7ABB64-3860-4D91-B5E6-7C22924A23A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043821AE-A5AC-4EA3-AFAC-33193A752F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EA98986A-3561-485E-9565-946019242BB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71596F1-1F33-4074-9E53-708C6F013B31}"/>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B13E026D-D3B5-425C-8EF9-AA06C5C90ADB}"/>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B58C4E98-EBD7-42C1-B23D-8FECD0F16BFC}"/>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0D0A6B19-0948-4970-B08A-BBBB596964DA}"/>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D392D1E7-4156-45EF-A5BA-1E0F73F43A47}"/>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E5ABE255-6D2B-4BDA-B550-59FEAA885B1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AA704BAA-BA83-4DB8-AC81-76EACA602320}"/>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288B9ED1-5DDE-4DBD-BB58-E30427AFB065}"/>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BA533709-21E6-4689-97E3-4C423C617BB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830827E1-2285-47C9-AA9B-0F34517FC0B9}"/>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ACD38CC0-F56C-4C38-BA07-453F4BD7BFF9}"/>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480575FF-C2ED-4F3C-AA05-CA393004BE3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85C193E5-6346-4865-82EE-A1DE03B72E6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21D3E241-969D-4355-83EE-4E9EC7E60F2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6884474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6" name="!!backdrop"/>
          <p:cNvPicPr>
            <a:picLocks xmlns:a="http://schemas.openxmlformats.org/drawingml/2006/main" noChangeAspect="1"/>
          </p:cNvPicPr>
          <p:nvPr/>
        </p:nvPicPr>
        <p:blipFill>
          <a:blip xmlns:r="http://schemas.openxmlformats.org/officeDocument/2006/relationships" xmlns:a="http://schemas.openxmlformats.org/drawingml/2006/main" r:embed="R6a99e7d67b1e4b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578D92D3-B1B8-4527-A88C-CB6790249FED}"/>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925" b="1">
                <a:solidFill>
                  <a:srgbClr val="F4F1E8"/>
                </a:solidFill>
                <a:latin typeface="Segoe UI"/>
                <a:ea typeface="Segoe UI"/>
                <a:cs typeface="Segoe UI"/>
              </a:defRPr>
            </a:pPr>
            <a:r>
              <a:rPr sz="5925"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B4DC96F1-1455-4E06-A4AD-4C423FD9FEBB}"/>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sp>
        <p:nvSpPr>
          <p:cNvPr id="4" name="!!page">
            <a:extLst xmlns:a="http://schemas.openxmlformats.org/drawingml/2006/main">
              <a:ext uri="{FF2B5EF4-FFF2-40B4-BE49-F238E27FC236}">
                <a16:creationId xmlns:a16="http://schemas.microsoft.com/office/drawing/2014/main" id="{A4D2E471-217D-41EC-8C91-5F8EDAC882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5" name="!!caption">
            <a:extLst xmlns:a="http://schemas.openxmlformats.org/drawingml/2006/main">
              <a:ext uri="{FF2B5EF4-FFF2-40B4-BE49-F238E27FC236}">
                <a16:creationId xmlns:a16="http://schemas.microsoft.com/office/drawing/2014/main" id="{8F24783A-903F-446B-91B3-7B2586428F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83657814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0ed0058004a417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182EB710-E044-47CA-A371-07BB82999806}"/>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E10AD914-D72F-4B14-B5F8-86C91E946F60}"/>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d3f240ed2e2849b9"/>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C7207B19-E2A4-47A7-B780-A309E8B0C7D3}"/>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9e1998df7a4e4696"/>
              </a:rPr>
              <a:t>durian-web3.vercel.app</a:t>
            </a:r>
          </a:p>
        </p:txBody>
      </p:sp>
      <p:sp>
        <p:nvSpPr>
          <p:cNvPr id="6" name="!!repository">
            <a:extLst xmlns:a="http://schemas.openxmlformats.org/drawingml/2006/main">
              <a:ext uri="{FF2B5EF4-FFF2-40B4-BE49-F238E27FC236}">
                <a16:creationId xmlns:a16="http://schemas.microsoft.com/office/drawing/2014/main" id="{3AB1AF50-4EEF-46DA-82CD-FC190622CAD0}"/>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eabc68734bc14c96"/>
              </a:rPr>
              <a:t>GitHub: vinhelysia / DurainCheckerDemo</a:t>
            </a:r>
          </a:p>
        </p:txBody>
      </p:sp>
      <p:sp>
        <p:nvSpPr>
          <p:cNvPr id="7" name="!!page">
            <a:extLst xmlns:a="http://schemas.openxmlformats.org/drawingml/2006/main">
              <a:ext uri="{FF2B5EF4-FFF2-40B4-BE49-F238E27FC236}">
                <a16:creationId xmlns:a16="http://schemas.microsoft.com/office/drawing/2014/main" id="{B7DE8003-C926-4D81-A048-DC4DAD74B1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8E51094B-940E-4E00-8CF9-C739E407CE7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70172379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Phụ lục: đánh giá AI ảnh lá</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Model</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Tập kiểm tra</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Accuracy</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DurianLDD: 5 nhãn, 889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85,38% (cùng nguồn)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3 nhãn,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39,6% · Phomopsis 0/59</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Colab</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cùng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35,6% · chưa promote</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00" b="1">
                <a:solidFill>
                  <a:srgbClr val="C8A45B"/>
                </a:solidFill>
                <a:latin typeface="Segoe UI"/>
                <a:ea typeface="Segoe UI"/>
                <a:cs typeface="Segoe UI"/>
              </a:rPr>
              <a:t>Chưa có field test theo vườn/cây; training model cũ chưa rõ</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PL / 01</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Nguồn: model card + Mendeley v2 · Hash model trên Render chưa xác minh</a:t>
            </a:r>
          </a:p>
        </p:txBody>
      </p:sp>
      <p:sp>
        <p:nvSpPr>
          <p:cNvPr id="13" name="!!tech-logo-credit">
            <a:extLst xmlns:a="http://schemas.openxmlformats.org/drawingml/2006/main">
              <a:ext uri="{FF2B5EF4-FFF2-40B4-BE49-F238E27FC236}">
                <a16:creationId xmlns:a16="http://schemas.microsoft.com/office/drawing/2014/main" id="{E452FC0D-8722-42B9-BC12-3B96B9170088}"/>
              </a:ext>
            </a:extLst>
          </p:cNvPr>
          <p:cNvSpPr>
            <a:spLocks xmlns:a="http://schemas.openxmlformats.org/drawingml/2006/main" noGrp="1"/>
          </p:cNvSpPr>
          <p:nvPr/>
        </p:nvSpPr>
        <p:spPr>
          <a:xfrm xmlns:a="http://schemas.openxmlformats.org/drawingml/2006/main">
            <a:off x="609600" y="143827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Logo công nghệ thuộc các chủ sở hữu tương ứng; dùng để mô tả stack của DurianTrust.</a:t>
            </a:r>
          </a:p>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Vercel, thiết kế Vercel, Next.js và các nhãn hiệu, thiết kế, logo liên quan là nhãn hiệu của Vercel, Inc. hoặc công ty liên kết tại Mỹ và các quốc gia khác.</a:t>
            </a:r>
          </a:p>
        </p:txBody>
      </p:sp>
    </p:spTree>
    <p:extLst>
      <p:ext uri="{BB962C8B-B14F-4D97-AF65-F5344CB8AC3E}">
        <p14:creationId xmlns:p14="http://schemas.microsoft.com/office/powerpoint/2010/main" val="16542161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60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2026-09-28T16:43:20.1900000Z</dcterms:created>
  <dcterms:modified xsi:type="dcterms:W3CDTF">2026-09-28T16:43:20.1900000Z</dcterms:modified>
</coreProperties>
</file>