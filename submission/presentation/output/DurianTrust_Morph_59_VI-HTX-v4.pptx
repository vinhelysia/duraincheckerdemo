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Default Extension="mp4" ContentType="video/mp4"/>
</Types>
</file>

<file path=_rels/.rels><?xml version='1.0' encoding='UTF-8' standalone='yes'?>
<Relationships xmlns="http://schemas.openxmlformats.org/package/2006/relationships"><Relationship Type="http://schemas.openxmlformats.org/package/2006/relationships/metadata/core-properties" Target="/docProps/core.xml" Id="Rcc205ecc4042403d"/><Relationship Type="http://schemas.openxmlformats.org/officeDocument/2006/relationships/extended-properties" Target="/docProps/app.xml" Id="R2604044a3ba44083"/><Relationship Type="http://schemas.openxmlformats.org/officeDocument/2006/relationships/officeDocument" Target="/ppt/presentation.xml" Id="Re0894aa238f84608"/></Relationships>
</file>

<file path=ppt/presentation.xml><?xml version="1.0" encoding="utf-8"?>
<p:presentation xmlns:p="http://schemas.openxmlformats.org/presentationml/2006/main">
  <p:sldMasterIdLst>
    <p:sldMasterId xmlns:r="http://schemas.openxmlformats.org/officeDocument/2006/relationships" id="2147483648" r:id="R144631899d0944da"/>
  </p:sldMasterIdLst>
  <p:notesMasterIdLst>
    <p:notesMasterId xmlns:r="http://schemas.openxmlformats.org/officeDocument/2006/relationships" r:id="R5b1ac04cd4974847"/>
  </p:notesMasterIdLst>
  <p:sldIdLst>
    <p:sldId xmlns:r="http://schemas.openxmlformats.org/officeDocument/2006/relationships" id="256" r:id="R770100cc992748b8"/>
    <p:sldId xmlns:r="http://schemas.openxmlformats.org/officeDocument/2006/relationships" id="257" r:id="R642402e2395f4d98"/>
    <p:sldId xmlns:r="http://schemas.openxmlformats.org/officeDocument/2006/relationships" id="258" r:id="Rddb410531a7944f9"/>
    <p:sldId xmlns:r="http://schemas.openxmlformats.org/officeDocument/2006/relationships" id="259" r:id="R4fbf5cc59f0e45ed"/>
    <p:sldId xmlns:r="http://schemas.openxmlformats.org/officeDocument/2006/relationships" id="260" r:id="R4e7521395c994b6e"/>
    <p:sldId xmlns:r="http://schemas.openxmlformats.org/officeDocument/2006/relationships" id="261" r:id="R783480dd17be4edb"/>
    <p:sldId xmlns:r="http://schemas.openxmlformats.org/officeDocument/2006/relationships" id="262" r:id="Rae71e1351c3e4e87"/>
    <p:sldId xmlns:r="http://schemas.openxmlformats.org/officeDocument/2006/relationships" id="263" r:id="Rfbac9e868cb64bb4"/>
    <p:sldId xmlns:r="http://schemas.openxmlformats.org/officeDocument/2006/relationships" id="264" r:id="R06da9ec27c0b49a3"/>
    <p:sldId xmlns:r="http://schemas.openxmlformats.org/officeDocument/2006/relationships" id="265" r:id="R0298b6929e3b45fb"/>
    <p:sldId xmlns:r="http://schemas.openxmlformats.org/officeDocument/2006/relationships" id="266" r:id="R0937d30ccdf34c9c"/>
    <p:sldId xmlns:r="http://schemas.openxmlformats.org/officeDocument/2006/relationships" id="267" r:id="R1f830fe4c87d4422"/>
    <p:sldId xmlns:r="http://schemas.openxmlformats.org/officeDocument/2006/relationships" id="268" r:id="Ra21a269e648743a1"/>
    <p:sldId xmlns:r="http://schemas.openxmlformats.org/officeDocument/2006/relationships" id="269" r:id="Rd3b681ec0b39432c"/>
    <p:sldId xmlns:r="http://schemas.openxmlformats.org/officeDocument/2006/relationships" id="270" r:id="Rafb376d97dd044b8"/>
    <p:sldId xmlns:r="http://schemas.openxmlformats.org/officeDocument/2006/relationships" id="271" r:id="R24d76d8315e24624"/>
    <p:sldId xmlns:r="http://schemas.openxmlformats.org/officeDocument/2006/relationships" id="272" r:id="R679157a46156430a"/>
    <p:sldId xmlns:r="http://schemas.openxmlformats.org/officeDocument/2006/relationships" id="273" r:id="R47bea2927daf42e9"/>
    <p:sldId xmlns:r="http://schemas.openxmlformats.org/officeDocument/2006/relationships" id="274" r:id="Raa310a9650524789"/>
    <p:sldId xmlns:r="http://schemas.openxmlformats.org/officeDocument/2006/relationships" id="275" r:id="R6b63f56558a34e27"/>
    <p:sldId xmlns:r="http://schemas.openxmlformats.org/officeDocument/2006/relationships" id="276" r:id="R1de0a3928692496e"/>
    <p:sldId xmlns:r="http://schemas.openxmlformats.org/officeDocument/2006/relationships" id="277" r:id="Rbbe90d9582cf44cf"/>
    <p:sldId xmlns:r="http://schemas.openxmlformats.org/officeDocument/2006/relationships" id="278" r:id="R03a9c76903c64d02"/>
    <p:sldId xmlns:r="http://schemas.openxmlformats.org/officeDocument/2006/relationships" id="279" r:id="R45606eac77a743e1"/>
    <p:sldId xmlns:r="http://schemas.openxmlformats.org/officeDocument/2006/relationships" id="280" r:id="Ra7a3385d01a44a85"/>
    <p:sldId xmlns:r="http://schemas.openxmlformats.org/officeDocument/2006/relationships" id="281" r:id="Rdb7ebd7ec97c4598"/>
    <p:sldId xmlns:r="http://schemas.openxmlformats.org/officeDocument/2006/relationships" id="282" r:id="R5e5ed3e609b54faa"/>
    <p:sldId xmlns:r="http://schemas.openxmlformats.org/officeDocument/2006/relationships" id="283" r:id="R47bcb40e10ea4b9e"/>
    <p:sldId xmlns:r="http://schemas.openxmlformats.org/officeDocument/2006/relationships" id="284" r:id="R97ac82d155264af3"/>
    <p:sldId xmlns:r="http://schemas.openxmlformats.org/officeDocument/2006/relationships" id="285" r:id="Rb2e5995199714b94"/>
    <p:sldId xmlns:r="http://schemas.openxmlformats.org/officeDocument/2006/relationships" id="286" r:id="Rd4810a0d00ce47c8"/>
    <p:sldId xmlns:r="http://schemas.openxmlformats.org/officeDocument/2006/relationships" id="287" r:id="R1ea1da05bd854bc7"/>
    <p:sldId xmlns:r="http://schemas.openxmlformats.org/officeDocument/2006/relationships" id="288" r:id="Rd6b041f6b7b245df"/>
    <p:sldId xmlns:r="http://schemas.openxmlformats.org/officeDocument/2006/relationships" id="289" r:id="Re8689b4ec07f447b"/>
    <p:sldId xmlns:r="http://schemas.openxmlformats.org/officeDocument/2006/relationships" id="290" r:id="R7ddb692f83024744"/>
    <p:sldId xmlns:r="http://schemas.openxmlformats.org/officeDocument/2006/relationships" id="291" r:id="Rdc7fbddc11fe4285"/>
    <p:sldId xmlns:r="http://schemas.openxmlformats.org/officeDocument/2006/relationships" id="292" r:id="Rbd4285cea00f444f"/>
    <p:sldId xmlns:r="http://schemas.openxmlformats.org/officeDocument/2006/relationships" id="293" r:id="Ra2e1a560a45046ea"/>
    <p:sldId xmlns:r="http://schemas.openxmlformats.org/officeDocument/2006/relationships" id="294" r:id="Refa80e069c9b4f68"/>
    <p:sldId xmlns:r="http://schemas.openxmlformats.org/officeDocument/2006/relationships" id="295" r:id="Ra0f41ddad6ab44ae"/>
    <p:sldId xmlns:r="http://schemas.openxmlformats.org/officeDocument/2006/relationships" id="296" r:id="R6a8a213282784169"/>
    <p:sldId xmlns:r="http://schemas.openxmlformats.org/officeDocument/2006/relationships" id="297" r:id="Rbb7f13f5c3154d6c"/>
    <p:sldId xmlns:r="http://schemas.openxmlformats.org/officeDocument/2006/relationships" id="298" r:id="R3565b486c49d4a16"/>
    <p:sldId xmlns:r="http://schemas.openxmlformats.org/officeDocument/2006/relationships" id="299" r:id="R2871970801fa405a"/>
    <p:sldId xmlns:r="http://schemas.openxmlformats.org/officeDocument/2006/relationships" id="300" r:id="Rb34bedcaf5074a1e"/>
    <p:sldId xmlns:r="http://schemas.openxmlformats.org/officeDocument/2006/relationships" id="301" r:id="R7b6efff1e8fa4bf5"/>
    <p:sldId xmlns:r="http://schemas.openxmlformats.org/officeDocument/2006/relationships" id="302" r:id="Rff2b3361e8164da7"/>
    <p:sldId xmlns:r="http://schemas.openxmlformats.org/officeDocument/2006/relationships" id="303" r:id="Rfd055a67a29041b5"/>
    <p:sldId xmlns:r="http://schemas.openxmlformats.org/officeDocument/2006/relationships" id="304" r:id="R205074ee039642d8"/>
    <p:sldId xmlns:r="http://schemas.openxmlformats.org/officeDocument/2006/relationships" id="305" r:id="R7b3b5a1828ab4b6b"/>
    <p:sldId xmlns:r="http://schemas.openxmlformats.org/officeDocument/2006/relationships" id="306" r:id="R0931591382d4479d"/>
    <p:sldId xmlns:r="http://schemas.openxmlformats.org/officeDocument/2006/relationships" id="307" r:id="R2ada7af1f4704797"/>
    <p:sldId xmlns:r="http://schemas.openxmlformats.org/officeDocument/2006/relationships" id="308" r:id="Rdfaa21b4c10f47c3"/>
    <p:sldId xmlns:r="http://schemas.openxmlformats.org/officeDocument/2006/relationships" id="309" r:id="Ra529d05cf65147e6"/>
    <p:sldId xmlns:r="http://schemas.openxmlformats.org/officeDocument/2006/relationships" id="310" r:id="Rab210dcec18d4ba2"/>
    <p:sldId xmlns:r="http://schemas.openxmlformats.org/officeDocument/2006/relationships" id="311" r:id="R902dbd1b06cf4407"/>
    <p:sldId xmlns:r="http://schemas.openxmlformats.org/officeDocument/2006/relationships" id="312" r:id="R5eb8fe908bd74ee2"/>
    <p:sldId xmlns:r="http://schemas.openxmlformats.org/officeDocument/2006/relationships" id="313" r:id="R7374d30692c04a09"/>
    <p:sldId xmlns:r="http://schemas.openxmlformats.org/officeDocument/2006/relationships" id="314" r:id="Ra8b3dc3b92c24356"/>
  </p:sldIdLst>
  <p:sldSz cx="12192000" cy="6858000"/>
  <p:notesSz cx="6858000" cy="9144000"/>
  <p:custShowLst>
    <p:custShow name="19 y chinh" id="1">
      <p:sldLst>
        <p:sld xmlns:ns1="http://schemas.openxmlformats.org/officeDocument/2006/relationships" ns1:id="R642402e2395f4d98"/>
        <p:sld xmlns:ns2="http://schemas.openxmlformats.org/officeDocument/2006/relationships" ns2:id="R783480dd17be4edb"/>
        <p:sld xmlns:ns3="http://schemas.openxmlformats.org/officeDocument/2006/relationships" ns3:id="R06da9ec27c0b49a3"/>
        <p:sld xmlns:ns4="http://schemas.openxmlformats.org/officeDocument/2006/relationships" ns4:id="Ra21a269e648743a1"/>
        <p:sld xmlns:ns5="http://schemas.openxmlformats.org/officeDocument/2006/relationships" ns5:id="R679157a46156430a"/>
        <p:sld xmlns:ns6="http://schemas.openxmlformats.org/officeDocument/2006/relationships" ns6:id="R6b63f56558a34e27"/>
        <p:sld xmlns:ns7="http://schemas.openxmlformats.org/officeDocument/2006/relationships" ns7:id="R45606eac77a743e1"/>
        <p:sld xmlns:ns8="http://schemas.openxmlformats.org/officeDocument/2006/relationships" ns8:id="R47bcb40e10ea4b9e"/>
        <p:sld xmlns:ns9="http://schemas.openxmlformats.org/officeDocument/2006/relationships" ns9:id="Rd4810a0d00ce47c8"/>
        <p:sld xmlns:ns10="http://schemas.openxmlformats.org/officeDocument/2006/relationships" ns10:id="R1ea1da05bd854bc7"/>
        <p:sld xmlns:ns11="http://schemas.openxmlformats.org/officeDocument/2006/relationships" ns11:id="Rdc7fbddc11fe4285"/>
        <p:sld xmlns:ns12="http://schemas.openxmlformats.org/officeDocument/2006/relationships" ns12:id="Ra0f41ddad6ab44ae"/>
        <p:sld xmlns:ns13="http://schemas.openxmlformats.org/officeDocument/2006/relationships" ns13:id="R3565b486c49d4a16"/>
        <p:sld xmlns:ns14="http://schemas.openxmlformats.org/officeDocument/2006/relationships" ns14:id="R7b6efff1e8fa4bf5"/>
        <p:sld xmlns:ns15="http://schemas.openxmlformats.org/officeDocument/2006/relationships" ns15:id="Rfd055a67a29041b5"/>
        <p:sld xmlns:ns16="http://schemas.openxmlformats.org/officeDocument/2006/relationships" ns16:id="R0931591382d4479d"/>
        <p:sld xmlns:ns17="http://schemas.openxmlformats.org/officeDocument/2006/relationships" ns17:id="Ra529d05cf65147e6"/>
        <p:sld xmlns:ns18="http://schemas.openxmlformats.org/officeDocument/2006/relationships" ns18:id="R5eb8fe908bd74ee2"/>
        <p:sld xmlns:ns19="http://schemas.openxmlformats.org/officeDocument/2006/relationships" ns19:id="Ra8b3dc3b92c24356"/>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86c43f25bd1f4dc4"/><Relationship Type="http://schemas.openxmlformats.org/officeDocument/2006/relationships/slideMaster" Target="/ppt/slideMasters/slideMaster1.xml" Id="R144631899d0944da"/><Relationship Type="http://schemas.openxmlformats.org/officeDocument/2006/relationships/notesMaster" Target="/ppt/notesMasters/notesMaster1.xml" Id="R5b1ac04cd4974847"/><Relationship Type="http://schemas.openxmlformats.org/officeDocument/2006/relationships/presProps" Target="/ppt/presProps.xml" Id="R149106f1ac41431c"/><Relationship Type="http://schemas.openxmlformats.org/officeDocument/2006/relationships/tableStyles" Target="/ppt/tableStyles.xml" Id="R60d3ebdb6d3249f3"/><Relationship Type="http://schemas.openxmlformats.org/officeDocument/2006/relationships/slide" Target="/ppt/slides/slide1.xml" Id="R770100cc992748b8"/><Relationship Type="http://schemas.openxmlformats.org/officeDocument/2006/relationships/slide" Target="/ppt/slides/slide2.xml" Id="R642402e2395f4d98"/><Relationship Type="http://schemas.openxmlformats.org/officeDocument/2006/relationships/slide" Target="/ppt/slides/slide3.xml" Id="Rddb410531a7944f9"/><Relationship Type="http://schemas.openxmlformats.org/officeDocument/2006/relationships/slide" Target="/ppt/slides/slide4.xml" Id="R4fbf5cc59f0e45ed"/><Relationship Type="http://schemas.openxmlformats.org/officeDocument/2006/relationships/slide" Target="/ppt/slides/slide5.xml" Id="R4e7521395c994b6e"/><Relationship Type="http://schemas.openxmlformats.org/officeDocument/2006/relationships/slide" Target="/ppt/slides/slide6.xml" Id="R783480dd17be4edb"/><Relationship Type="http://schemas.openxmlformats.org/officeDocument/2006/relationships/slide" Target="/ppt/slides/slide7.xml" Id="Rae71e1351c3e4e87"/><Relationship Type="http://schemas.openxmlformats.org/officeDocument/2006/relationships/slide" Target="/ppt/slides/slide8.xml" Id="Rfbac9e868cb64bb4"/><Relationship Type="http://schemas.openxmlformats.org/officeDocument/2006/relationships/slide" Target="/ppt/slides/slide9.xml" Id="R06da9ec27c0b49a3"/><Relationship Type="http://schemas.openxmlformats.org/officeDocument/2006/relationships/slide" Target="/ppt/slides/slide10.xml" Id="R0298b6929e3b45fb"/><Relationship Type="http://schemas.openxmlformats.org/officeDocument/2006/relationships/slide" Target="/ppt/slides/slide11.xml" Id="R0937d30ccdf34c9c"/><Relationship Type="http://schemas.openxmlformats.org/officeDocument/2006/relationships/slide" Target="/ppt/slides/slide12.xml" Id="R1f830fe4c87d4422"/><Relationship Type="http://schemas.openxmlformats.org/officeDocument/2006/relationships/slide" Target="/ppt/slides/slide13.xml" Id="Ra21a269e648743a1"/><Relationship Type="http://schemas.openxmlformats.org/officeDocument/2006/relationships/slide" Target="/ppt/slides/slide14.xml" Id="Rd3b681ec0b39432c"/><Relationship Type="http://schemas.openxmlformats.org/officeDocument/2006/relationships/slide" Target="/ppt/slides/slide15.xml" Id="Rafb376d97dd044b8"/><Relationship Type="http://schemas.openxmlformats.org/officeDocument/2006/relationships/slide" Target="/ppt/slides/slide16.xml" Id="R24d76d8315e24624"/><Relationship Type="http://schemas.openxmlformats.org/officeDocument/2006/relationships/slide" Target="/ppt/slides/slide17.xml" Id="R679157a46156430a"/><Relationship Type="http://schemas.openxmlformats.org/officeDocument/2006/relationships/slide" Target="/ppt/slides/slide18.xml" Id="R47bea2927daf42e9"/><Relationship Type="http://schemas.openxmlformats.org/officeDocument/2006/relationships/slide" Target="/ppt/slides/slide19.xml" Id="Raa310a9650524789"/><Relationship Type="http://schemas.openxmlformats.org/officeDocument/2006/relationships/slide" Target="/ppt/slides/slide20.xml" Id="R6b63f56558a34e27"/><Relationship Type="http://schemas.openxmlformats.org/officeDocument/2006/relationships/slide" Target="/ppt/slides/slide21.xml" Id="R1de0a3928692496e"/><Relationship Type="http://schemas.openxmlformats.org/officeDocument/2006/relationships/slide" Target="/ppt/slides/slide22.xml" Id="Rbbe90d9582cf44cf"/><Relationship Type="http://schemas.openxmlformats.org/officeDocument/2006/relationships/slide" Target="/ppt/slides/slide23.xml" Id="R03a9c76903c64d02"/><Relationship Type="http://schemas.openxmlformats.org/officeDocument/2006/relationships/slide" Target="/ppt/slides/slide24.xml" Id="R45606eac77a743e1"/><Relationship Type="http://schemas.openxmlformats.org/officeDocument/2006/relationships/slide" Target="/ppt/slides/slide25.xml" Id="Ra7a3385d01a44a85"/><Relationship Type="http://schemas.openxmlformats.org/officeDocument/2006/relationships/slide" Target="/ppt/slides/slide26.xml" Id="Rdb7ebd7ec97c4598"/><Relationship Type="http://schemas.openxmlformats.org/officeDocument/2006/relationships/slide" Target="/ppt/slides/slide27.xml" Id="R5e5ed3e609b54faa"/><Relationship Type="http://schemas.openxmlformats.org/officeDocument/2006/relationships/slide" Target="/ppt/slides/slide28.xml" Id="R47bcb40e10ea4b9e"/><Relationship Type="http://schemas.openxmlformats.org/officeDocument/2006/relationships/slide" Target="/ppt/slides/slide29.xml" Id="R97ac82d155264af3"/><Relationship Type="http://schemas.openxmlformats.org/officeDocument/2006/relationships/slide" Target="/ppt/slides/slide30.xml" Id="Rb2e5995199714b94"/><Relationship Type="http://schemas.openxmlformats.org/officeDocument/2006/relationships/slide" Target="/ppt/slides/slide31.xml" Id="Rd4810a0d00ce47c8"/><Relationship Type="http://schemas.openxmlformats.org/officeDocument/2006/relationships/slide" Target="/ppt/slides/slide32.xml" Id="R1ea1da05bd854bc7"/><Relationship Type="http://schemas.openxmlformats.org/officeDocument/2006/relationships/slide" Target="/ppt/slides/slide33.xml" Id="Rd6b041f6b7b245df"/><Relationship Type="http://schemas.openxmlformats.org/officeDocument/2006/relationships/slide" Target="/ppt/slides/slide34.xml" Id="Re8689b4ec07f447b"/><Relationship Type="http://schemas.openxmlformats.org/officeDocument/2006/relationships/slide" Target="/ppt/slides/slide35.xml" Id="R7ddb692f83024744"/><Relationship Type="http://schemas.openxmlformats.org/officeDocument/2006/relationships/slide" Target="/ppt/slides/slide36.xml" Id="Rdc7fbddc11fe4285"/><Relationship Type="http://schemas.openxmlformats.org/officeDocument/2006/relationships/slide" Target="/ppt/slides/slide37.xml" Id="Rbd4285cea00f444f"/><Relationship Type="http://schemas.openxmlformats.org/officeDocument/2006/relationships/slide" Target="/ppt/slides/slide38.xml" Id="Ra2e1a560a45046ea"/><Relationship Type="http://schemas.openxmlformats.org/officeDocument/2006/relationships/slide" Target="/ppt/slides/slide39.xml" Id="Refa80e069c9b4f68"/><Relationship Type="http://schemas.openxmlformats.org/officeDocument/2006/relationships/slide" Target="/ppt/slides/slide40.xml" Id="Ra0f41ddad6ab44ae"/><Relationship Type="http://schemas.openxmlformats.org/officeDocument/2006/relationships/slide" Target="/ppt/slides/slide41.xml" Id="R6a8a213282784169"/><Relationship Type="http://schemas.openxmlformats.org/officeDocument/2006/relationships/slide" Target="/ppt/slides/slide42.xml" Id="Rbb7f13f5c3154d6c"/><Relationship Type="http://schemas.openxmlformats.org/officeDocument/2006/relationships/slide" Target="/ppt/slides/slide43.xml" Id="R3565b486c49d4a16"/><Relationship Type="http://schemas.openxmlformats.org/officeDocument/2006/relationships/slide" Target="/ppt/slides/slide44.xml" Id="R2871970801fa405a"/><Relationship Type="http://schemas.openxmlformats.org/officeDocument/2006/relationships/slide" Target="/ppt/slides/slide45.xml" Id="Rb34bedcaf5074a1e"/><Relationship Type="http://schemas.openxmlformats.org/officeDocument/2006/relationships/slide" Target="/ppt/slides/slide46.xml" Id="R7b6efff1e8fa4bf5"/><Relationship Type="http://schemas.openxmlformats.org/officeDocument/2006/relationships/slide" Target="/ppt/slides/slide47.xml" Id="Rff2b3361e8164da7"/><Relationship Type="http://schemas.openxmlformats.org/officeDocument/2006/relationships/slide" Target="/ppt/slides/slide48.xml" Id="Rfd055a67a29041b5"/><Relationship Type="http://schemas.openxmlformats.org/officeDocument/2006/relationships/slide" Target="/ppt/slides/slide49.xml" Id="R205074ee039642d8"/><Relationship Type="http://schemas.openxmlformats.org/officeDocument/2006/relationships/slide" Target="/ppt/slides/slide50.xml" Id="R7b3b5a1828ab4b6b"/><Relationship Type="http://schemas.openxmlformats.org/officeDocument/2006/relationships/slide" Target="/ppt/slides/slide51.xml" Id="R0931591382d4479d"/><Relationship Type="http://schemas.openxmlformats.org/officeDocument/2006/relationships/slide" Target="/ppt/slides/slide52.xml" Id="R2ada7af1f4704797"/><Relationship Type="http://schemas.openxmlformats.org/officeDocument/2006/relationships/slide" Target="/ppt/slides/slide53.xml" Id="Rdfaa21b4c10f47c3"/><Relationship Type="http://schemas.openxmlformats.org/officeDocument/2006/relationships/slide" Target="/ppt/slides/slide54.xml" Id="Ra529d05cf65147e6"/><Relationship Type="http://schemas.openxmlformats.org/officeDocument/2006/relationships/slide" Target="/ppt/slides/slide55.xml" Id="Rab210dcec18d4ba2"/><Relationship Type="http://schemas.openxmlformats.org/officeDocument/2006/relationships/slide" Target="/ppt/slides/slide56.xml" Id="R902dbd1b06cf4407"/><Relationship Type="http://schemas.openxmlformats.org/officeDocument/2006/relationships/slide" Target="/ppt/slides/slide57.xml" Id="R5eb8fe908bd74ee2"/><Relationship Type="http://schemas.openxmlformats.org/officeDocument/2006/relationships/slide" Target="/ppt/slides/slide58.xml" Id="R7374d30692c04a09"/><Relationship Type="http://schemas.openxmlformats.org/officeDocument/2006/relationships/slide" Target="/ppt/slides/slide59.xml" Id="Ra8b3dc3b92c24356"/></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0ccf3f06b2ca4df4"/></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81a724fb1c0148e7"/><Relationship Type="http://schemas.openxmlformats.org/officeDocument/2006/relationships/notesMaster" Target="/ppt/notesMasters/notesMaster1.xml" Id="Re3f056edb1864519"/></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1399136de7444def"/><Relationship Type="http://schemas.openxmlformats.org/officeDocument/2006/relationships/notesMaster" Target="/ppt/notesMasters/notesMaster1.xml" Id="R734fd3dc49a6447a"/></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c0a2c8525e894692"/><Relationship Type="http://schemas.openxmlformats.org/officeDocument/2006/relationships/notesMaster" Target="/ppt/notesMasters/notesMaster1.xml" Id="R3fd15c2bf7bf4f1c"/></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e1740cea5fcc4e57"/><Relationship Type="http://schemas.openxmlformats.org/officeDocument/2006/relationships/notesMaster" Target="/ppt/notesMasters/notesMaster1.xml" Id="Rf6c585470ce24ae0"/></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17fd1e85af1d429b"/><Relationship Type="http://schemas.openxmlformats.org/officeDocument/2006/relationships/notesMaster" Target="/ppt/notesMasters/notesMaster1.xml" Id="R9498c56766be4f01"/></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0992d0f6626646cc"/><Relationship Type="http://schemas.openxmlformats.org/officeDocument/2006/relationships/notesMaster" Target="/ppt/notesMasters/notesMaster1.xml" Id="R1f25ccfac37c4561"/></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19665897934f4d14"/><Relationship Type="http://schemas.openxmlformats.org/officeDocument/2006/relationships/notesMaster" Target="/ppt/notesMasters/notesMaster1.xml" Id="R7b29092c1a094e79"/></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5d815ad6677b48a4"/><Relationship Type="http://schemas.openxmlformats.org/officeDocument/2006/relationships/notesMaster" Target="/ppt/notesMasters/notesMaster1.xml" Id="R54cc51d9dc994c9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fbf7fbd0c1984709"/><Relationship Type="http://schemas.openxmlformats.org/officeDocument/2006/relationships/notesMaster" Target="/ppt/notesMasters/notesMaster1.xml" Id="R1c83d1ea09b1423d"/></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046add6baa2e4f5b"/><Relationship Type="http://schemas.openxmlformats.org/officeDocument/2006/relationships/notesMaster" Target="/ppt/notesMasters/notesMaster1.xml" Id="R4f513b36695540b8"/></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a8072b8a54f645a3"/><Relationship Type="http://schemas.openxmlformats.org/officeDocument/2006/relationships/notesMaster" Target="/ppt/notesMasters/notesMaster1.xml" Id="R7f6153dc81074b1e"/></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832a5249dc4d48f3"/><Relationship Type="http://schemas.openxmlformats.org/officeDocument/2006/relationships/notesMaster" Target="/ppt/notesMasters/notesMaster1.xml" Id="R7f301bd1867541dd"/></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db29ddeaa9ca4ccd"/><Relationship Type="http://schemas.openxmlformats.org/officeDocument/2006/relationships/notesMaster" Target="/ppt/notesMasters/notesMaster1.xml" Id="R725056e0ba7e4d4c"/></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aaca97008f5b45a5"/><Relationship Type="http://schemas.openxmlformats.org/officeDocument/2006/relationships/notesMaster" Target="/ppt/notesMasters/notesMaster1.xml" Id="Rc1e5bf5827d14886"/></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1cf320f217ab4d9e"/><Relationship Type="http://schemas.openxmlformats.org/officeDocument/2006/relationships/notesMaster" Target="/ppt/notesMasters/notesMaster1.xml" Id="Rca2815f672604442"/></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f7547f42d74b4931"/><Relationship Type="http://schemas.openxmlformats.org/officeDocument/2006/relationships/notesMaster" Target="/ppt/notesMasters/notesMaster1.xml" Id="R889bd2379c934781"/></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90d5cca248be4257"/><Relationship Type="http://schemas.openxmlformats.org/officeDocument/2006/relationships/notesMaster" Target="/ppt/notesMasters/notesMaster1.xml" Id="Rb67ada68a64a48af"/></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a2604aae6b9a40b2"/><Relationship Type="http://schemas.openxmlformats.org/officeDocument/2006/relationships/notesMaster" Target="/ppt/notesMasters/notesMaster1.xml" Id="Rff7ff6f020f841e1"/></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b334f9cf3cdf434d"/><Relationship Type="http://schemas.openxmlformats.org/officeDocument/2006/relationships/notesMaster" Target="/ppt/notesMasters/notesMaster1.xml" Id="Rb4dc34e83a8246af"/></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3774a7f2ab754989"/><Relationship Type="http://schemas.openxmlformats.org/officeDocument/2006/relationships/notesMaster" Target="/ppt/notesMasters/notesMaster1.xml" Id="Ra97bfda848a04aa5"/></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df2d7b0de1fc404a"/><Relationship Type="http://schemas.openxmlformats.org/officeDocument/2006/relationships/notesMaster" Target="/ppt/notesMasters/notesMaster1.xml" Id="Rfbb3d34db2094652"/></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39788a06e7b24642"/><Relationship Type="http://schemas.openxmlformats.org/officeDocument/2006/relationships/notesMaster" Target="/ppt/notesMasters/notesMaster1.xml" Id="R183bac4ac1bd46ce"/></Relationships>
</file>

<file path=ppt/notesSlides/_rels/notesSlide23.xml.rels><?xml version='1.0' encoding='UTF-8' standalone='yes'?>
<Relationships xmlns="http://schemas.openxmlformats.org/package/2006/relationships"><Relationship Type="http://schemas.openxmlformats.org/officeDocument/2006/relationships/slide" Target="/ppt/slides/slide23.xml" Id="R0c5930bdac6a4b1b"/><Relationship Type="http://schemas.openxmlformats.org/officeDocument/2006/relationships/notesMaster" Target="/ppt/notesMasters/notesMaster1.xml" Id="R81a25710905647e3"/></Relationships>
</file>

<file path=ppt/notesSlides/_rels/notesSlide24.xml.rels><?xml version='1.0' encoding='UTF-8' standalone='yes'?>
<Relationships xmlns="http://schemas.openxmlformats.org/package/2006/relationships"><Relationship Type="http://schemas.openxmlformats.org/officeDocument/2006/relationships/slide" Target="/ppt/slides/slide24.xml" Id="Rc1b4770c6aa146b4"/><Relationship Type="http://schemas.openxmlformats.org/officeDocument/2006/relationships/notesMaster" Target="/ppt/notesMasters/notesMaster1.xml" Id="R287cb8011cb54a1e"/></Relationships>
</file>

<file path=ppt/notesSlides/_rels/notesSlide25.xml.rels><?xml version='1.0' encoding='UTF-8' standalone='yes'?>
<Relationships xmlns="http://schemas.openxmlformats.org/package/2006/relationships"><Relationship Type="http://schemas.openxmlformats.org/officeDocument/2006/relationships/slide" Target="/ppt/slides/slide25.xml" Id="R5bd0ad02b7a84d69"/><Relationship Type="http://schemas.openxmlformats.org/officeDocument/2006/relationships/notesMaster" Target="/ppt/notesMasters/notesMaster1.xml" Id="R8af695024f944c59"/></Relationships>
</file>

<file path=ppt/notesSlides/_rels/notesSlide26.xml.rels><?xml version='1.0' encoding='UTF-8' standalone='yes'?>
<Relationships xmlns="http://schemas.openxmlformats.org/package/2006/relationships"><Relationship Type="http://schemas.openxmlformats.org/officeDocument/2006/relationships/slide" Target="/ppt/slides/slide26.xml" Id="R0c7c46f1bb9f4eec"/><Relationship Type="http://schemas.openxmlformats.org/officeDocument/2006/relationships/notesMaster" Target="/ppt/notesMasters/notesMaster1.xml" Id="R53faed941ce74ceb"/></Relationships>
</file>

<file path=ppt/notesSlides/_rels/notesSlide27.xml.rels><?xml version='1.0' encoding='UTF-8' standalone='yes'?>
<Relationships xmlns="http://schemas.openxmlformats.org/package/2006/relationships"><Relationship Type="http://schemas.openxmlformats.org/officeDocument/2006/relationships/slide" Target="/ppt/slides/slide27.xml" Id="R02ed7e0b15bb4af4"/><Relationship Type="http://schemas.openxmlformats.org/officeDocument/2006/relationships/notesMaster" Target="/ppt/notesMasters/notesMaster1.xml" Id="R7c00dd855af94dc3"/></Relationships>
</file>

<file path=ppt/notesSlides/_rels/notesSlide28.xml.rels><?xml version='1.0' encoding='UTF-8' standalone='yes'?>
<Relationships xmlns="http://schemas.openxmlformats.org/package/2006/relationships"><Relationship Type="http://schemas.openxmlformats.org/officeDocument/2006/relationships/slide" Target="/ppt/slides/slide28.xml" Id="R1f4e2e1e390948fe"/><Relationship Type="http://schemas.openxmlformats.org/officeDocument/2006/relationships/notesMaster" Target="/ppt/notesMasters/notesMaster1.xml" Id="Rdfa66535df7e4c89"/></Relationships>
</file>

<file path=ppt/notesSlides/_rels/notesSlide29.xml.rels><?xml version='1.0' encoding='UTF-8' standalone='yes'?>
<Relationships xmlns="http://schemas.openxmlformats.org/package/2006/relationships"><Relationship Type="http://schemas.openxmlformats.org/officeDocument/2006/relationships/slide" Target="/ppt/slides/slide29.xml" Id="R8de034c3286740aa"/><Relationship Type="http://schemas.openxmlformats.org/officeDocument/2006/relationships/notesMaster" Target="/ppt/notesMasters/notesMaster1.xml" Id="Rf45adf3662934deb"/></Relationships>
</file>

<file path=ppt/notesSlides/_rels/notesSlide30.xml.rels><?xml version='1.0' encoding='UTF-8' standalone='yes'?>
<Relationships xmlns="http://schemas.openxmlformats.org/package/2006/relationships"><Relationship Type="http://schemas.openxmlformats.org/officeDocument/2006/relationships/slide" Target="/ppt/slides/slide30.xml" Id="R1664d46c1b4d4204"/><Relationship Type="http://schemas.openxmlformats.org/officeDocument/2006/relationships/notesMaster" Target="/ppt/notesMasters/notesMaster1.xml" Id="Rbdadccb04e384776"/></Relationships>
</file>

<file path=ppt/notesSlides/_rels/notesSlide31.xml.rels><?xml version='1.0' encoding='UTF-8' standalone='yes'?>
<Relationships xmlns="http://schemas.openxmlformats.org/package/2006/relationships"><Relationship Type="http://schemas.openxmlformats.org/officeDocument/2006/relationships/slide" Target="/ppt/slides/slide31.xml" Id="R0f778870b1b14e26"/><Relationship Type="http://schemas.openxmlformats.org/officeDocument/2006/relationships/notesMaster" Target="/ppt/notesMasters/notesMaster1.xml" Id="Rca3ee41435a4479a"/></Relationships>
</file>

<file path=ppt/notesSlides/_rels/notesSlide32.xml.rels><?xml version='1.0' encoding='UTF-8' standalone='yes'?>
<Relationships xmlns="http://schemas.openxmlformats.org/package/2006/relationships"><Relationship Type="http://schemas.openxmlformats.org/officeDocument/2006/relationships/slide" Target="/ppt/slides/slide32.xml" Id="R8e12bc5b9a684896"/><Relationship Type="http://schemas.openxmlformats.org/officeDocument/2006/relationships/notesMaster" Target="/ppt/notesMasters/notesMaster1.xml" Id="R2ba7e7e78a264c45"/></Relationships>
</file>

<file path=ppt/notesSlides/_rels/notesSlide33.xml.rels><?xml version='1.0' encoding='UTF-8' standalone='yes'?>
<Relationships xmlns="http://schemas.openxmlformats.org/package/2006/relationships"><Relationship Type="http://schemas.openxmlformats.org/officeDocument/2006/relationships/slide" Target="/ppt/slides/slide33.xml" Id="R64967e9c84d148e3"/><Relationship Type="http://schemas.openxmlformats.org/officeDocument/2006/relationships/notesMaster" Target="/ppt/notesMasters/notesMaster1.xml" Id="R2f07fd2fb7d340b1"/></Relationships>
</file>

<file path=ppt/notesSlides/_rels/notesSlide34.xml.rels><?xml version='1.0' encoding='UTF-8' standalone='yes'?>
<Relationships xmlns="http://schemas.openxmlformats.org/package/2006/relationships"><Relationship Type="http://schemas.openxmlformats.org/officeDocument/2006/relationships/slide" Target="/ppt/slides/slide34.xml" Id="Ra9918c818e024edb"/><Relationship Type="http://schemas.openxmlformats.org/officeDocument/2006/relationships/notesMaster" Target="/ppt/notesMasters/notesMaster1.xml" Id="R3ff17afd29b94426"/></Relationships>
</file>

<file path=ppt/notesSlides/_rels/notesSlide35.xml.rels><?xml version='1.0' encoding='UTF-8' standalone='yes'?>
<Relationships xmlns="http://schemas.openxmlformats.org/package/2006/relationships"><Relationship Type="http://schemas.openxmlformats.org/officeDocument/2006/relationships/slide" Target="/ppt/slides/slide35.xml" Id="R4c69916ceeca45a1"/><Relationship Type="http://schemas.openxmlformats.org/officeDocument/2006/relationships/notesMaster" Target="/ppt/notesMasters/notesMaster1.xml" Id="Rad0ce4540e7a4e96"/></Relationships>
</file>

<file path=ppt/notesSlides/_rels/notesSlide36.xml.rels><?xml version='1.0' encoding='UTF-8' standalone='yes'?>
<Relationships xmlns="http://schemas.openxmlformats.org/package/2006/relationships"><Relationship Type="http://schemas.openxmlformats.org/officeDocument/2006/relationships/slide" Target="/ppt/slides/slide36.xml" Id="R0aa988af62184ea7"/><Relationship Type="http://schemas.openxmlformats.org/officeDocument/2006/relationships/notesMaster" Target="/ppt/notesMasters/notesMaster1.xml" Id="R7bab79ee8a5f4cff"/></Relationships>
</file>

<file path=ppt/notesSlides/_rels/notesSlide37.xml.rels><?xml version='1.0' encoding='UTF-8' standalone='yes'?>
<Relationships xmlns="http://schemas.openxmlformats.org/package/2006/relationships"><Relationship Type="http://schemas.openxmlformats.org/officeDocument/2006/relationships/slide" Target="/ppt/slides/slide37.xml" Id="Ref5914c90ae44796"/><Relationship Type="http://schemas.openxmlformats.org/officeDocument/2006/relationships/notesMaster" Target="/ppt/notesMasters/notesMaster1.xml" Id="R8485f312809d470b"/></Relationships>
</file>

<file path=ppt/notesSlides/_rels/notesSlide38.xml.rels><?xml version='1.0' encoding='UTF-8' standalone='yes'?>
<Relationships xmlns="http://schemas.openxmlformats.org/package/2006/relationships"><Relationship Type="http://schemas.openxmlformats.org/officeDocument/2006/relationships/slide" Target="/ppt/slides/slide38.xml" Id="Rf46e79213f1442f9"/><Relationship Type="http://schemas.openxmlformats.org/officeDocument/2006/relationships/notesMaster" Target="/ppt/notesMasters/notesMaster1.xml" Id="R7ade44477a664d07"/></Relationships>
</file>

<file path=ppt/notesSlides/_rels/notesSlide39.xml.rels><?xml version='1.0' encoding='UTF-8' standalone='yes'?>
<Relationships xmlns="http://schemas.openxmlformats.org/package/2006/relationships"><Relationship Type="http://schemas.openxmlformats.org/officeDocument/2006/relationships/slide" Target="/ppt/slides/slide39.xml" Id="R6b4a6942421d48a8"/><Relationship Type="http://schemas.openxmlformats.org/officeDocument/2006/relationships/notesMaster" Target="/ppt/notesMasters/notesMaster1.xml" Id="Ra6f6dbed76144279"/></Relationships>
</file>

<file path=ppt/notesSlides/_rels/notesSlide40.xml.rels><?xml version='1.0' encoding='UTF-8' standalone='yes'?>
<Relationships xmlns="http://schemas.openxmlformats.org/package/2006/relationships"><Relationship Type="http://schemas.openxmlformats.org/officeDocument/2006/relationships/slide" Target="/ppt/slides/slide40.xml" Id="Rf1bd8a20370b4774"/><Relationship Type="http://schemas.openxmlformats.org/officeDocument/2006/relationships/notesMaster" Target="/ppt/notesMasters/notesMaster1.xml" Id="Rb252e0df9d8d498d"/></Relationships>
</file>

<file path=ppt/notesSlides/_rels/notesSlide41.xml.rels><?xml version='1.0' encoding='UTF-8' standalone='yes'?>
<Relationships xmlns="http://schemas.openxmlformats.org/package/2006/relationships"><Relationship Type="http://schemas.openxmlformats.org/officeDocument/2006/relationships/slide" Target="/ppt/slides/slide41.xml" Id="R888fd4e78ca8453a"/><Relationship Type="http://schemas.openxmlformats.org/officeDocument/2006/relationships/notesMaster" Target="/ppt/notesMasters/notesMaster1.xml" Id="Rb21189835993411b"/></Relationships>
</file>

<file path=ppt/notesSlides/_rels/notesSlide42.xml.rels><?xml version='1.0' encoding='UTF-8' standalone='yes'?>
<Relationships xmlns="http://schemas.openxmlformats.org/package/2006/relationships"><Relationship Type="http://schemas.openxmlformats.org/officeDocument/2006/relationships/slide" Target="/ppt/slides/slide42.xml" Id="Rcb48c2cf61a64f6d"/><Relationship Type="http://schemas.openxmlformats.org/officeDocument/2006/relationships/notesMaster" Target="/ppt/notesMasters/notesMaster1.xml" Id="R745d9666633c433e"/></Relationships>
</file>

<file path=ppt/notesSlides/_rels/notesSlide43.xml.rels><?xml version='1.0' encoding='UTF-8' standalone='yes'?>
<Relationships xmlns="http://schemas.openxmlformats.org/package/2006/relationships"><Relationship Type="http://schemas.openxmlformats.org/officeDocument/2006/relationships/slide" Target="/ppt/slides/slide43.xml" Id="R4983412f77ff48ae"/><Relationship Type="http://schemas.openxmlformats.org/officeDocument/2006/relationships/notesMaster" Target="/ppt/notesMasters/notesMaster1.xml" Id="Rdea029f9075c4093"/></Relationships>
</file>

<file path=ppt/notesSlides/_rels/notesSlide44.xml.rels><?xml version='1.0' encoding='UTF-8' standalone='yes'?>
<Relationships xmlns="http://schemas.openxmlformats.org/package/2006/relationships"><Relationship Type="http://schemas.openxmlformats.org/officeDocument/2006/relationships/slide" Target="/ppt/slides/slide44.xml" Id="R1ef60a5af07c45a9"/><Relationship Type="http://schemas.openxmlformats.org/officeDocument/2006/relationships/notesMaster" Target="/ppt/notesMasters/notesMaster1.xml" Id="R73125f2ffc25423d"/></Relationships>
</file>

<file path=ppt/notesSlides/_rels/notesSlide45.xml.rels><?xml version='1.0' encoding='UTF-8' standalone='yes'?>
<Relationships xmlns="http://schemas.openxmlformats.org/package/2006/relationships"><Relationship Type="http://schemas.openxmlformats.org/officeDocument/2006/relationships/slide" Target="/ppt/slides/slide45.xml" Id="R91ed391d99094615"/><Relationship Type="http://schemas.openxmlformats.org/officeDocument/2006/relationships/notesMaster" Target="/ppt/notesMasters/notesMaster1.xml" Id="Re373315d332d4888"/></Relationships>
</file>

<file path=ppt/notesSlides/_rels/notesSlide46.xml.rels><?xml version='1.0' encoding='UTF-8' standalone='yes'?>
<Relationships xmlns="http://schemas.openxmlformats.org/package/2006/relationships"><Relationship Type="http://schemas.openxmlformats.org/officeDocument/2006/relationships/slide" Target="/ppt/slides/slide46.xml" Id="R1d3a9dbd1d4544b3"/><Relationship Type="http://schemas.openxmlformats.org/officeDocument/2006/relationships/notesMaster" Target="/ppt/notesMasters/notesMaster1.xml" Id="R45f12b6cd96b45a8"/></Relationships>
</file>

<file path=ppt/notesSlides/_rels/notesSlide47.xml.rels><?xml version='1.0' encoding='UTF-8' standalone='yes'?>
<Relationships xmlns="http://schemas.openxmlformats.org/package/2006/relationships"><Relationship Type="http://schemas.openxmlformats.org/officeDocument/2006/relationships/slide" Target="/ppt/slides/slide47.xml" Id="R052e55d809534cb8"/><Relationship Type="http://schemas.openxmlformats.org/officeDocument/2006/relationships/notesMaster" Target="/ppt/notesMasters/notesMaster1.xml" Id="Rf3a26e9b704343e6"/></Relationships>
</file>

<file path=ppt/notesSlides/_rels/notesSlide48.xml.rels><?xml version='1.0' encoding='UTF-8' standalone='yes'?>
<Relationships xmlns="http://schemas.openxmlformats.org/package/2006/relationships"><Relationship Type="http://schemas.openxmlformats.org/officeDocument/2006/relationships/slide" Target="/ppt/slides/slide48.xml" Id="R175459f8b5024d0b"/><Relationship Type="http://schemas.openxmlformats.org/officeDocument/2006/relationships/notesMaster" Target="/ppt/notesMasters/notesMaster1.xml" Id="R2a6508a0deb64f01"/></Relationships>
</file>

<file path=ppt/notesSlides/_rels/notesSlide49.xml.rels><?xml version='1.0' encoding='UTF-8' standalone='yes'?>
<Relationships xmlns="http://schemas.openxmlformats.org/package/2006/relationships"><Relationship Type="http://schemas.openxmlformats.org/officeDocument/2006/relationships/slide" Target="/ppt/slides/slide49.xml" Id="R053cfa3a50564e25"/><Relationship Type="http://schemas.openxmlformats.org/officeDocument/2006/relationships/notesMaster" Target="/ppt/notesMasters/notesMaster1.xml" Id="Rdc10f00ddeed40a0"/></Relationships>
</file>

<file path=ppt/notesSlides/_rels/notesSlide50.xml.rels><?xml version='1.0' encoding='UTF-8' standalone='yes'?>
<Relationships xmlns="http://schemas.openxmlformats.org/package/2006/relationships"><Relationship Type="http://schemas.openxmlformats.org/officeDocument/2006/relationships/slide" Target="/ppt/slides/slide50.xml" Id="Ra2828c2ec6874263"/><Relationship Type="http://schemas.openxmlformats.org/officeDocument/2006/relationships/notesMaster" Target="/ppt/notesMasters/notesMaster1.xml" Id="Ra6de53b0cee34552"/></Relationships>
</file>

<file path=ppt/notesSlides/_rels/notesSlide51.xml.rels><?xml version='1.0' encoding='UTF-8' standalone='yes'?>
<Relationships xmlns="http://schemas.openxmlformats.org/package/2006/relationships"><Relationship Type="http://schemas.openxmlformats.org/officeDocument/2006/relationships/slide" Target="/ppt/slides/slide51.xml" Id="Re549755e794a4831"/><Relationship Type="http://schemas.openxmlformats.org/officeDocument/2006/relationships/notesMaster" Target="/ppt/notesMasters/notesMaster1.xml" Id="Rfa1856e7d3d040e5"/></Relationships>
</file>

<file path=ppt/notesSlides/_rels/notesSlide52.xml.rels><?xml version='1.0' encoding='UTF-8' standalone='yes'?>
<Relationships xmlns="http://schemas.openxmlformats.org/package/2006/relationships"><Relationship Type="http://schemas.openxmlformats.org/officeDocument/2006/relationships/slide" Target="/ppt/slides/slide52.xml" Id="Rbce01fe1498e442e"/><Relationship Type="http://schemas.openxmlformats.org/officeDocument/2006/relationships/notesMaster" Target="/ppt/notesMasters/notesMaster1.xml" Id="R10e73491990a4716"/></Relationships>
</file>

<file path=ppt/notesSlides/_rels/notesSlide53.xml.rels><?xml version='1.0' encoding='UTF-8' standalone='yes'?>
<Relationships xmlns="http://schemas.openxmlformats.org/package/2006/relationships"><Relationship Type="http://schemas.openxmlformats.org/officeDocument/2006/relationships/slide" Target="/ppt/slides/slide53.xml" Id="R4b54182e29234f44"/><Relationship Type="http://schemas.openxmlformats.org/officeDocument/2006/relationships/notesMaster" Target="/ppt/notesMasters/notesMaster1.xml" Id="R83e17ca40a9c4ed1"/></Relationships>
</file>

<file path=ppt/notesSlides/_rels/notesSlide54.xml.rels><?xml version='1.0' encoding='UTF-8' standalone='yes'?>
<Relationships xmlns="http://schemas.openxmlformats.org/package/2006/relationships"><Relationship Type="http://schemas.openxmlformats.org/officeDocument/2006/relationships/slide" Target="/ppt/slides/slide54.xml" Id="R1e6b186a3ac94448"/><Relationship Type="http://schemas.openxmlformats.org/officeDocument/2006/relationships/notesMaster" Target="/ppt/notesMasters/notesMaster1.xml" Id="Ra5f6c1c9656144c6"/></Relationships>
</file>

<file path=ppt/notesSlides/_rels/notesSlide55.xml.rels><?xml version='1.0' encoding='UTF-8' standalone='yes'?>
<Relationships xmlns="http://schemas.openxmlformats.org/package/2006/relationships"><Relationship Type="http://schemas.openxmlformats.org/officeDocument/2006/relationships/slide" Target="/ppt/slides/slide55.xml" Id="Rfcb73fdc61af4ae5"/><Relationship Type="http://schemas.openxmlformats.org/officeDocument/2006/relationships/notesMaster" Target="/ppt/notesMasters/notesMaster1.xml" Id="R79208b9701114254"/></Relationships>
</file>

<file path=ppt/notesSlides/_rels/notesSlide56.xml.rels><?xml version='1.0' encoding='UTF-8' standalone='yes'?>
<Relationships xmlns="http://schemas.openxmlformats.org/package/2006/relationships"><Relationship Type="http://schemas.openxmlformats.org/officeDocument/2006/relationships/slide" Target="/ppt/slides/slide56.xml" Id="Rb1e88584bd92435b"/><Relationship Type="http://schemas.openxmlformats.org/officeDocument/2006/relationships/notesMaster" Target="/ppt/notesMasters/notesMaster1.xml" Id="Rc501ad45807848d5"/></Relationships>
</file>

<file path=ppt/notesSlides/_rels/notesSlide57.xml.rels><?xml version='1.0' encoding='UTF-8' standalone='yes'?>
<Relationships xmlns="http://schemas.openxmlformats.org/package/2006/relationships"><Relationship Type="http://schemas.openxmlformats.org/officeDocument/2006/relationships/slide" Target="/ppt/slides/slide57.xml" Id="R9edd0d1505ae4580"/><Relationship Type="http://schemas.openxmlformats.org/officeDocument/2006/relationships/notesMaster" Target="/ppt/notesMasters/notesMaster1.xml" Id="R9bc6ef1335644f88"/></Relationships>
</file>

<file path=ppt/notesSlides/_rels/notesSlide58.xml.rels><?xml version='1.0' encoding='UTF-8' standalone='yes'?>
<Relationships xmlns="http://schemas.openxmlformats.org/package/2006/relationships"><Relationship Type="http://schemas.openxmlformats.org/officeDocument/2006/relationships/slide" Target="/ppt/slides/slide58.xml" Id="R4a9388c154054726"/><Relationship Type="http://schemas.openxmlformats.org/officeDocument/2006/relationships/notesMaster" Target="/ppt/notesMasters/notesMaster1.xml" Id="R1e45bdfbc49c4625"/></Relationships>
</file>

<file path=ppt/notesSlides/_rels/notesSlide59.xml.rels><?xml version='1.0' encoding='UTF-8' standalone='yes'?>
<Relationships xmlns="http://schemas.openxmlformats.org/package/2006/relationships"><Relationship Type="http://schemas.openxmlformats.org/officeDocument/2006/relationships/slide" Target="/ppt/slides/slide59.xml" Id="R5a3237df6b72427c"/><Relationship Type="http://schemas.openxmlformats.org/officeDocument/2006/relationships/notesMaster" Target="/ppt/notesMasters/notesMaster1.xml" Id="R12a90e4eb14a44e1"/></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DurianTrust giúp nông hộ và hợp tác xã tập hợp thông tin của một lô sầu riêng thành hồ sơ có thể chia sẻ cho bên mua. Chúng tôi bắt đầu từ công việc cụ thể: lưu thông tin lô, đính kèm ảnh và tài liệu, rồi mở hồ sơ bằng QR. Phần Solana nghiên cứu bàn giao có chữ ký. Phần AI hỗ trợ thử nghiệm phân loại ảnh lá. Hai phần này có giới hạn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22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DurianTrust giúp nông hộ và hợp tác xã tập hợp thông tin của một lô sầu riêng thành hồ sơ có thể chia sẻ cho bên mua. Chúng tôi bắt đầu từ công việc cụ thể: lưu thông tin lô, đính kèm ảnh và tài liệu, rồi mở hồ sơ bằng QR. Phần Solana nghiên cứu bàn giao có chữ ký. Phần AI hỗ trợ thử nghiệm phân loại ảnh lá. Hai phần này có giới hạn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22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28/09/2026.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28/09/2026.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28/09/2026.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28/09/2026.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minh họa dùng HTX chuẩn bị lô MAU-2026-01 tại Lâm Đồng, giống Ri6, khối lượng 850 kg và ngày thu hoạch 28/09/2026.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minh họa dùng HTX chuẩn bị lô MAU-2026-01 tại Lâm Đồng, giống Ri6, khối lượng 850 kg và ngày thu hoạch 28/09/2026.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minh họa dùng HTX chuẩn bị lô MAU-2026-01 tại Lâm Đồng, giống Ri6, khối lượng 850 kg và ngày thu hoạch 28/09/2026.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minh họa dùng HTX chuẩn bị lô MAU-2026-01 tại Lâm Đồng, giống Ri6, khối lượng 850 kg và ngày thu hoạch 28/09/2026.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lô có thể đính kèm ảnh JPG, PNG hoặc phiếu PDF, cùng nguồn và ngày tài liệu. Hệ thống kiểm tra loại tệp và dung lượng tối đa 5 MB. Việc đính kèm chưa xác minh người phát hành hoặc tính thật của phiếu.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lô có thể đính kèm ảnh JPG, PNG hoặc phiếu PDF, cùng nguồn và ngày tài liệu. Hệ thống kiểm tra loại tệp và dung lượng tối đa 5 MB. Việc đính kèm chưa xác minh người phát hành hoặc tính thật của phiếu.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lô có thể đính kèm ảnh JPG, PNG hoặc phiếu PDF, cùng nguồn và ngày tài liệu. Hệ thống kiểm tra loại tệp và dung lượng tối đa 5 MB. Việc đính kèm chưa xác minh người phát hành hoặc tính thật của phiếu.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Bấm vào video 90 giây đã nhúng. HTX minh họa tạo lô MAU-2026-01, đính kèm ảnh và tài liệu mô tả lô, rồi thêm mốc đóng gói. Chủ hồ sơ kiểm tra nội dung trước khi công khai QR. Bên mua mở hồ sơ chỉ đọc và tìm tài liệu đúng lô. Cuối video, HTX chuyển lại riêng tư để chặn lượt đọc mới. Video dùng ảnh giao diện app local cùng con trỏ và highlight minh họa. Auth và API được mô phỏng, không chứng minh hoàn tất flow trên production. PDF là tài liệu demo, không phải phiếu kiểm nghiệm. Nếu PowerPoint không phát, dùng link video dự phòng hoặc file MP4 đi kèm.</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https://durian-web3.vercel.app/submission/DurianTrust_HTX_Demo_90s.mp4</a:t>
            </a:r>
          </a:p>
          <a:p xmlns:a="http://schemas.openxmlformats.org/drawingml/2006/main">
            <a:r>
              <a:t>Ảnh giao diện do submission/review/capture-cloud-workflow.mjs ghi từ app local. Video dựng bởi submission/review/render-cloud-demo.py. Ảnh sầu riêng: Sodanie Chea, CC BY 2.0, https://commons.wikimedia.org/wiki/File:Durian_(8425934020).jpg. Native video theo tài liệu Microsoft: https://learn.microsoft.com/en-us/office/open-xml/presentation/how-to-add-a-video-to-a-slide-in-a-presentation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90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xử lý ảnh bằng Pillow/NumPy rồi chạy ONNX Runtime; model file trong repo là api/leaf_disease_model.onnx. Trên phần test Mendeley Data v2, chỉ ba nhãn Healthy, Algal và Phomopsis được đối chiếu. Sau khi loại 4 ảnh gần trùng manifest DurianLDD và 1 ảnh gần trùng trong tập external, model API đúng 80/202 ảnh (39,6%); Phomopsis đúng 0/59. Candidate Colab PyTorch MobileNetV3Small đúng 72/202 (35,6%). Chưa xác nhận bản Render đang dùng cùng model hash; provenance training của model API chưa rõ. Đây không phải đánh giá năm lớp hoặc test độc lập theo vườn. Gợi ý bệnh cần chuyên gia kiểm tra; ảnh lá không đo Cadimi hay Vàng O.</a:t>
            </a:r>
          </a:p>
          <a:p xmlns:a="http://schemas.openxmlformats.org/drawingml/2006/main">
            <a:r>
              <a:t/>
            </a:r>
          </a:p>
          <a:p xmlns:a="http://schemas.openxmlformats.org/drawingml/2006/main">
            <a:r>
              <a:t>Nguồn: https://data.mendeley.com/datasets/pxzvksbwnj/2 (CC BY 4.0); https://github.com/vinhelysia/DurainCheckerDemo/blob/main/submission/review/ai-training/MENDELEY_EXTERNAL_EVAL.md.</a:t>
            </a:r>
          </a:p>
          <a:p xmlns:a="http://schemas.openxmlformats.org/drawingml/2006/main">
            <a:r>
              <a:t>api/predict_leaf.py, backend/app.py, backend/requirements.txt và ml/durian_leaf_disease_classifier_colab.ipynb. Chưa xác minh quan hệ giữa toàn bộ quy trình notebook và artifact model đã deploy; không suy ra accuracy hay nguồn dữ liệu từ framework.</a:t>
            </a:r>
          </a:p>
          <a:p xmlns:a="http://schemas.openxmlformats.org/drawingml/2006/main">
            <a:r>
              <a:t>Hình nền là minh họa tạo bằng AI, không phải ảnh thực địa. Ảnh API ngày 26/09/2026 không đo accuracy.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xử lý ảnh bằng Pillow/NumPy rồi chạy ONNX Runtime; model file trong repo là api/leaf_disease_model.onnx. Trên phần test Mendeley Data v2, chỉ ba nhãn Healthy, Algal và Phomopsis được đối chiếu. Sau khi loại 4 ảnh gần trùng manifest DurianLDD và 1 ảnh gần trùng trong tập external, model API đúng 80/202 ảnh (39,6%); Phomopsis đúng 0/59. Candidate Colab PyTorch MobileNetV3Small đúng 72/202 (35,6%). Chưa xác nhận bản Render đang dùng cùng model hash; provenance training của model API chưa rõ. Đây không phải đánh giá năm lớp hoặc test độc lập theo vườn. Gợi ý bệnh cần chuyên gia kiểm tra; ảnh lá không đo Cadimi hay Vàng O.</a:t>
            </a:r>
          </a:p>
          <a:p xmlns:a="http://schemas.openxmlformats.org/drawingml/2006/main">
            <a:r>
              <a:t/>
            </a:r>
          </a:p>
          <a:p xmlns:a="http://schemas.openxmlformats.org/drawingml/2006/main">
            <a:r>
              <a:t>Nguồn: https://data.mendeley.com/datasets/pxzvksbwnj/2 (CC BY 4.0); https://github.com/vinhelysia/DurainCheckerDemo/blob/main/submission/review/ai-training/MENDELEY_EXTERNAL_EVAL.md.</a:t>
            </a:r>
          </a:p>
          <a:p xmlns:a="http://schemas.openxmlformats.org/drawingml/2006/main">
            <a:r>
              <a:t>api/predict_leaf.py, backend/app.py, backend/requirements.txt và ml/durian_leaf_disease_classifier_colab.ipynb. Chưa xác minh quan hệ giữa toàn bộ quy trình notebook và artifact model đã deploy; không suy ra accuracy hay nguồn dữ liệu từ framework.</a:t>
            </a:r>
          </a:p>
          <a:p xmlns:a="http://schemas.openxmlformats.org/drawingml/2006/main">
            <a:r>
              <a:t>Hình nền là minh họa tạo bằng AI, không phải ảnh thực địa. Ảnh API ngày 26/09/2026 không đo accuracy.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xử lý ảnh bằng Pillow/NumPy rồi chạy ONNX Runtime; model file trong repo là api/leaf_disease_model.onnx. Trên phần test Mendeley Data v2, chỉ ba nhãn Healthy, Algal và Phomopsis được đối chiếu. Sau khi loại 4 ảnh gần trùng manifest DurianLDD và 1 ảnh gần trùng trong tập external, model API đúng 80/202 ảnh (39,6%); Phomopsis đúng 0/59. Candidate Colab PyTorch MobileNetV3Small đúng 72/202 (35,6%). Chưa xác nhận bản Render đang dùng cùng model hash; provenance training của model API chưa rõ. Đây không phải đánh giá năm lớp hoặc test độc lập theo vườn. Gợi ý bệnh cần chuyên gia kiểm tra; ảnh lá không đo Cadimi hay Vàng O.</a:t>
            </a:r>
          </a:p>
          <a:p xmlns:a="http://schemas.openxmlformats.org/drawingml/2006/main">
            <a:r>
              <a:t/>
            </a:r>
          </a:p>
          <a:p xmlns:a="http://schemas.openxmlformats.org/drawingml/2006/main">
            <a:r>
              <a:t>Nguồn: https://data.mendeley.com/datasets/pxzvksbwnj/2 (CC BY 4.0); https://github.com/vinhelysia/DurainCheckerDemo/blob/main/submission/review/ai-training/MENDELEY_EXTERNAL_EVAL.md.</a:t>
            </a:r>
          </a:p>
          <a:p xmlns:a="http://schemas.openxmlformats.org/drawingml/2006/main">
            <a:r>
              <a:t>api/predict_leaf.py, backend/app.py, backend/requirements.txt và ml/durian_leaf_disease_classifier_colab.ipynb. Chưa xác minh quan hệ giữa toàn bộ quy trình notebook và artifact model đã deploy; không suy ra accuracy hay nguồn dữ liệu từ framework.</a:t>
            </a:r>
          </a:p>
          <a:p xmlns:a="http://schemas.openxmlformats.org/drawingml/2006/main">
            <a:r>
              <a:t>Hình nền là minh họa tạo bằng AI, không phải ảnh thực địa. Ảnh API ngày 26/09/2026 không đo accuracy.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thử nghiệm tabular dùng scikit-learn để huấn luyện, skl2onnx để xuất model và ONNX Runtime để inference. Script so sánh Random Forest với Logistic Regression. Dữ liệu là synthetic; không có cơ sở nói mô hình dự đoán đúng Cadimi thực tế. Bộ đối chiếu số đo với ngưỡng trong demo là quy tắc xác định, không phải AI. Ngưỡng minh họa chưa được xác minh pháp lý cho thị trường đích.</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ml/train.py, ml/train_disease.py, ml/requirements.txt, api/predict.py và api/predict_disease.py. Không dùng kết quả trên synthetic data như đánh giá thực địa.</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thử nghiệm tabular dùng scikit-learn để huấn luyện, skl2onnx để xuất model và ONNX Runtime để inference. Script so sánh Random Forest với Logistic Regression. Dữ liệu là synthetic; không có cơ sở nói mô hình dự đoán đúng Cadimi thực tế. Bộ đối chiếu số đo với ngưỡng trong demo là quy tắc xác định, không phải AI. Ngưỡng minh họa chưa được xác minh pháp lý cho thị trường đích.</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ml/train.py, ml/train_disease.py, ml/requirements.txt, api/predict.py và api/predict_disease.py. Không dùng kết quả trên synthetic data như đánh giá thực địa.</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Website và API đã deploy; người dùng xác nhận Google login vào được màn quản lý. Local tests cho cloud client và backend pass, nhưng chưa hoàn tất tạo lô, upload, công khai rồi thu hồi trên production. Solana có source và local validator. Model API trong repo có phép dò trên Mendeley v2: 80/202 ảnh đúng trong ba nhãn đối chiếu, Phomopsis 0/59. Chưa xác minh hash bản Render hoặc hiệu năng theo vườn/cây. Mốc tiếp theo là kiểm chứng flow thật và xin một pilot nhỏ.</a:t>
            </a:r>
          </a:p>
          <a:p xmlns:a="http://schemas.openxmlformats.org/drawingml/2006/main">
            <a:r>
              <a:t/>
            </a:r>
          </a: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Website và API đã deploy; người dùng xác nhận Google login vào được màn quản lý. Local tests cho cloud client và backend pass, nhưng chưa hoàn tất tạo lô, upload, công khai rồi thu hồi trên production. Solana có source và local validator. Model API trong repo có phép dò trên Mendeley v2: 80/202 ảnh đúng trong ba nhãn đối chiếu, Phomopsis 0/59. Chưa xác minh hash bản Render hoặc hiệu năng theo vườn/cây. Mốc tiếp theo là kiểm chứng flow thật và xin một pilot nhỏ.</a:t>
            </a:r>
          </a:p>
          <a:p xmlns:a="http://schemas.openxmlformats.org/drawingml/2006/main">
            <a:r>
              <a:t/>
            </a:r>
          </a: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Website và API đã deploy; người dùng xác nhận Google login vào được màn quản lý. Local tests cho cloud client và backend pass, nhưng chưa hoàn tất tạo lô, upload, công khai rồi thu hồi trên production. Solana có source và local validator. Model API trong repo có phép dò trên Mendeley v2: 80/202 ảnh đúng trong ba nhãn đối chiếu, Phomopsis 0/59. Chưa xác minh hash bản Render hoặc hiệu năng theo vườn/cây. Mốc tiếp theo là kiểm chứng flow thật và xin một pilot nhỏ.</a:t>
            </a:r>
          </a:p>
          <a:p xmlns:a="http://schemas.openxmlformats.org/drawingml/2006/main">
            <a:r>
              <a:t/>
            </a:r>
          </a: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Mời ban giám khảo mở hồ sơ mẫu bằng QR và xem repository công khai. DurianTrust tập trung vào một công việc có thể dùng thử: chuẩn bị và chia sẻ hồ sơ của một lô. Giá trị cần chứng minh bằng pilot là người dùng tìm được tài liệu đúng lô nhanh hơn và biết hồ sơ đang thiếu gì. Phần Solana nghiên cứu bàn giao có hai chữ ký, còn AI là thử nghiệm hỗ trợ. Chúng tôi mong nhận phản hồi về pilot và khả năng xác minh nguồn tài liệu.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Mời ban giám khảo mở hồ sơ mẫu bằng QR và xem repository công khai. DurianTrust tập trung vào một công việc có thể dùng thử: chuẩn bị và chia sẻ hồ sơ của một lô. Giá trị cần chứng minh bằng pilot là người dùng tìm được tài liệu đúng lô nhanh hơn và biết hồ sơ đang thiếu gì. Phần Solana nghiên cứu bàn giao có hai chữ ký, còn AI là thử nghiệm hỗ trợ. Chúng tôi mong nhận phản hồi về pilot và khả năng xác minh nguồn tài liệu.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880bf02d1f9f44ee"/></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d1f86fa9f2504f7e"/><Relationship Type="http://schemas.openxmlformats.org/officeDocument/2006/relationships/slideLayout" Target="/ppt/slideLayouts/slideLayout1.xml" Id="R7bf8cb8795b04165"/></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f8cb8795b041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400266197b154bc9"/><Relationship Type="http://schemas.openxmlformats.org/officeDocument/2006/relationships/image" Target="/ppt/media/image.png" Id="R447967732bd94b96"/><Relationship Type="http://schemas.openxmlformats.org/officeDocument/2006/relationships/image" Target="/ppt/media/image2.png" Id="R60deeaefc62340c8"/><Relationship Type="http://schemas.openxmlformats.org/officeDocument/2006/relationships/notesSlide" Target="/ppt/notesSlides/notesSlide1.xml" Id="R44c3f24e1c7c47bf"/></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d7d3245ed3ec44a0"/><Relationship Type="http://schemas.openxmlformats.org/officeDocument/2006/relationships/image" Target="../media/image.png" Id="R2de8f86d14bb4727"/><Relationship Type="http://schemas.openxmlformats.org/officeDocument/2006/relationships/image" Target="../media/image2.png" Id="Rf4b3c0e5276149b4"/><Relationship Type="http://schemas.openxmlformats.org/officeDocument/2006/relationships/notesSlide" Target="/ppt/notesSlides/notesSlide2.xml" Id="Rb4d90e9f60cd4506"/></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48e1a79427b94397"/><Relationship Type="http://schemas.openxmlformats.org/officeDocument/2006/relationships/image" Target="/ppt/media/image5.png" Id="R22c5a6b068144b6a"/><Relationship Type="http://schemas.openxmlformats.org/officeDocument/2006/relationships/notesSlide" Target="/ppt/notesSlides/notesSlide3.xml" Id="Rd24305fe0f2e4b28"/></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ab9092048e524ba1"/><Relationship Type="http://schemas.openxmlformats.org/officeDocument/2006/relationships/image" Target="../media/image5.png" Id="R8b1008f1151e4f94"/><Relationship Type="http://schemas.openxmlformats.org/officeDocument/2006/relationships/notesSlide" Target="/ppt/notesSlides/notesSlide4.xml" Id="R3131223ea72d4cdb"/></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15ca62128eae4913"/><Relationship Type="http://schemas.openxmlformats.org/officeDocument/2006/relationships/image" Target="../media/image5.png" Id="Rf36ec2efabe54427"/><Relationship Type="http://schemas.openxmlformats.org/officeDocument/2006/relationships/notesSlide" Target="/ppt/notesSlides/notesSlide5.xml" Id="R0e468af50a6842ff"/></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5233628f29c54174"/><Relationship Type="http://schemas.openxmlformats.org/officeDocument/2006/relationships/image" Target="../media/image5.png" Id="Rce2fb1e830564e46"/><Relationship Type="http://schemas.openxmlformats.org/officeDocument/2006/relationships/notesSlide" Target="/ppt/notesSlides/notesSlide6.xml" Id="R0f13b95e5fbc4b0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1cb34afcf9d2401e"/><Relationship Type="http://schemas.openxmlformats.org/officeDocument/2006/relationships/image" Target="/ppt/media/image9.png" Id="Ra264f50fdbc9484b"/><Relationship Type="http://schemas.openxmlformats.org/officeDocument/2006/relationships/notesSlide" Target="/ppt/notesSlides/notesSlide7.xml" Id="R48e0b16c7aaf4323"/></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28eba4598fca4d60"/><Relationship Type="http://schemas.openxmlformats.org/officeDocument/2006/relationships/image" Target="../media/image9.png" Id="R08b35984b0124abf"/><Relationship Type="http://schemas.openxmlformats.org/officeDocument/2006/relationships/notesSlide" Target="/ppt/notesSlides/notesSlide8.xml" Id="Rca0b9af3966b488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7629c8ccc03643dc"/><Relationship Type="http://schemas.openxmlformats.org/officeDocument/2006/relationships/image" Target="../media/image9.png" Id="R0d9d5b586619434a"/><Relationship Type="http://schemas.openxmlformats.org/officeDocument/2006/relationships/notesSlide" Target="/ppt/notesSlides/notesSlide9.xml" Id="R55efbb38276f41d9"/></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0939af2a824e4b34"/><Relationship Type="http://schemas.openxmlformats.org/officeDocument/2006/relationships/image" Target="/ppt/media/image12.png" Id="R5716a7c1ddf047f3"/><Relationship Type="http://schemas.openxmlformats.org/officeDocument/2006/relationships/notesSlide" Target="/ppt/notesSlides/notesSlide10.xml" Id="Rd601ff799dff4efa"/></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79d9c75209794914"/><Relationship Type="http://schemas.openxmlformats.org/officeDocument/2006/relationships/image" Target="../media/image12.png" Id="R8072c4a2018f4970"/><Relationship Type="http://schemas.openxmlformats.org/officeDocument/2006/relationships/notesSlide" Target="/ppt/notesSlides/notesSlide11.xml" Id="R64ef91b10af4443d"/></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4768b52baf624060"/><Relationship Type="http://schemas.openxmlformats.org/officeDocument/2006/relationships/image" Target="../media/image12.png" Id="R668ea16c213a46ef"/><Relationship Type="http://schemas.openxmlformats.org/officeDocument/2006/relationships/notesSlide" Target="/ppt/notesSlides/notesSlide12.xml" Id="R0a1c355bddc44958"/></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887496228f134f17"/><Relationship Type="http://schemas.openxmlformats.org/officeDocument/2006/relationships/image" Target="../media/image12.png" Id="R44292af2a80646c0"/><Relationship Type="http://schemas.openxmlformats.org/officeDocument/2006/relationships/notesSlide" Target="/ppt/notesSlides/notesSlide13.xml" Id="Rb9df4bf1dc284cf0"/></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cde420c135f24767"/><Relationship Type="http://schemas.openxmlformats.org/officeDocument/2006/relationships/image" Target="../media/image5.png" Id="R22ca64a8f4b5428d"/><Relationship Type="http://schemas.openxmlformats.org/officeDocument/2006/relationships/image" Target="/ppt/media/image17.png" Id="R9efb4f26c1d04173"/><Relationship Type="http://schemas.openxmlformats.org/officeDocument/2006/relationships/notesSlide" Target="/ppt/notesSlides/notesSlide14.xml" Id="Rdad6ff068edb41d1"/></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a4a581746a5c4f27"/><Relationship Type="http://schemas.openxmlformats.org/officeDocument/2006/relationships/image" Target="../media/image5.png" Id="Rc5cfc69f95c743e6"/><Relationship Type="http://schemas.openxmlformats.org/officeDocument/2006/relationships/image" Target="../media/image17.png" Id="R7e666fadc02e4c7b"/><Relationship Type="http://schemas.openxmlformats.org/officeDocument/2006/relationships/notesSlide" Target="/ppt/notesSlides/notesSlide15.xml" Id="R605f514c63ac4ff7"/></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457dbacb94a9447d"/><Relationship Type="http://schemas.openxmlformats.org/officeDocument/2006/relationships/image" Target="../media/image5.png" Id="R2a900d89b1a04894"/><Relationship Type="http://schemas.openxmlformats.org/officeDocument/2006/relationships/image" Target="../media/image17.png" Id="Rfd78ef7837f54106"/><Relationship Type="http://schemas.openxmlformats.org/officeDocument/2006/relationships/notesSlide" Target="/ppt/notesSlides/notesSlide16.xml" Id="R782b4cdac735430e"/></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1ca70053de0b4f3e"/><Relationship Type="http://schemas.openxmlformats.org/officeDocument/2006/relationships/image" Target="../media/image5.png" Id="R40597e9d477e48a7"/><Relationship Type="http://schemas.openxmlformats.org/officeDocument/2006/relationships/image" Target="../media/image17.png" Id="Rb68ccb7da2bb4358"/><Relationship Type="http://schemas.openxmlformats.org/officeDocument/2006/relationships/notesSlide" Target="/ppt/notesSlides/notesSlide17.xml" Id="Rab102fa7d0664927"/></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85f1d09740e84eff"/><Relationship Type="http://schemas.openxmlformats.org/officeDocument/2006/relationships/image" Target="../media/image5.png" Id="R78ffdda9a1af4c79"/><Relationship Type="http://schemas.openxmlformats.org/officeDocument/2006/relationships/notesSlide" Target="/ppt/notesSlides/notesSlide18.xml" Id="R7a0d2db2639744ce"/></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7f0d99921f2645ab"/><Relationship Type="http://schemas.openxmlformats.org/officeDocument/2006/relationships/image" Target="../media/image5.png" Id="R13c21cbe068e4501"/><Relationship Type="http://schemas.openxmlformats.org/officeDocument/2006/relationships/notesSlide" Target="/ppt/notesSlides/notesSlide19.xml" Id="Rb4b99ed783d84efa"/></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b3dbb3757b014092"/><Relationship Type="http://schemas.openxmlformats.org/officeDocument/2006/relationships/image" Target="../media/image5.png" Id="Rac948fcd9ccf4fb0"/><Relationship Type="http://schemas.openxmlformats.org/officeDocument/2006/relationships/notesSlide" Target="/ppt/notesSlides/notesSlide20.xml" Id="Rdc45cec6bf464f52"/></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1.xml" Id="R18014e41ef5747c2"/><Relationship Type="http://schemas.openxmlformats.org/officeDocument/2006/relationships/image" Target="../media/image12.png" Id="Ra40653d5ba3e48b6"/><Relationship Type="http://schemas.openxmlformats.org/officeDocument/2006/relationships/notesSlide" Target="/ppt/notesSlides/notesSlide21.xml" Id="R4692559ee9f34b44"/></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1.xml" Id="R7ea77413422f4efc"/><Relationship Type="http://schemas.openxmlformats.org/officeDocument/2006/relationships/image" Target="../media/image12.png" Id="R3e265e3fbab243ec"/><Relationship Type="http://schemas.openxmlformats.org/officeDocument/2006/relationships/notesSlide" Target="/ppt/notesSlides/notesSlide22.xml" Id="R5897bcefae4c49e5"/></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1.xml" Id="R5e7eaf4590594f9e"/><Relationship Type="http://schemas.openxmlformats.org/officeDocument/2006/relationships/image" Target="../media/image12.png" Id="Rba58f5c67a9c475a"/><Relationship Type="http://schemas.openxmlformats.org/officeDocument/2006/relationships/notesSlide" Target="/ppt/notesSlides/notesSlide23.xml" Id="R08adc8b700134894"/></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1.xml" Id="R7fe40716abe248c0"/><Relationship Type="http://schemas.openxmlformats.org/officeDocument/2006/relationships/image" Target="../media/image12.png" Id="R89471b38f78e4f4a"/><Relationship Type="http://schemas.openxmlformats.org/officeDocument/2006/relationships/notesSlide" Target="/ppt/notesSlides/notesSlide24.xml" Id="R93c83feb26004b67"/></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1.xml" Id="R9d0dcba3d452456f"/><Relationship Type="http://schemas.openxmlformats.org/officeDocument/2006/relationships/image" Target="../media/image12.png" Id="R43e0720bc99f4fe0"/><Relationship Type="http://schemas.openxmlformats.org/officeDocument/2006/relationships/image" Target="/ppt/media/image32.png" Id="R7adbf599f06c4af8"/><Relationship Type="http://schemas.openxmlformats.org/officeDocument/2006/relationships/notesSlide" Target="/ppt/notesSlides/notesSlide25.xml" Id="Rcb3944900c064c20"/></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1.xml" Id="R42bfed634c7a41f9"/><Relationship Type="http://schemas.openxmlformats.org/officeDocument/2006/relationships/image" Target="../media/image12.png" Id="Re2e4479cabdb455d"/><Relationship Type="http://schemas.openxmlformats.org/officeDocument/2006/relationships/image" Target="../media/image32.png" Id="R833809805bca4468"/><Relationship Type="http://schemas.openxmlformats.org/officeDocument/2006/relationships/notesSlide" Target="/ppt/notesSlides/notesSlide26.xml" Id="R47ca965744f04844"/></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1.xml" Id="Rda0d5bff09fc46b6"/><Relationship Type="http://schemas.openxmlformats.org/officeDocument/2006/relationships/image" Target="../media/image12.png" Id="R428ee5807b1349ec"/><Relationship Type="http://schemas.openxmlformats.org/officeDocument/2006/relationships/image" Target="../media/image32.png" Id="R5eaee6fff0104296"/><Relationship Type="http://schemas.openxmlformats.org/officeDocument/2006/relationships/image" Target="/ppt/media/image37.png" Id="Reb759983234b4035"/><Relationship Type="http://schemas.openxmlformats.org/officeDocument/2006/relationships/notesSlide" Target="/ppt/notesSlides/notesSlide27.xml" Id="Rfc8ad29d35cd42fb"/></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1.xml" Id="Ref97af260a774343"/><Relationship Type="http://schemas.openxmlformats.org/officeDocument/2006/relationships/image" Target="../media/image12.png" Id="R6c5704d3d20b49fa"/><Relationship Type="http://schemas.openxmlformats.org/officeDocument/2006/relationships/image" Target="../media/image32.png" Id="R56b88ba2d95d49f9"/><Relationship Type="http://schemas.openxmlformats.org/officeDocument/2006/relationships/image" Target="../media/image37.png" Id="Rd38cb6bc443c492b"/><Relationship Type="http://schemas.openxmlformats.org/officeDocument/2006/relationships/notesSlide" Target="/ppt/notesSlides/notesSlide28.xml" Id="Rad9f41e4cbed4e57"/></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1.xml" Id="R02c0889f622249d7"/><Relationship Type="http://schemas.openxmlformats.org/officeDocument/2006/relationships/image" Target="../media/image12.png" Id="Rf099ab32c4d44fb3"/><Relationship Type="http://schemas.openxmlformats.org/officeDocument/2006/relationships/notesSlide" Target="/ppt/notesSlides/notesSlide29.xml" Id="R2b629eb82bff4403"/></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1.xml" Id="R4e800e13a93842b7"/><Relationship Type="http://schemas.openxmlformats.org/officeDocument/2006/relationships/image" Target="../media/image12.png" Id="Rb4701c9350584955"/><Relationship Type="http://schemas.openxmlformats.org/officeDocument/2006/relationships/notesSlide" Target="/ppt/notesSlides/notesSlide30.xml" Id="R684eececcc804765"/></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1.xml" Id="Rbabb179d53ce46b4"/><Relationship Type="http://schemas.openxmlformats.org/officeDocument/2006/relationships/image" Target="../media/image12.png" Id="R88a91e4c2f694bfc"/><Relationship Type="http://schemas.openxmlformats.org/officeDocument/2006/relationships/notesSlide" Target="/ppt/notesSlides/notesSlide31.xml" Id="R7e782574dda54263"/></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1.xml" Id="R49f47021e03343ed"/><Relationship Type="http://schemas.openxmlformats.org/officeDocument/2006/relationships/image" Target="../media/image12.png" Id="Rab50b55a1fed4318"/><Relationship Type="http://schemas.openxmlformats.org/officeDocument/2006/relationships/image" Target="/ppt/media/image45.png" Id="R91a6dcd88c084e98"/><Relationship Type="http://schemas.openxmlformats.org/officeDocument/2006/relationships/hyperlink" Target="https://durian-web3.vercel.app/submission/DurianTrust_HTX_Demo_90s.mp4" TargetMode="External" Id="Re26199ef2d5c4961"/><Relationship Type="http://schemas.openxmlformats.org/officeDocument/2006/relationships/notesSlide" Target="/ppt/notesSlides/notesSlide32.xml" Id="R996ff29650754d67"/><Relationship Id="rIdDemoVideo" Type="http://schemas.openxmlformats.org/officeDocument/2006/relationships/video" Target="../media/durian-demo.mp4"/><Relationship Id="rIdDemoMedia" Type="http://schemas.microsoft.com/office/2007/relationships/media" Target="../media/durian-demo.mp4"/></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1.xml" Id="Rc367c543f7564439"/><Relationship Type="http://schemas.openxmlformats.org/officeDocument/2006/relationships/image" Target="../media/image12.png" Id="R68a9012c862b421a"/><Relationship Type="http://schemas.openxmlformats.org/officeDocument/2006/relationships/notesSlide" Target="/ppt/notesSlides/notesSlide33.xml" Id="Rfe1ce0094b29428f"/></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1.xml" Id="Re376ce1fe94b4bab"/><Relationship Type="http://schemas.openxmlformats.org/officeDocument/2006/relationships/image" Target="../media/image12.png" Id="R5878ff9e0b134270"/><Relationship Type="http://schemas.openxmlformats.org/officeDocument/2006/relationships/notesSlide" Target="/ppt/notesSlides/notesSlide34.xml" Id="Rd5b52db31cfe41dc"/></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1.xml" Id="Rfff273e468884ed0"/><Relationship Type="http://schemas.openxmlformats.org/officeDocument/2006/relationships/image" Target="../media/image12.png" Id="Rd6f1133ec8bf44ea"/><Relationship Type="http://schemas.openxmlformats.org/officeDocument/2006/relationships/notesSlide" Target="/ppt/notesSlides/notesSlide35.xml" Id="R089efcfad2e64875"/></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1.xml" Id="R14eaeb03c7314df6"/><Relationship Type="http://schemas.openxmlformats.org/officeDocument/2006/relationships/image" Target="../media/image12.png" Id="R853020a19e2b4a99"/><Relationship Type="http://schemas.openxmlformats.org/officeDocument/2006/relationships/notesSlide" Target="/ppt/notesSlides/notesSlide36.xml" Id="Re7185e9fd6784fd5"/></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1.xml" Id="Rb86159d120534ca0"/><Relationship Type="http://schemas.openxmlformats.org/officeDocument/2006/relationships/image" Target="/ppt/media/image50.png" Id="R225747e159ae407d"/><Relationship Type="http://schemas.openxmlformats.org/officeDocument/2006/relationships/notesSlide" Target="/ppt/notesSlides/notesSlide37.xml" Id="Rc9d97eb4198f422d"/></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1.xml" Id="Rec02c329c87640b9"/><Relationship Type="http://schemas.openxmlformats.org/officeDocument/2006/relationships/image" Target="../media/image50.png" Id="R8162b3e568d9434d"/><Relationship Type="http://schemas.openxmlformats.org/officeDocument/2006/relationships/notesSlide" Target="/ppt/notesSlides/notesSlide38.xml" Id="R642e0a876f2d495a"/></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1.xml" Id="Rbe648e8ed46747b4"/><Relationship Type="http://schemas.openxmlformats.org/officeDocument/2006/relationships/image" Target="../media/image50.png" Id="R4056399d3bb94364"/><Relationship Type="http://schemas.openxmlformats.org/officeDocument/2006/relationships/notesSlide" Target="/ppt/notesSlides/notesSlide39.xml" Id="R6c2fae61ec2d4e76"/></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1.xml" Id="R26546a7238fd4b8c"/><Relationship Type="http://schemas.openxmlformats.org/officeDocument/2006/relationships/image" Target="../media/image50.png" Id="R2c84fe5be9e64ff3"/><Relationship Type="http://schemas.openxmlformats.org/officeDocument/2006/relationships/notesSlide" Target="/ppt/notesSlides/notesSlide40.xml" Id="R3ab7451c952945db"/></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1.xml" Id="R41234564424141dd"/><Relationship Type="http://schemas.openxmlformats.org/officeDocument/2006/relationships/image" Target="../media/image12.png" Id="R404cf01b23ad4261"/><Relationship Type="http://schemas.openxmlformats.org/officeDocument/2006/relationships/notesSlide" Target="/ppt/notesSlides/notesSlide41.xml" Id="R8c194db989454278"/></Relationships>
</file>

<file path=ppt/slides/_rels/slide42.xml.rels><?xml version='1.0' encoding='UTF-8' standalone='yes'?>
<Relationships xmlns="http://schemas.openxmlformats.org/package/2006/relationships"><Relationship Type="http://schemas.openxmlformats.org/officeDocument/2006/relationships/slideLayout" Target="/ppt/slideLayouts/slideLayout1.xml" Id="R178194997f2b4717"/><Relationship Type="http://schemas.openxmlformats.org/officeDocument/2006/relationships/image" Target="../media/image12.png" Id="Ra78ab7e7c45343e5"/><Relationship Type="http://schemas.openxmlformats.org/officeDocument/2006/relationships/notesSlide" Target="/ppt/notesSlides/notesSlide42.xml" Id="R1e71739af24f4d20"/></Relationships>
</file>

<file path=ppt/slides/_rels/slide43.xml.rels><?xml version='1.0' encoding='UTF-8' standalone='yes'?>
<Relationships xmlns="http://schemas.openxmlformats.org/package/2006/relationships"><Relationship Type="http://schemas.openxmlformats.org/officeDocument/2006/relationships/slideLayout" Target="/ppt/slideLayouts/slideLayout1.xml" Id="R98b1bee343ea4f3e"/><Relationship Type="http://schemas.openxmlformats.org/officeDocument/2006/relationships/image" Target="../media/image12.png" Id="R91cd821c9a224b1c"/><Relationship Type="http://schemas.openxmlformats.org/officeDocument/2006/relationships/notesSlide" Target="/ppt/notesSlides/notesSlide43.xml" Id="R7efa4ca9b7674147"/></Relationships>
</file>

<file path=ppt/slides/_rels/slide44.xml.rels><?xml version='1.0' encoding='UTF-8' standalone='yes'?>
<Relationships xmlns="http://schemas.openxmlformats.org/package/2006/relationships"><Relationship Type="http://schemas.openxmlformats.org/officeDocument/2006/relationships/slideLayout" Target="/ppt/slideLayouts/slideLayout1.xml" Id="R65a1153ce9e5441a"/><Relationship Type="http://schemas.openxmlformats.org/officeDocument/2006/relationships/image" Target="/ppt/media/image57.png" Id="R370104696a1a433e"/><Relationship Type="http://schemas.openxmlformats.org/officeDocument/2006/relationships/notesSlide" Target="/ppt/notesSlides/notesSlide44.xml" Id="R74a80416c6454521"/></Relationships>
</file>

<file path=ppt/slides/_rels/slide45.xml.rels><?xml version='1.0' encoding='UTF-8' standalone='yes'?>
<Relationships xmlns="http://schemas.openxmlformats.org/package/2006/relationships"><Relationship Type="http://schemas.openxmlformats.org/officeDocument/2006/relationships/slideLayout" Target="/ppt/slideLayouts/slideLayout1.xml" Id="R812ffa3c664d4301"/><Relationship Type="http://schemas.openxmlformats.org/officeDocument/2006/relationships/image" Target="../media/image57.png" Id="R6396ee0363824c79"/><Relationship Type="http://schemas.openxmlformats.org/officeDocument/2006/relationships/notesSlide" Target="/ppt/notesSlides/notesSlide45.xml" Id="R806023fc23c843f3"/></Relationships>
</file>

<file path=ppt/slides/_rels/slide46.xml.rels><?xml version='1.0' encoding='UTF-8' standalone='yes'?>
<Relationships xmlns="http://schemas.openxmlformats.org/package/2006/relationships"><Relationship Type="http://schemas.openxmlformats.org/officeDocument/2006/relationships/slideLayout" Target="/ppt/slideLayouts/slideLayout1.xml" Id="R907a12897eae4446"/><Relationship Type="http://schemas.openxmlformats.org/officeDocument/2006/relationships/image" Target="../media/image57.png" Id="R179e90e8fecf46fd"/><Relationship Type="http://schemas.openxmlformats.org/officeDocument/2006/relationships/image" Target="/ppt/media/image60.png" Id="Rad468703b6ef4e34"/><Relationship Type="http://schemas.openxmlformats.org/officeDocument/2006/relationships/notesSlide" Target="/ppt/notesSlides/notesSlide46.xml" Id="Rd367a25dc9ac412e"/></Relationships>
</file>

<file path=ppt/slides/_rels/slide47.xml.rels><?xml version='1.0' encoding='UTF-8' standalone='yes'?>
<Relationships xmlns="http://schemas.openxmlformats.org/package/2006/relationships"><Relationship Type="http://schemas.openxmlformats.org/officeDocument/2006/relationships/slideLayout" Target="/ppt/slideLayouts/slideLayout1.xml" Id="Rc05cd8733e004bf3"/><Relationship Type="http://schemas.openxmlformats.org/officeDocument/2006/relationships/image" Target="../media/image57.png" Id="R1091e0b35fd14d51"/><Relationship Type="http://schemas.openxmlformats.org/officeDocument/2006/relationships/notesSlide" Target="/ppt/notesSlides/notesSlide47.xml" Id="R07017560574d4a50"/></Relationships>
</file>

<file path=ppt/slides/_rels/slide48.xml.rels><?xml version='1.0' encoding='UTF-8' standalone='yes'?>
<Relationships xmlns="http://schemas.openxmlformats.org/package/2006/relationships"><Relationship Type="http://schemas.openxmlformats.org/officeDocument/2006/relationships/slideLayout" Target="/ppt/slideLayouts/slideLayout1.xml" Id="R1f879a3396574eb5"/><Relationship Type="http://schemas.openxmlformats.org/officeDocument/2006/relationships/image" Target="../media/image57.png" Id="R0216348b8bcb4da3"/><Relationship Type="http://schemas.openxmlformats.org/officeDocument/2006/relationships/notesSlide" Target="/ppt/notesSlides/notesSlide48.xml" Id="R1b3813011e5c442b"/></Relationships>
</file>

<file path=ppt/slides/_rels/slide49.xml.rels><?xml version='1.0' encoding='UTF-8' standalone='yes'?>
<Relationships xmlns="http://schemas.openxmlformats.org/package/2006/relationships"><Relationship Type="http://schemas.openxmlformats.org/officeDocument/2006/relationships/slideLayout" Target="/ppt/slideLayouts/slideLayout1.xml" Id="Ra28c69e26fbb4330"/><Relationship Type="http://schemas.openxmlformats.org/officeDocument/2006/relationships/image" Target="../media/image12.png" Id="Rf99834dfa7964f1e"/><Relationship Type="http://schemas.openxmlformats.org/officeDocument/2006/relationships/notesSlide" Target="/ppt/notesSlides/notesSlide49.xml" Id="R52d45777505f4d7a"/></Relationships>
</file>

<file path=ppt/slides/_rels/slide50.xml.rels><?xml version='1.0' encoding='UTF-8' standalone='yes'?>
<Relationships xmlns="http://schemas.openxmlformats.org/package/2006/relationships"><Relationship Type="http://schemas.openxmlformats.org/officeDocument/2006/relationships/slideLayout" Target="/ppt/slideLayouts/slideLayout1.xml" Id="R7bb6a628badc4bdd"/><Relationship Type="http://schemas.openxmlformats.org/officeDocument/2006/relationships/image" Target="../media/image12.png" Id="Re8609116dee54eb6"/><Relationship Type="http://schemas.openxmlformats.org/officeDocument/2006/relationships/notesSlide" Target="/ppt/notesSlides/notesSlide50.xml" Id="Rb55f5a4f2f8f4b85"/></Relationships>
</file>

<file path=ppt/slides/_rels/slide51.xml.rels><?xml version='1.0' encoding='UTF-8' standalone='yes'?>
<Relationships xmlns="http://schemas.openxmlformats.org/package/2006/relationships"><Relationship Type="http://schemas.openxmlformats.org/officeDocument/2006/relationships/slideLayout" Target="/ppt/slideLayouts/slideLayout1.xml" Id="R53474a0b3158408c"/><Relationship Type="http://schemas.openxmlformats.org/officeDocument/2006/relationships/image" Target="../media/image12.png" Id="Rb77cb192962e4c99"/><Relationship Type="http://schemas.openxmlformats.org/officeDocument/2006/relationships/notesSlide" Target="/ppt/notesSlides/notesSlide51.xml" Id="R6ba847dd85b64799"/></Relationships>
</file>

<file path=ppt/slides/_rels/slide52.xml.rels><?xml version='1.0' encoding='UTF-8' standalone='yes'?>
<Relationships xmlns="http://schemas.openxmlformats.org/package/2006/relationships"><Relationship Type="http://schemas.openxmlformats.org/officeDocument/2006/relationships/slideLayout" Target="/ppt/slideLayouts/slideLayout1.xml" Id="R5cfe23a48ec94d2e"/><Relationship Type="http://schemas.openxmlformats.org/officeDocument/2006/relationships/image" Target="../media/image9.png" Id="Ra7309318cacd4d71"/><Relationship Type="http://schemas.openxmlformats.org/officeDocument/2006/relationships/notesSlide" Target="/ppt/notesSlides/notesSlide52.xml" Id="R38650a35b6404ff6"/></Relationships>
</file>

<file path=ppt/slides/_rels/slide53.xml.rels><?xml version='1.0' encoding='UTF-8' standalone='yes'?>
<Relationships xmlns="http://schemas.openxmlformats.org/package/2006/relationships"><Relationship Type="http://schemas.openxmlformats.org/officeDocument/2006/relationships/slideLayout" Target="/ppt/slideLayouts/slideLayout1.xml" Id="R73ea5249ed3642ca"/><Relationship Type="http://schemas.openxmlformats.org/officeDocument/2006/relationships/image" Target="../media/image9.png" Id="R169244bd33a9400b"/><Relationship Type="http://schemas.openxmlformats.org/officeDocument/2006/relationships/notesSlide" Target="/ppt/notesSlides/notesSlide53.xml" Id="Rbd780277707d4f5e"/></Relationships>
</file>

<file path=ppt/slides/_rels/slide54.xml.rels><?xml version='1.0' encoding='UTF-8' standalone='yes'?>
<Relationships xmlns="http://schemas.openxmlformats.org/package/2006/relationships"><Relationship Type="http://schemas.openxmlformats.org/officeDocument/2006/relationships/slideLayout" Target="/ppt/slideLayouts/slideLayout1.xml" Id="Rb282073d6d49425f"/><Relationship Type="http://schemas.openxmlformats.org/officeDocument/2006/relationships/image" Target="../media/image9.png" Id="Rc7fc8e7f6c734188"/><Relationship Type="http://schemas.openxmlformats.org/officeDocument/2006/relationships/notesSlide" Target="/ppt/notesSlides/notesSlide54.xml" Id="R40919b4fbfbf41bd"/></Relationships>
</file>

<file path=ppt/slides/_rels/slide55.xml.rels><?xml version='1.0' encoding='UTF-8' standalone='yes'?>
<Relationships xmlns="http://schemas.openxmlformats.org/package/2006/relationships"><Relationship Type="http://schemas.openxmlformats.org/officeDocument/2006/relationships/slideLayout" Target="/ppt/slideLayouts/slideLayout1.xml" Id="Rc094b7d8fee141f6"/><Relationship Type="http://schemas.openxmlformats.org/officeDocument/2006/relationships/image" Target="../media/image5.png" Id="R161f4f19c14943b7"/><Relationship Type="http://schemas.openxmlformats.org/officeDocument/2006/relationships/notesSlide" Target="/ppt/notesSlides/notesSlide55.xml" Id="Ra5a4a01e6bd94235"/></Relationships>
</file>

<file path=ppt/slides/_rels/slide56.xml.rels><?xml version='1.0' encoding='UTF-8' standalone='yes'?>
<Relationships xmlns="http://schemas.openxmlformats.org/package/2006/relationships"><Relationship Type="http://schemas.openxmlformats.org/officeDocument/2006/relationships/slideLayout" Target="/ppt/slideLayouts/slideLayout1.xml" Id="R568211f509764fc0"/><Relationship Type="http://schemas.openxmlformats.org/officeDocument/2006/relationships/image" Target="../media/image5.png" Id="R960e684e95404f53"/><Relationship Type="http://schemas.openxmlformats.org/officeDocument/2006/relationships/notesSlide" Target="/ppt/notesSlides/notesSlide56.xml" Id="R3c10784be2fc47ff"/></Relationships>
</file>

<file path=ppt/slides/_rels/slide57.xml.rels><?xml version='1.0' encoding='UTF-8' standalone='yes'?>
<Relationships xmlns="http://schemas.openxmlformats.org/package/2006/relationships"><Relationship Type="http://schemas.openxmlformats.org/officeDocument/2006/relationships/slideLayout" Target="/ppt/slideLayouts/slideLayout1.xml" Id="Rff226678ffaa4fa6"/><Relationship Type="http://schemas.openxmlformats.org/officeDocument/2006/relationships/image" Target="../media/image5.png" Id="R4a9277b21b004c61"/><Relationship Type="http://schemas.openxmlformats.org/officeDocument/2006/relationships/notesSlide" Target="/ppt/notesSlides/notesSlide57.xml" Id="R54891cb45d8f4dd9"/></Relationships>
</file>

<file path=ppt/slides/_rels/slide58.xml.rels><?xml version='1.0' encoding='UTF-8' standalone='yes'?>
<Relationships xmlns="http://schemas.openxmlformats.org/package/2006/relationships"><Relationship Type="http://schemas.openxmlformats.org/officeDocument/2006/relationships/slideLayout" Target="/ppt/slideLayouts/slideLayout1.xml" Id="R58537c1196844858"/><Relationship Type="http://schemas.openxmlformats.org/officeDocument/2006/relationships/image" Target="../media/image.png" Id="R6a99e7d67b1e4bdf"/><Relationship Type="http://schemas.openxmlformats.org/officeDocument/2006/relationships/notesSlide" Target="/ppt/notesSlides/notesSlide58.xml" Id="R25abc82ca51d450f"/></Relationships>
</file>

<file path=ppt/slides/_rels/slide59.xml.rels><?xml version='1.0' encoding='UTF-8' standalone='yes'?>
<Relationships xmlns="http://schemas.openxmlformats.org/package/2006/relationships"><Relationship Type="http://schemas.openxmlformats.org/officeDocument/2006/relationships/slideLayout" Target="/ppt/slideLayouts/slideLayout1.xml" Id="Rba328673bc014b0a"/><Relationship Type="http://schemas.openxmlformats.org/officeDocument/2006/relationships/image" Target="../media/image.png" Id="Rb0ed0058004a4176"/><Relationship Type="http://schemas.openxmlformats.org/officeDocument/2006/relationships/image" Target="../media/image32.png" Id="Rd3f240ed2e2849b9"/><Relationship Type="http://schemas.openxmlformats.org/officeDocument/2006/relationships/hyperlink" Target="https://durian-web3.vercel.app/#/records/example" TargetMode="External" Id="R9e1998df7a4e4696"/><Relationship Type="http://schemas.openxmlformats.org/officeDocument/2006/relationships/hyperlink" Target="https://github.com/vinhelysia/DurainCheckerDemo" TargetMode="External" Id="Reabc68734bc14c96"/><Relationship Type="http://schemas.openxmlformats.org/officeDocument/2006/relationships/notesSlide" Target="/ppt/notesSlides/notesSlide59.xml" Id="R6396c1f4f172466a"/></Relationships>
</file>

<file path=ppt/slides/slide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7" name="!!backdrop"/>
          <p:cNvPicPr>
            <a:picLocks xmlns:a="http://schemas.openxmlformats.org/drawingml/2006/main" noChangeAspect="1"/>
          </p:cNvPicPr>
          <p:nvPr/>
        </p:nvPicPr>
        <p:blipFill>
          <a:blip xmlns:r="http://schemas.openxmlformats.org/officeDocument/2006/relationships" xmlns:a="http://schemas.openxmlformats.org/drawingml/2006/main" r:embed="R447967732bd94b9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C9432B25-3EEE-46F6-BF94-4C1F018BD6F8}"/>
              </a:ext>
            </a:extLst>
          </p:cNvPr>
          <p:cNvSpPr>
            <a:spLocks xmlns:a="http://schemas.openxmlformats.org/drawingml/2006/main" noGrp="1"/>
          </p:cNvSpPr>
          <p:nvPr/>
        </p:nvSpPr>
        <p:spPr>
          <a:xfrm xmlns:a="http://schemas.openxmlformats.org/drawingml/2006/main">
            <a:off x="609600" y="2552700"/>
            <a:ext cx="714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700" b="1">
                <a:solidFill>
                  <a:srgbClr val="F4F1E8"/>
                </a:solidFill>
                <a:latin typeface="Segoe UI"/>
                <a:ea typeface="Segoe UI"/>
                <a:cs typeface="Segoe UI"/>
              </a:defRPr>
            </a:pPr>
            <a:r>
              <a:rPr sz="5700" b="1">
                <a:solidFill>
                  <a:srgbClr val="F4F1E8"/>
                </a:solidFill>
                <a:latin typeface="Segoe UI"/>
                <a:ea typeface="Segoe UI"/>
                <a:cs typeface="Segoe UI"/>
              </a:rPr>
              <a:t>DurianTrust</a:t>
            </a:r>
          </a:p>
        </p:txBody>
      </p:sp>
      <p:sp>
        <p:nvSpPr>
          <p:cNvPr id="3" name="!!competition">
            <a:extLst xmlns:a="http://schemas.openxmlformats.org/drawingml/2006/main">
              <a:ext uri="{FF2B5EF4-FFF2-40B4-BE49-F238E27FC236}">
                <a16:creationId xmlns:a16="http://schemas.microsoft.com/office/drawing/2014/main" id="{74E26A9C-2B0B-42FB-AC99-F47CC05A910B}"/>
              </a:ext>
            </a:extLst>
          </p:cNvPr>
          <p:cNvSpPr>
            <a:spLocks xmlns:a="http://schemas.openxmlformats.org/drawingml/2006/main" noGrp="1"/>
          </p:cNvSpPr>
          <p:nvPr/>
        </p:nvSpPr>
        <p:spPr>
          <a:xfrm xmlns:a="http://schemas.openxmlformats.org/drawingml/2006/main">
            <a:off x="647700" y="89535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C8A45B"/>
                </a:solidFill>
                <a:latin typeface="Segoe UI"/>
                <a:ea typeface="Segoe UI"/>
                <a:cs typeface="Segoe UI"/>
              </a:defRPr>
            </a:pPr>
            <a:r>
              <a:rPr sz="1650" b="1">
                <a:solidFill>
                  <a:srgbClr val="C8A45B"/>
                </a:solidFill>
                <a:latin typeface="Segoe UI"/>
                <a:ea typeface="Segoe UI"/>
                <a:cs typeface="Segoe UI"/>
              </a:rPr>
              <a:t>UniHackFest 2026</a:t>
            </a:r>
          </a:p>
        </p:txBody>
      </p:sp>
      <p:pic>
        <p:nvPicPr>
          <p:cNvPr id="10" name="!!logo"/>
          <p:cNvPicPr>
            <a:picLocks xmlns:a="http://schemas.openxmlformats.org/drawingml/2006/main" noChangeAspect="1"/>
          </p:cNvPicPr>
          <p:nvPr/>
        </p:nvPicPr>
        <p:blipFill>
          <a:blip xmlns:r="http://schemas.openxmlformats.org/officeDocument/2006/relationships" xmlns:a="http://schemas.openxmlformats.org/drawingml/2006/main" r:embed="R60deeaefc62340c8"/>
          <a:stretch xmlns:a="http://schemas.openxmlformats.org/drawingml/2006/main"/>
        </p:blipFill>
        <p:spPr>
          <a:xfrm xmlns:a="http://schemas.openxmlformats.org/drawingml/2006/main">
            <a:off x="628650" y="1466850"/>
            <a:ext cx="533400" cy="533400"/>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23722A17-929A-4BD2-91C6-B5120ED607F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01 / 19</a:t>
            </a:r>
          </a:p>
        </p:txBody>
      </p:sp>
      <p:sp>
        <p:nvSpPr>
          <p:cNvPr id="6" name="!!caption">
            <a:extLst xmlns:a="http://schemas.openxmlformats.org/drawingml/2006/main">
              <a:ext uri="{FF2B5EF4-FFF2-40B4-BE49-F238E27FC236}">
                <a16:creationId xmlns:a16="http://schemas.microsoft.com/office/drawing/2014/main" id="{F611FA9C-5332-425A-A77A-98ACD69AB102}"/>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427871743"/>
      </p:ext>
    </p:extLst>
  </p:cSld>
</p:sld>
</file>

<file path=ppt/slides/slide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2de8f86d14bb472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CE1C7A97-AEA7-4CBC-9746-E47D9F29B348}"/>
              </a:ext>
            </a:extLst>
          </p:cNvPr>
          <p:cNvSpPr>
            <a:spLocks xmlns:a="http://schemas.openxmlformats.org/drawingml/2006/main" noGrp="1"/>
          </p:cNvSpPr>
          <p:nvPr/>
        </p:nvSpPr>
        <p:spPr>
          <a:xfrm xmlns:a="http://schemas.openxmlformats.org/drawingml/2006/main">
            <a:off x="609600" y="2228850"/>
            <a:ext cx="714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6300" b="1">
                <a:solidFill>
                  <a:srgbClr val="F4F1E8"/>
                </a:solidFill>
                <a:latin typeface="Segoe UI"/>
                <a:ea typeface="Segoe UI"/>
                <a:cs typeface="Segoe UI"/>
              </a:defRPr>
            </a:pPr>
            <a:r>
              <a:rPr sz="6300" b="1">
                <a:solidFill>
                  <a:srgbClr val="F4F1E8"/>
                </a:solidFill>
                <a:latin typeface="Segoe UI"/>
                <a:ea typeface="Segoe UI"/>
                <a:cs typeface="Segoe UI"/>
              </a:rPr>
              <a:t>DurianTrust</a:t>
            </a:r>
          </a:p>
        </p:txBody>
      </p:sp>
      <p:sp>
        <p:nvSpPr>
          <p:cNvPr id="3" name="!!promise">
            <a:extLst xmlns:a="http://schemas.openxmlformats.org/drawingml/2006/main">
              <a:ext uri="{FF2B5EF4-FFF2-40B4-BE49-F238E27FC236}">
                <a16:creationId xmlns:a16="http://schemas.microsoft.com/office/drawing/2014/main" id="{FFB36356-1537-4C61-AAB1-F980E62C17A0}"/>
              </a:ext>
            </a:extLst>
          </p:cNvPr>
          <p:cNvSpPr>
            <a:spLocks xmlns:a="http://schemas.openxmlformats.org/drawingml/2006/main" noGrp="1"/>
          </p:cNvSpPr>
          <p:nvPr/>
        </p:nvSpPr>
        <p:spPr>
          <a:xfrm xmlns:a="http://schemas.openxmlformats.org/drawingml/2006/main">
            <a:off x="647700" y="3524250"/>
            <a:ext cx="6000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Hồ sơ lô sầu riêng</a:t>
            </a:r>
          </a:p>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cho hợp tác xã và bên mua</a:t>
            </a:r>
          </a:p>
        </p:txBody>
      </p:sp>
      <p:sp>
        <p:nvSpPr>
          <p:cNvPr id="4" name="!!competition">
            <a:extLst xmlns:a="http://schemas.openxmlformats.org/drawingml/2006/main">
              <a:ext uri="{FF2B5EF4-FFF2-40B4-BE49-F238E27FC236}">
                <a16:creationId xmlns:a16="http://schemas.microsoft.com/office/drawing/2014/main" id="{1FB0E0DE-7DCB-47D5-AA45-76AC11576ECA}"/>
              </a:ext>
            </a:extLst>
          </p:cNvPr>
          <p:cNvSpPr>
            <a:spLocks xmlns:a="http://schemas.openxmlformats.org/drawingml/2006/main" noGrp="1"/>
          </p:cNvSpPr>
          <p:nvPr/>
        </p:nvSpPr>
        <p:spPr>
          <a:xfrm xmlns:a="http://schemas.openxmlformats.org/drawingml/2006/main">
            <a:off x="647700" y="89535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C8A45B"/>
                </a:solidFill>
                <a:latin typeface="Segoe UI"/>
                <a:ea typeface="Segoe UI"/>
                <a:cs typeface="Segoe UI"/>
              </a:defRPr>
            </a:pPr>
            <a:r>
              <a:rPr sz="1650" b="1">
                <a:solidFill>
                  <a:srgbClr val="C8A45B"/>
                </a:solidFill>
                <a:latin typeface="Segoe UI"/>
                <a:ea typeface="Segoe UI"/>
                <a:cs typeface="Segoe UI"/>
              </a:rPr>
              <a:t>UniHackFest 2026</a:t>
            </a:r>
          </a:p>
        </p:txBody>
      </p:sp>
      <p:pic>
        <p:nvPicPr>
          <p:cNvPr id="12" name="!!logo"/>
          <p:cNvPicPr>
            <a:picLocks xmlns:a="http://schemas.openxmlformats.org/drawingml/2006/main" noChangeAspect="1"/>
          </p:cNvPicPr>
          <p:nvPr/>
        </p:nvPicPr>
        <p:blipFill>
          <a:blip xmlns:r="http://schemas.openxmlformats.org/officeDocument/2006/relationships" xmlns:a="http://schemas.openxmlformats.org/drawingml/2006/main" r:embed="Rf4b3c0e5276149b4"/>
          <a:stretch xmlns:a="http://schemas.openxmlformats.org/drawingml/2006/main"/>
        </p:blipFill>
        <p:spPr>
          <a:xfrm xmlns:a="http://schemas.openxmlformats.org/drawingml/2006/main">
            <a:off x="628650" y="1466850"/>
            <a:ext cx="533400" cy="533400"/>
          </a:xfrm>
          <a:prstGeom xmlns:a="http://schemas.openxmlformats.org/drawingml/2006/main" prst="rect">
            <a:avLst/>
          </a:prstGeom>
        </p:spPr>
      </p:pic>
      <p:sp>
        <p:nvSpPr>
          <p:cNvPr id="6" name="!!page">
            <a:extLst xmlns:a="http://schemas.openxmlformats.org/drawingml/2006/main">
              <a:ext uri="{FF2B5EF4-FFF2-40B4-BE49-F238E27FC236}">
                <a16:creationId xmlns:a16="http://schemas.microsoft.com/office/drawing/2014/main" id="{BB99D8A4-6B5D-45A2-9688-C14FA69773D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01 / 19</a:t>
            </a:r>
          </a:p>
        </p:txBody>
      </p:sp>
      <p:sp>
        <p:nvSpPr>
          <p:cNvPr id="7" name="!!caption">
            <a:extLst xmlns:a="http://schemas.openxmlformats.org/drawingml/2006/main">
              <a:ext uri="{FF2B5EF4-FFF2-40B4-BE49-F238E27FC236}">
                <a16:creationId xmlns:a16="http://schemas.microsoft.com/office/drawing/2014/main" id="{2B166CEE-AA0E-4E91-B722-77AE535AB74B}"/>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137485104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22c5a6b068144b6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66EF79DE-9F1A-4F2A-B44F-A56DE9FE4F4B}"/>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6AB61F0A-F2E7-4B7C-BFBD-3A0BCF1A9A40}"/>
              </a:ext>
            </a:extLst>
          </p:cNvPr>
          <p:cNvSpPr>
            <a:spLocks xmlns:a="http://schemas.openxmlformats.org/drawingml/2006/main" noGrp="1"/>
          </p:cNvSpPr>
          <p:nvPr/>
        </p:nvSpPr>
        <p:spPr>
          <a:xfrm xmlns:a="http://schemas.openxmlformats.org/drawingml/2006/main">
            <a:off x="571500" y="18669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fragment-0-icon-0">
            <a:extLst xmlns:a="http://schemas.openxmlformats.org/drawingml/2006/main">
              <a:ext uri="{FF2B5EF4-FFF2-40B4-BE49-F238E27FC236}">
                <a16:creationId xmlns:a16="http://schemas.microsoft.com/office/drawing/2014/main" id="{51BD089C-2384-498C-8170-19D6F29F5F76}"/>
              </a:ext>
            </a:extLst>
          </p:cNvPr>
          <p:cNvSpPr>
            <a:spLocks xmlns:a="http://schemas.openxmlformats.org/drawingml/2006/main" noGrp="1"/>
          </p:cNvSpPr>
          <p:nvPr/>
        </p:nvSpPr>
        <p:spPr>
          <a:xfrm xmlns:a="http://schemas.openxmlformats.org/drawingml/2006/main">
            <a:off x="770572" y="2065972"/>
            <a:ext cx="325755"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5" name="!!fragment-0-icon-1">
            <a:extLst xmlns:a="http://schemas.openxmlformats.org/drawingml/2006/main">
              <a:ext uri="{FF2B5EF4-FFF2-40B4-BE49-F238E27FC236}">
                <a16:creationId xmlns:a16="http://schemas.microsoft.com/office/drawing/2014/main" id="{C8B9E9F6-296D-4DD9-8CDA-46DC8A5C5F70}"/>
              </a:ext>
            </a:extLst>
          </p:cNvPr>
          <p:cNvSpPr>
            <a:spLocks xmlns:a="http://schemas.openxmlformats.org/drawingml/2006/main" noGrp="1"/>
          </p:cNvSpPr>
          <p:nvPr/>
        </p:nvSpPr>
        <p:spPr>
          <a:xfrm xmlns:a="http://schemas.openxmlformats.org/drawingml/2006/main">
            <a:off x="868299" y="2065972"/>
            <a:ext cx="130302"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6" name="!!fragment-0-icon-2">
            <a:extLst xmlns:a="http://schemas.openxmlformats.org/drawingml/2006/main">
              <a:ext uri="{FF2B5EF4-FFF2-40B4-BE49-F238E27FC236}">
                <a16:creationId xmlns:a16="http://schemas.microsoft.com/office/drawing/2014/main" id="{E98B0F2A-BD6D-48E9-96E5-32760324CFEB}"/>
              </a:ext>
            </a:extLst>
          </p:cNvPr>
          <p:cNvSpPr>
            <a:spLocks xmlns:a="http://schemas.openxmlformats.org/drawingml/2006/main" noGrp="1"/>
          </p:cNvSpPr>
          <p:nvPr/>
        </p:nvSpPr>
        <p:spPr>
          <a:xfrm xmlns:a="http://schemas.openxmlformats.org/drawingml/2006/main">
            <a:off x="737997" y="2033397"/>
            <a:ext cx="390906" cy="390906"/>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FFFFFF"/>
            </a:solidFill>
            <a:prstDash val="solid"/>
          </a:ln>
        </p:spPr>
      </p:sp>
      <p:sp>
        <p:nvSpPr>
          <p:cNvPr id="7" name="!!fragment-0">
            <a:extLst xmlns:a="http://schemas.openxmlformats.org/drawingml/2006/main">
              <a:ext uri="{FF2B5EF4-FFF2-40B4-BE49-F238E27FC236}">
                <a16:creationId xmlns:a16="http://schemas.microsoft.com/office/drawing/2014/main" id="{675AA8ED-DD4B-4740-BC74-5F1A880E26A6}"/>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4500" b="1">
                <a:solidFill>
                  <a:srgbClr val="142F24"/>
                </a:solidFill>
                <a:latin typeface="Segoe UI"/>
                <a:ea typeface="Segoe UI"/>
                <a:cs typeface="Segoe UI"/>
              </a:defRPr>
            </a:pPr>
            <a:r>
              <a:rPr sz="45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8309E756-FFB7-4947-AEB2-119D6A04AD96}"/>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page">
            <a:extLst xmlns:a="http://schemas.openxmlformats.org/drawingml/2006/main">
              <a:ext uri="{FF2B5EF4-FFF2-40B4-BE49-F238E27FC236}">
                <a16:creationId xmlns:a16="http://schemas.microsoft.com/office/drawing/2014/main" id="{0CE3515C-389A-4B31-9747-90723470226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10" name="!!caption">
            <a:extLst xmlns:a="http://schemas.openxmlformats.org/drawingml/2006/main">
              <a:ext uri="{FF2B5EF4-FFF2-40B4-BE49-F238E27FC236}">
                <a16:creationId xmlns:a16="http://schemas.microsoft.com/office/drawing/2014/main" id="{44547D5B-773D-4894-8E96-935AF5F1836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41419689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8b1008f1151e4f9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9C7237ED-B265-49AF-93A9-ADE0C373ABF8}"/>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C74948A4-52AD-4D58-98F9-971299FF1C88}"/>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B99E92AA-7216-41F8-ABFC-A19BA0FA24E0}"/>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F9E656D1-05B0-405F-A107-2AE8F396B12A}"/>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B7AB0EA6-9EA8-4501-9EE6-D751038A0B79}"/>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8F5A5FA7-8CD6-480D-93F9-5482A2A43B19}"/>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67E6B445-15FD-4B34-8614-DCA9FC8A2073}"/>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DF134D34-9151-4E98-83CA-C0D7B0365B89}"/>
              </a:ext>
            </a:extLst>
          </p:cNvPr>
          <p:cNvSpPr>
            <a:spLocks xmlns:a="http://schemas.openxmlformats.org/drawingml/2006/main" noGrp="1"/>
          </p:cNvSpPr>
          <p:nvPr/>
        </p:nvSpPr>
        <p:spPr>
          <a:xfrm xmlns:a="http://schemas.openxmlformats.org/drawingml/2006/main">
            <a:off x="57150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fragment-1-icon-0">
            <a:extLst xmlns:a="http://schemas.openxmlformats.org/drawingml/2006/main">
              <a:ext uri="{FF2B5EF4-FFF2-40B4-BE49-F238E27FC236}">
                <a16:creationId xmlns:a16="http://schemas.microsoft.com/office/drawing/2014/main" id="{396220AF-9713-4C23-BAB9-AAF7DBE28AF6}"/>
              </a:ext>
            </a:extLst>
          </p:cNvPr>
          <p:cNvSpPr>
            <a:spLocks xmlns:a="http://schemas.openxmlformats.org/drawingml/2006/main" noGrp="1"/>
          </p:cNvSpPr>
          <p:nvPr/>
        </p:nvSpPr>
        <p:spPr>
          <a:xfrm xmlns:a="http://schemas.openxmlformats.org/drawingml/2006/main">
            <a:off x="770572" y="3551873"/>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fragment-1-icon-1">
            <a:extLst xmlns:a="http://schemas.openxmlformats.org/drawingml/2006/main">
              <a:ext uri="{FF2B5EF4-FFF2-40B4-BE49-F238E27FC236}">
                <a16:creationId xmlns:a16="http://schemas.microsoft.com/office/drawing/2014/main" id="{705E6419-89F6-4F76-A9B0-4575E89239BC}"/>
              </a:ext>
            </a:extLst>
          </p:cNvPr>
          <p:cNvSpPr>
            <a:spLocks xmlns:a="http://schemas.openxmlformats.org/drawingml/2006/main" noGrp="1"/>
          </p:cNvSpPr>
          <p:nvPr/>
        </p:nvSpPr>
        <p:spPr>
          <a:xfrm xmlns:a="http://schemas.openxmlformats.org/drawingml/2006/main">
            <a:off x="737997" y="3519297"/>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2" name="!!fragment-1">
            <a:extLst xmlns:a="http://schemas.openxmlformats.org/drawingml/2006/main">
              <a:ext uri="{FF2B5EF4-FFF2-40B4-BE49-F238E27FC236}">
                <a16:creationId xmlns:a16="http://schemas.microsoft.com/office/drawing/2014/main" id="{CEF81D09-89E6-4589-9B74-D4571CE6C4D6}"/>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75" b="1">
                <a:solidFill>
                  <a:srgbClr val="142F24"/>
                </a:solidFill>
                <a:latin typeface="Segoe UI"/>
                <a:ea typeface="Segoe UI"/>
                <a:cs typeface="Segoe UI"/>
              </a:defRPr>
            </a:pPr>
            <a:r>
              <a:rPr sz="24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F34EEE96-05B4-4D6C-9245-40E0EC17D375}"/>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page">
            <a:extLst xmlns:a="http://schemas.openxmlformats.org/drawingml/2006/main">
              <a:ext uri="{FF2B5EF4-FFF2-40B4-BE49-F238E27FC236}">
                <a16:creationId xmlns:a16="http://schemas.microsoft.com/office/drawing/2014/main" id="{43CE9C47-FA94-4865-BE2C-0EECBF15FBC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15" name="!!caption">
            <a:extLst xmlns:a="http://schemas.openxmlformats.org/drawingml/2006/main">
              <a:ext uri="{FF2B5EF4-FFF2-40B4-BE49-F238E27FC236}">
                <a16:creationId xmlns:a16="http://schemas.microsoft.com/office/drawing/2014/main" id="{3F5AA709-9E08-450E-9DD7-6327A596B89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2093907050"/>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1" name="!!backdrop"/>
          <p:cNvPicPr>
            <a:picLocks xmlns:a="http://schemas.openxmlformats.org/drawingml/2006/main" noChangeAspect="1"/>
          </p:cNvPicPr>
          <p:nvPr/>
        </p:nvPicPr>
        <p:blipFill>
          <a:blip xmlns:r="http://schemas.openxmlformats.org/officeDocument/2006/relationships" xmlns:a="http://schemas.openxmlformats.org/drawingml/2006/main" r:embed="Rf36ec2efabe5442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AB06F16F-923A-4AA1-87A8-0291B3B590A7}"/>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CF5188BE-97E6-4A54-9F9C-32B51E0EB846}"/>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74548738-FD63-4339-8D6A-786FD578FCC0}"/>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383797E0-7D36-4309-9B72-5D61E15952E6}"/>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DBB35A17-5203-4467-8279-4CB1824C207A}"/>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399B1C1C-825D-46ED-969B-0D9682FC0B3E}"/>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23EC9A94-318C-49BF-A839-6972656A6E04}"/>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DCF7B3B2-A110-4088-A7DD-E38E93C7F196}"/>
              </a:ext>
            </a:extLst>
          </p:cNvPr>
          <p:cNvSpPr>
            <a:spLocks xmlns:a="http://schemas.openxmlformats.org/drawingml/2006/main" noGrp="1"/>
          </p:cNvSpPr>
          <p:nvPr/>
        </p:nvSpPr>
        <p:spPr>
          <a:xfrm xmlns:a="http://schemas.openxmlformats.org/drawingml/2006/main">
            <a:off x="64770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0" name="!!fragment-1-icon-0">
            <a:extLst xmlns:a="http://schemas.openxmlformats.org/drawingml/2006/main">
              <a:ext uri="{FF2B5EF4-FFF2-40B4-BE49-F238E27FC236}">
                <a16:creationId xmlns:a16="http://schemas.microsoft.com/office/drawing/2014/main" id="{CD501C37-F53A-4B1F-BA40-68AE8C9A0B95}"/>
              </a:ext>
            </a:extLst>
          </p:cNvPr>
          <p:cNvSpPr>
            <a:spLocks xmlns:a="http://schemas.openxmlformats.org/drawingml/2006/main" noGrp="1"/>
          </p:cNvSpPr>
          <p:nvPr/>
        </p:nvSpPr>
        <p:spPr>
          <a:xfrm xmlns:a="http://schemas.openxmlformats.org/drawingml/2006/main">
            <a:off x="804863" y="3586163"/>
            <a:ext cx="180023" cy="180023"/>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1" name="!!fragment-1-icon-1">
            <a:extLst xmlns:a="http://schemas.openxmlformats.org/drawingml/2006/main">
              <a:ext uri="{FF2B5EF4-FFF2-40B4-BE49-F238E27FC236}">
                <a16:creationId xmlns:a16="http://schemas.microsoft.com/office/drawing/2014/main" id="{07A5BD37-2FF7-4550-97EF-7D6D5B055D4F}"/>
              </a:ext>
            </a:extLst>
          </p:cNvPr>
          <p:cNvSpPr>
            <a:spLocks xmlns:a="http://schemas.openxmlformats.org/drawingml/2006/main" noGrp="1"/>
          </p:cNvSpPr>
          <p:nvPr/>
        </p:nvSpPr>
        <p:spPr>
          <a:xfrm xmlns:a="http://schemas.openxmlformats.org/drawingml/2006/main">
            <a:off x="779145" y="3560445"/>
            <a:ext cx="308610" cy="308610"/>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2" name="!!fragment-1">
            <a:extLst xmlns:a="http://schemas.openxmlformats.org/drawingml/2006/main">
              <a:ext uri="{FF2B5EF4-FFF2-40B4-BE49-F238E27FC236}">
                <a16:creationId xmlns:a16="http://schemas.microsoft.com/office/drawing/2014/main" id="{A5F3A263-EC86-4A06-A4B2-61EB7040F364}"/>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42B17814-8BD5-4EFD-B9BE-96F4F24E343C}"/>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fragment-2-selection">
            <a:extLst xmlns:a="http://schemas.openxmlformats.org/drawingml/2006/main">
              <a:ext uri="{FF2B5EF4-FFF2-40B4-BE49-F238E27FC236}">
                <a16:creationId xmlns:a16="http://schemas.microsoft.com/office/drawing/2014/main" id="{B69AB6DC-884F-48A8-B2D7-81521B6AE143}"/>
              </a:ext>
            </a:extLst>
          </p:cNvPr>
          <p:cNvSpPr>
            <a:spLocks xmlns:a="http://schemas.openxmlformats.org/drawingml/2006/main" noGrp="1"/>
          </p:cNvSpPr>
          <p:nvPr/>
        </p:nvSpPr>
        <p:spPr>
          <a:xfrm xmlns:a="http://schemas.openxmlformats.org/drawingml/2006/main">
            <a:off x="571500" y="44386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fragment-2-icon-0">
            <a:extLst xmlns:a="http://schemas.openxmlformats.org/drawingml/2006/main">
              <a:ext uri="{FF2B5EF4-FFF2-40B4-BE49-F238E27FC236}">
                <a16:creationId xmlns:a16="http://schemas.microsoft.com/office/drawing/2014/main" id="{99DACD07-E37E-4FDF-95C8-ED64B95984EC}"/>
              </a:ext>
            </a:extLst>
          </p:cNvPr>
          <p:cNvSpPr>
            <a:spLocks xmlns:a="http://schemas.openxmlformats.org/drawingml/2006/main" noGrp="1"/>
          </p:cNvSpPr>
          <p:nvPr/>
        </p:nvSpPr>
        <p:spPr>
          <a:xfrm xmlns:a="http://schemas.openxmlformats.org/drawingml/2006/main">
            <a:off x="868299" y="4637723"/>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6" name="!!fragment-2-icon-1">
            <a:extLst xmlns:a="http://schemas.openxmlformats.org/drawingml/2006/main">
              <a:ext uri="{FF2B5EF4-FFF2-40B4-BE49-F238E27FC236}">
                <a16:creationId xmlns:a16="http://schemas.microsoft.com/office/drawing/2014/main" id="{731171CE-B4EE-451E-A683-0A6713D4F84C}"/>
              </a:ext>
            </a:extLst>
          </p:cNvPr>
          <p:cNvSpPr>
            <a:spLocks xmlns:a="http://schemas.openxmlformats.org/drawingml/2006/main" noGrp="1"/>
          </p:cNvSpPr>
          <p:nvPr/>
        </p:nvSpPr>
        <p:spPr>
          <a:xfrm xmlns:a="http://schemas.openxmlformats.org/drawingml/2006/main">
            <a:off x="803148" y="481688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7" name="!!fragment-2">
            <a:extLst xmlns:a="http://schemas.openxmlformats.org/drawingml/2006/main">
              <a:ext uri="{FF2B5EF4-FFF2-40B4-BE49-F238E27FC236}">
                <a16:creationId xmlns:a16="http://schemas.microsoft.com/office/drawing/2014/main" id="{311EE9F0-47B0-4822-A902-3B4DDB8BD102}"/>
              </a:ext>
            </a:extLst>
          </p:cNvPr>
          <p:cNvSpPr>
            <a:spLocks xmlns:a="http://schemas.openxmlformats.org/drawingml/2006/main" noGrp="1"/>
          </p:cNvSpPr>
          <p:nvPr/>
        </p:nvSpPr>
        <p:spPr>
          <a:xfrm xmlns:a="http://schemas.openxmlformats.org/drawingml/2006/main">
            <a:off x="1447800" y="458152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75" b="1">
                <a:solidFill>
                  <a:srgbClr val="142F24"/>
                </a:solidFill>
                <a:latin typeface="Segoe UI"/>
                <a:ea typeface="Segoe UI"/>
                <a:cs typeface="Segoe UI"/>
              </a:defRPr>
            </a:pPr>
            <a:r>
              <a:rPr sz="2475" b="1">
                <a:solidFill>
                  <a:srgbClr val="142F24"/>
                </a:solidFill>
                <a:latin typeface="Segoe UI"/>
                <a:ea typeface="Segoe UI"/>
                <a:cs typeface="Segoe UI"/>
              </a:rPr>
              <a:t>Đối chiếu hồ sơ</a:t>
            </a:r>
          </a:p>
        </p:txBody>
      </p:sp>
      <p:sp>
        <p:nvSpPr>
          <p:cNvPr id="18" name="!!fragment-detail-2">
            <a:extLst xmlns:a="http://schemas.openxmlformats.org/drawingml/2006/main">
              <a:ext uri="{FF2B5EF4-FFF2-40B4-BE49-F238E27FC236}">
                <a16:creationId xmlns:a16="http://schemas.microsoft.com/office/drawing/2014/main" id="{41E804D7-947E-4FE8-926F-A85E4024299A}"/>
              </a:ext>
            </a:extLst>
          </p:cNvPr>
          <p:cNvSpPr>
            <a:spLocks xmlns:a="http://schemas.openxmlformats.org/drawingml/2006/main" noGrp="1"/>
          </p:cNvSpPr>
          <p:nvPr/>
        </p:nvSpPr>
        <p:spPr>
          <a:xfrm xmlns:a="http://schemas.openxmlformats.org/drawingml/2006/main">
            <a:off x="1447800" y="507682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HTX chuẩn bị, bên mua xem qua QR</a:t>
            </a:r>
          </a:p>
        </p:txBody>
      </p:sp>
      <p:sp>
        <p:nvSpPr>
          <p:cNvPr id="19" name="!!page">
            <a:extLst xmlns:a="http://schemas.openxmlformats.org/drawingml/2006/main">
              <a:ext uri="{FF2B5EF4-FFF2-40B4-BE49-F238E27FC236}">
                <a16:creationId xmlns:a16="http://schemas.microsoft.com/office/drawing/2014/main" id="{5EABA989-C11E-4E34-ABCE-68BF8DDD3F8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20" name="!!caption">
            <a:extLst xmlns:a="http://schemas.openxmlformats.org/drawingml/2006/main">
              <a:ext uri="{FF2B5EF4-FFF2-40B4-BE49-F238E27FC236}">
                <a16:creationId xmlns:a16="http://schemas.microsoft.com/office/drawing/2014/main" id="{ED3F29E0-1BC0-4DCF-9120-50B8AA71856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19809455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5" name="!!backdrop"/>
          <p:cNvPicPr>
            <a:picLocks xmlns:a="http://schemas.openxmlformats.org/drawingml/2006/main" noChangeAspect="1"/>
          </p:cNvPicPr>
          <p:nvPr/>
        </p:nvPicPr>
        <p:blipFill>
          <a:blip xmlns:r="http://schemas.openxmlformats.org/officeDocument/2006/relationships" xmlns:a="http://schemas.openxmlformats.org/drawingml/2006/main" r:embed="Rce2fb1e830564e4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AA5716A-C48B-4BF5-B5A4-99ADE43B7A3C}"/>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2F6493EF-45E1-497B-BBA5-819DCF8A0740}"/>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DAC73AC8-360D-444E-94F7-A32BBC13A65D}"/>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B41CD993-3B7B-45C0-A794-F59161E977BB}"/>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BF969589-BBD9-45B2-A1BD-A4DE32C563DB}"/>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CFFB2CCD-26C6-43AB-93B1-40918EFBA6BF}"/>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07751B14-5963-4421-8897-D21CD937F38A}"/>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06E77EC2-E16F-4E48-B6D7-F71FE6C083F0}"/>
              </a:ext>
            </a:extLst>
          </p:cNvPr>
          <p:cNvSpPr>
            <a:spLocks xmlns:a="http://schemas.openxmlformats.org/drawingml/2006/main" noGrp="1"/>
          </p:cNvSpPr>
          <p:nvPr/>
        </p:nvSpPr>
        <p:spPr>
          <a:xfrm xmlns:a="http://schemas.openxmlformats.org/drawingml/2006/main">
            <a:off x="64770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0" name="!!fragment-1-icon-0">
            <a:extLst xmlns:a="http://schemas.openxmlformats.org/drawingml/2006/main">
              <a:ext uri="{FF2B5EF4-FFF2-40B4-BE49-F238E27FC236}">
                <a16:creationId xmlns:a16="http://schemas.microsoft.com/office/drawing/2014/main" id="{E9857802-4525-4E7A-965E-4BBB783856F5}"/>
              </a:ext>
            </a:extLst>
          </p:cNvPr>
          <p:cNvSpPr>
            <a:spLocks xmlns:a="http://schemas.openxmlformats.org/drawingml/2006/main" noGrp="1"/>
          </p:cNvSpPr>
          <p:nvPr/>
        </p:nvSpPr>
        <p:spPr>
          <a:xfrm xmlns:a="http://schemas.openxmlformats.org/drawingml/2006/main">
            <a:off x="804863" y="3586163"/>
            <a:ext cx="180023" cy="180023"/>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1" name="!!fragment-1-icon-1">
            <a:extLst xmlns:a="http://schemas.openxmlformats.org/drawingml/2006/main">
              <a:ext uri="{FF2B5EF4-FFF2-40B4-BE49-F238E27FC236}">
                <a16:creationId xmlns:a16="http://schemas.microsoft.com/office/drawing/2014/main" id="{46FC4DDA-71B9-4E32-BE70-1598D1EA9B5E}"/>
              </a:ext>
            </a:extLst>
          </p:cNvPr>
          <p:cNvSpPr>
            <a:spLocks xmlns:a="http://schemas.openxmlformats.org/drawingml/2006/main" noGrp="1"/>
          </p:cNvSpPr>
          <p:nvPr/>
        </p:nvSpPr>
        <p:spPr>
          <a:xfrm xmlns:a="http://schemas.openxmlformats.org/drawingml/2006/main">
            <a:off x="779145" y="3560445"/>
            <a:ext cx="308610" cy="308610"/>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2" name="!!fragment-1">
            <a:extLst xmlns:a="http://schemas.openxmlformats.org/drawingml/2006/main">
              <a:ext uri="{FF2B5EF4-FFF2-40B4-BE49-F238E27FC236}">
                <a16:creationId xmlns:a16="http://schemas.microsoft.com/office/drawing/2014/main" id="{FADC7214-A16E-4190-A3B0-496D659019BD}"/>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0F54FA5C-CF90-4559-A655-7ADCEDC5C041}"/>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fragment-2-selection">
            <a:extLst xmlns:a="http://schemas.openxmlformats.org/drawingml/2006/main">
              <a:ext uri="{FF2B5EF4-FFF2-40B4-BE49-F238E27FC236}">
                <a16:creationId xmlns:a16="http://schemas.microsoft.com/office/drawing/2014/main" id="{28BE90F3-9E10-498C-8F66-39082DE8AAB3}"/>
              </a:ext>
            </a:extLst>
          </p:cNvPr>
          <p:cNvSpPr>
            <a:spLocks xmlns:a="http://schemas.openxmlformats.org/drawingml/2006/main" noGrp="1"/>
          </p:cNvSpPr>
          <p:nvPr/>
        </p:nvSpPr>
        <p:spPr>
          <a:xfrm xmlns:a="http://schemas.openxmlformats.org/drawingml/2006/main">
            <a:off x="647700" y="45148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5" name="!!fragment-2-icon-0">
            <a:extLst xmlns:a="http://schemas.openxmlformats.org/drawingml/2006/main">
              <a:ext uri="{FF2B5EF4-FFF2-40B4-BE49-F238E27FC236}">
                <a16:creationId xmlns:a16="http://schemas.microsoft.com/office/drawing/2014/main" id="{50A1A033-46D9-43A4-AE24-A97F31AF5E01}"/>
              </a:ext>
            </a:extLst>
          </p:cNvPr>
          <p:cNvSpPr>
            <a:spLocks xmlns:a="http://schemas.openxmlformats.org/drawingml/2006/main" noGrp="1"/>
          </p:cNvSpPr>
          <p:nvPr/>
        </p:nvSpPr>
        <p:spPr>
          <a:xfrm xmlns:a="http://schemas.openxmlformats.org/drawingml/2006/main">
            <a:off x="882015" y="4672013"/>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6" name="!!fragment-2-icon-1">
            <a:extLst xmlns:a="http://schemas.openxmlformats.org/drawingml/2006/main">
              <a:ext uri="{FF2B5EF4-FFF2-40B4-BE49-F238E27FC236}">
                <a16:creationId xmlns:a16="http://schemas.microsoft.com/office/drawing/2014/main" id="{0FC2C9C2-C25C-47BE-A725-26B8F6A4E434}"/>
              </a:ext>
            </a:extLst>
          </p:cNvPr>
          <p:cNvSpPr>
            <a:spLocks xmlns:a="http://schemas.openxmlformats.org/drawingml/2006/main" noGrp="1"/>
          </p:cNvSpPr>
          <p:nvPr/>
        </p:nvSpPr>
        <p:spPr>
          <a:xfrm xmlns:a="http://schemas.openxmlformats.org/drawingml/2006/main">
            <a:off x="830580" y="48134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7" name="!!fragment-2">
            <a:extLst xmlns:a="http://schemas.openxmlformats.org/drawingml/2006/main">
              <a:ext uri="{FF2B5EF4-FFF2-40B4-BE49-F238E27FC236}">
                <a16:creationId xmlns:a16="http://schemas.microsoft.com/office/drawing/2014/main" id="{35B2BCFB-97A4-45AF-85DE-5A8EFB4171FC}"/>
              </a:ext>
            </a:extLst>
          </p:cNvPr>
          <p:cNvSpPr>
            <a:spLocks xmlns:a="http://schemas.openxmlformats.org/drawingml/2006/main" noGrp="1"/>
          </p:cNvSpPr>
          <p:nvPr/>
        </p:nvSpPr>
        <p:spPr>
          <a:xfrm xmlns:a="http://schemas.openxmlformats.org/drawingml/2006/main">
            <a:off x="1447800" y="458152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Đối chiếu hồ sơ</a:t>
            </a:r>
          </a:p>
        </p:txBody>
      </p:sp>
      <p:sp>
        <p:nvSpPr>
          <p:cNvPr id="18" name="!!fragment-detail-2">
            <a:extLst xmlns:a="http://schemas.openxmlformats.org/drawingml/2006/main">
              <a:ext uri="{FF2B5EF4-FFF2-40B4-BE49-F238E27FC236}">
                <a16:creationId xmlns:a16="http://schemas.microsoft.com/office/drawing/2014/main" id="{E332EA72-5410-46D2-B5F6-6AD5152C4242}"/>
              </a:ext>
            </a:extLst>
          </p:cNvPr>
          <p:cNvSpPr>
            <a:spLocks xmlns:a="http://schemas.openxmlformats.org/drawingml/2006/main" noGrp="1"/>
          </p:cNvSpPr>
          <p:nvPr/>
        </p:nvSpPr>
        <p:spPr>
          <a:xfrm xmlns:a="http://schemas.openxmlformats.org/drawingml/2006/main">
            <a:off x="1447800" y="507682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HTX chuẩn bị, bên mua xem qua QR</a:t>
            </a:r>
          </a:p>
        </p:txBody>
      </p:sp>
      <p:sp>
        <p:nvSpPr>
          <p:cNvPr id="19" name="!!join-rule">
            <a:extLst xmlns:a="http://schemas.openxmlformats.org/drawingml/2006/main">
              <a:ext uri="{FF2B5EF4-FFF2-40B4-BE49-F238E27FC236}">
                <a16:creationId xmlns:a16="http://schemas.microsoft.com/office/drawing/2014/main" id="{FF53C106-75DE-4454-A4A9-9422EED507E9}"/>
              </a:ext>
            </a:extLst>
          </p:cNvPr>
          <p:cNvSpPr>
            <a:spLocks xmlns:a="http://schemas.openxmlformats.org/drawingml/2006/main" noGrp="1"/>
          </p:cNvSpPr>
          <p:nvPr/>
        </p:nvSpPr>
        <p:spPr>
          <a:xfrm xmlns:a="http://schemas.openxmlformats.org/drawingml/2006/main">
            <a:off x="609600" y="5600700"/>
            <a:ext cx="514350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20" name="!!joined-file-selection">
            <a:extLst xmlns:a="http://schemas.openxmlformats.org/drawingml/2006/main">
              <a:ext uri="{FF2B5EF4-FFF2-40B4-BE49-F238E27FC236}">
                <a16:creationId xmlns:a16="http://schemas.microsoft.com/office/drawing/2014/main" id="{76CC1963-153C-4520-864C-AB73C1A1E5D2}"/>
              </a:ext>
            </a:extLst>
          </p:cNvPr>
          <p:cNvSpPr>
            <a:spLocks xmlns:a="http://schemas.openxmlformats.org/drawingml/2006/main" noGrp="1"/>
          </p:cNvSpPr>
          <p:nvPr/>
        </p:nvSpPr>
        <p:spPr>
          <a:xfrm xmlns:a="http://schemas.openxmlformats.org/drawingml/2006/main">
            <a:off x="647700" y="5657850"/>
            <a:ext cx="590550" cy="5905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1" name="!!joined-file-icon-0">
            <a:extLst xmlns:a="http://schemas.openxmlformats.org/drawingml/2006/main">
              <a:ext uri="{FF2B5EF4-FFF2-40B4-BE49-F238E27FC236}">
                <a16:creationId xmlns:a16="http://schemas.microsoft.com/office/drawing/2014/main" id="{2EFC97A7-DBC4-4B4A-B2AA-FB79B40A49ED}"/>
              </a:ext>
            </a:extLst>
          </p:cNvPr>
          <p:cNvSpPr>
            <a:spLocks xmlns:a="http://schemas.openxmlformats.org/drawingml/2006/main" noGrp="1"/>
          </p:cNvSpPr>
          <p:nvPr/>
        </p:nvSpPr>
        <p:spPr>
          <a:xfrm xmlns:a="http://schemas.openxmlformats.org/drawingml/2006/main">
            <a:off x="783526" y="5793677"/>
            <a:ext cx="318897" cy="318897"/>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22" name="!!join">
            <a:extLst xmlns:a="http://schemas.openxmlformats.org/drawingml/2006/main">
              <a:ext uri="{FF2B5EF4-FFF2-40B4-BE49-F238E27FC236}">
                <a16:creationId xmlns:a16="http://schemas.microsoft.com/office/drawing/2014/main" id="{DE58C069-BD96-401E-A119-98D0C31AD3F9}"/>
              </a:ext>
            </a:extLst>
          </p:cNvPr>
          <p:cNvSpPr>
            <a:spLocks xmlns:a="http://schemas.openxmlformats.org/drawingml/2006/main" noGrp="1"/>
          </p:cNvSpPr>
          <p:nvPr/>
        </p:nvSpPr>
        <p:spPr>
          <a:xfrm xmlns:a="http://schemas.openxmlformats.org/drawingml/2006/main">
            <a:off x="1447800" y="5819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166447"/>
                </a:solidFill>
                <a:latin typeface="Segoe UI"/>
                <a:ea typeface="Segoe UI"/>
                <a:cs typeface="Segoe UI"/>
              </a:defRPr>
            </a:pPr>
            <a:r>
              <a:rPr sz="2250" b="1">
                <a:solidFill>
                  <a:srgbClr val="166447"/>
                </a:solidFill>
                <a:latin typeface="Segoe UI"/>
                <a:ea typeface="Segoe UI"/>
                <a:cs typeface="Segoe UI"/>
              </a:rPr>
              <a:t>Website liên kết hồ sơ lô</a:t>
            </a:r>
          </a:p>
        </p:txBody>
      </p:sp>
      <p:sp>
        <p:nvSpPr>
          <p:cNvPr id="23" name="!!page">
            <a:extLst xmlns:a="http://schemas.openxmlformats.org/drawingml/2006/main">
              <a:ext uri="{FF2B5EF4-FFF2-40B4-BE49-F238E27FC236}">
                <a16:creationId xmlns:a16="http://schemas.microsoft.com/office/drawing/2014/main" id="{7C157FA4-B82A-4ACC-B19F-9F705BEFFBA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24" name="!!caption">
            <a:extLst xmlns:a="http://schemas.openxmlformats.org/drawingml/2006/main">
              <a:ext uri="{FF2B5EF4-FFF2-40B4-BE49-F238E27FC236}">
                <a16:creationId xmlns:a16="http://schemas.microsoft.com/office/drawing/2014/main" id="{D629DFC8-EC0A-4733-8670-5E0A2A4D842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5622346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a264f50fdbc9484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D28CBEE7-740D-4783-8025-9791B84D6B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7F0420A1-B5BD-42C9-A893-60B20273BE7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EEF97E1A-D593-4231-86AD-ED0F7D26977A}"/>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grower-icon-0">
            <a:extLst xmlns:a="http://schemas.openxmlformats.org/drawingml/2006/main">
              <a:ext uri="{FF2B5EF4-FFF2-40B4-BE49-F238E27FC236}">
                <a16:creationId xmlns:a16="http://schemas.microsoft.com/office/drawing/2014/main" id="{4037C0D4-1354-4519-81C1-773C6B672C54}"/>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FFFFFF"/>
            </a:solidFill>
            <a:prstDash val="solid"/>
          </a:ln>
        </p:spPr>
      </p:sp>
      <p:sp>
        <p:nvSpPr>
          <p:cNvPr id="6" name="!!grower-icon-1">
            <a:extLst xmlns:a="http://schemas.openxmlformats.org/drawingml/2006/main">
              <a:ext uri="{FF2B5EF4-FFF2-40B4-BE49-F238E27FC236}">
                <a16:creationId xmlns:a16="http://schemas.microsoft.com/office/drawing/2014/main" id="{61D3C63E-7147-46CC-846D-9953B5B8205A}"/>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FFFFFF"/>
            </a:solidFill>
            <a:prstDash val="solid"/>
          </a:ln>
        </p:spPr>
      </p:sp>
      <p:sp>
        <p:nvSpPr>
          <p:cNvPr id="7" name="!!grower-label">
            <a:extLst xmlns:a="http://schemas.openxmlformats.org/drawingml/2006/main">
              <a:ext uri="{FF2B5EF4-FFF2-40B4-BE49-F238E27FC236}">
                <a16:creationId xmlns:a16="http://schemas.microsoft.com/office/drawing/2014/main" id="{3F37E062-348D-4D5F-ADA8-0576FFC24DAA}"/>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E3547313-7EFD-4B10-B3E5-D10EE5F8C5BB}"/>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page">
            <a:extLst xmlns:a="http://schemas.openxmlformats.org/drawingml/2006/main">
              <a:ext uri="{FF2B5EF4-FFF2-40B4-BE49-F238E27FC236}">
                <a16:creationId xmlns:a16="http://schemas.microsoft.com/office/drawing/2014/main" id="{50C939DB-51B2-4442-9C5E-B450CD19261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10" name="!!caption">
            <a:extLst xmlns:a="http://schemas.openxmlformats.org/drawingml/2006/main">
              <a:ext uri="{FF2B5EF4-FFF2-40B4-BE49-F238E27FC236}">
                <a16:creationId xmlns:a16="http://schemas.microsoft.com/office/drawing/2014/main" id="{1128EE0C-C2B1-41A8-AC11-C581348C238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97177712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08b35984b0124ab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90332B3E-EB88-48E8-8FAF-5C143A6376F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33B5306-D8A9-4677-B997-95BE5672EEB7}"/>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5797203E-93CF-47A9-80F8-1BF42C433D8C}"/>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grower-icon-0">
            <a:extLst xmlns:a="http://schemas.openxmlformats.org/drawingml/2006/main">
              <a:ext uri="{FF2B5EF4-FFF2-40B4-BE49-F238E27FC236}">
                <a16:creationId xmlns:a16="http://schemas.microsoft.com/office/drawing/2014/main" id="{001FD485-4B17-4D5E-83DA-07BBA79643D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A3BCAB"/>
            </a:solidFill>
            <a:prstDash val="solid"/>
          </a:ln>
        </p:spPr>
      </p:sp>
      <p:sp>
        <p:nvSpPr>
          <p:cNvPr id="6" name="!!grower-icon-1">
            <a:extLst xmlns:a="http://schemas.openxmlformats.org/drawingml/2006/main">
              <a:ext uri="{FF2B5EF4-FFF2-40B4-BE49-F238E27FC236}">
                <a16:creationId xmlns:a16="http://schemas.microsoft.com/office/drawing/2014/main" id="{64DE1408-8FE3-4B4F-916F-11D1975EFA90}"/>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A3BCAB"/>
            </a:solidFill>
            <a:prstDash val="solid"/>
          </a:ln>
        </p:spPr>
      </p:sp>
      <p:sp>
        <p:nvSpPr>
          <p:cNvPr id="7" name="!!grower-label">
            <a:extLst xmlns:a="http://schemas.openxmlformats.org/drawingml/2006/main">
              <a:ext uri="{FF2B5EF4-FFF2-40B4-BE49-F238E27FC236}">
                <a16:creationId xmlns:a16="http://schemas.microsoft.com/office/drawing/2014/main" id="{0A8FA80E-DF45-46F5-A63F-00D258282326}"/>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8EA31443-C483-4A5B-A2A2-74653E9F5915}"/>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buyer-selection">
            <a:extLst xmlns:a="http://schemas.openxmlformats.org/drawingml/2006/main">
              <a:ext uri="{FF2B5EF4-FFF2-40B4-BE49-F238E27FC236}">
                <a16:creationId xmlns:a16="http://schemas.microsoft.com/office/drawing/2014/main" id="{8371A7F4-D93E-454A-AC8A-8B34C5E036CD}"/>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buyer-icon-0">
            <a:extLst xmlns:a="http://schemas.openxmlformats.org/drawingml/2006/main">
              <a:ext uri="{FF2B5EF4-FFF2-40B4-BE49-F238E27FC236}">
                <a16:creationId xmlns:a16="http://schemas.microsoft.com/office/drawing/2014/main" id="{298C6864-1851-42C3-AA48-D401DCBD3FD2}"/>
              </a:ext>
            </a:extLst>
          </p:cNvPr>
          <p:cNvSpPr>
            <a:spLocks xmlns:a="http://schemas.openxmlformats.org/drawingml/2006/main" noGrp="1"/>
          </p:cNvSpPr>
          <p:nvPr/>
        </p:nvSpPr>
        <p:spPr>
          <a:xfrm xmlns:a="http://schemas.openxmlformats.org/drawingml/2006/main">
            <a:off x="887349" y="3551873"/>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buyer-icon-1">
            <a:extLst xmlns:a="http://schemas.openxmlformats.org/drawingml/2006/main">
              <a:ext uri="{FF2B5EF4-FFF2-40B4-BE49-F238E27FC236}">
                <a16:creationId xmlns:a16="http://schemas.microsoft.com/office/drawing/2014/main" id="{6E1AD8FE-70BC-4F1A-966E-9D5DF46632A3}"/>
              </a:ext>
            </a:extLst>
          </p:cNvPr>
          <p:cNvSpPr>
            <a:spLocks xmlns:a="http://schemas.openxmlformats.org/drawingml/2006/main" noGrp="1"/>
          </p:cNvSpPr>
          <p:nvPr/>
        </p:nvSpPr>
        <p:spPr>
          <a:xfrm xmlns:a="http://schemas.openxmlformats.org/drawingml/2006/main">
            <a:off x="822198" y="373103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2" name="!!buyer-label">
            <a:extLst xmlns:a="http://schemas.openxmlformats.org/drawingml/2006/main">
              <a:ext uri="{FF2B5EF4-FFF2-40B4-BE49-F238E27FC236}">
                <a16:creationId xmlns:a16="http://schemas.microsoft.com/office/drawing/2014/main" id="{C0B7E535-4780-476C-9D29-7D578C0284E4}"/>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Bên mua</a:t>
            </a:r>
          </a:p>
        </p:txBody>
      </p:sp>
      <p:sp>
        <p:nvSpPr>
          <p:cNvPr id="13" name="!!buyer-detail">
            <a:extLst xmlns:a="http://schemas.openxmlformats.org/drawingml/2006/main">
              <a:ext uri="{FF2B5EF4-FFF2-40B4-BE49-F238E27FC236}">
                <a16:creationId xmlns:a16="http://schemas.microsoft.com/office/drawing/2014/main" id="{262E529A-D1D8-4755-A633-6C1CA046E71A}"/>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Mở hồ sơ qua QR, đối chiếu tài liệu</a:t>
            </a:r>
          </a:p>
        </p:txBody>
      </p:sp>
      <p:sp>
        <p:nvSpPr>
          <p:cNvPr id="14" name="!!page">
            <a:extLst xmlns:a="http://schemas.openxmlformats.org/drawingml/2006/main">
              <a:ext uri="{FF2B5EF4-FFF2-40B4-BE49-F238E27FC236}">
                <a16:creationId xmlns:a16="http://schemas.microsoft.com/office/drawing/2014/main" id="{EC6CEE08-E557-47A9-B5EB-CEDD33DEB23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15" name="!!caption">
            <a:extLst xmlns:a="http://schemas.openxmlformats.org/drawingml/2006/main">
              <a:ext uri="{FF2B5EF4-FFF2-40B4-BE49-F238E27FC236}">
                <a16:creationId xmlns:a16="http://schemas.microsoft.com/office/drawing/2014/main" id="{ACC925BF-017F-44B4-B0FB-0673DDC104D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70435920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0d9d5b586619434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814F1D3-89E5-4672-958E-B2DA9593AE5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65D3847-50DD-47B4-9E43-7D68B75829A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039A50C4-3E7F-4CF4-887E-8CD1892551E3}"/>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grower-icon-0">
            <a:extLst xmlns:a="http://schemas.openxmlformats.org/drawingml/2006/main">
              <a:ext uri="{FF2B5EF4-FFF2-40B4-BE49-F238E27FC236}">
                <a16:creationId xmlns:a16="http://schemas.microsoft.com/office/drawing/2014/main" id="{7DEDC3E3-EC9F-4868-9DA4-0A83BD3956C6}"/>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A3BCAB"/>
            </a:solidFill>
            <a:prstDash val="solid"/>
          </a:ln>
        </p:spPr>
      </p:sp>
      <p:sp>
        <p:nvSpPr>
          <p:cNvPr id="6" name="!!grower-icon-1">
            <a:extLst xmlns:a="http://schemas.openxmlformats.org/drawingml/2006/main">
              <a:ext uri="{FF2B5EF4-FFF2-40B4-BE49-F238E27FC236}">
                <a16:creationId xmlns:a16="http://schemas.microsoft.com/office/drawing/2014/main" id="{1E8910DE-0E4C-4F4B-B33A-114876E90B8D}"/>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A3BCAB"/>
            </a:solidFill>
            <a:prstDash val="solid"/>
          </a:ln>
        </p:spPr>
      </p:sp>
      <p:sp>
        <p:nvSpPr>
          <p:cNvPr id="7" name="!!grower-label">
            <a:extLst xmlns:a="http://schemas.openxmlformats.org/drawingml/2006/main">
              <a:ext uri="{FF2B5EF4-FFF2-40B4-BE49-F238E27FC236}">
                <a16:creationId xmlns:a16="http://schemas.microsoft.com/office/drawing/2014/main" id="{A5DB5651-D7A1-45BD-9D72-6E4492AF9199}"/>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79148C5A-AAB1-48F5-B92D-59014E13743A}"/>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buyer-selection">
            <a:extLst xmlns:a="http://schemas.openxmlformats.org/drawingml/2006/main">
              <a:ext uri="{FF2B5EF4-FFF2-40B4-BE49-F238E27FC236}">
                <a16:creationId xmlns:a16="http://schemas.microsoft.com/office/drawing/2014/main" id="{C1D16EFC-4BDC-4ECB-9DD1-B0879C98CB36}"/>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buyer-icon-0">
            <a:extLst xmlns:a="http://schemas.openxmlformats.org/drawingml/2006/main">
              <a:ext uri="{FF2B5EF4-FFF2-40B4-BE49-F238E27FC236}">
                <a16:creationId xmlns:a16="http://schemas.microsoft.com/office/drawing/2014/main" id="{24D79BCD-EB98-44CB-B026-5B2D2235652D}"/>
              </a:ext>
            </a:extLst>
          </p:cNvPr>
          <p:cNvSpPr>
            <a:spLocks xmlns:a="http://schemas.openxmlformats.org/drawingml/2006/main" noGrp="1"/>
          </p:cNvSpPr>
          <p:nvPr/>
        </p:nvSpPr>
        <p:spPr>
          <a:xfrm xmlns:a="http://schemas.openxmlformats.org/drawingml/2006/main">
            <a:off x="901065" y="358616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buyer-icon-1">
            <a:extLst xmlns:a="http://schemas.openxmlformats.org/drawingml/2006/main">
              <a:ext uri="{FF2B5EF4-FFF2-40B4-BE49-F238E27FC236}">
                <a16:creationId xmlns:a16="http://schemas.microsoft.com/office/drawing/2014/main" id="{1FDEF59D-2FB0-4749-BACB-D5BA7E242E5B}"/>
              </a:ext>
            </a:extLst>
          </p:cNvPr>
          <p:cNvSpPr>
            <a:spLocks xmlns:a="http://schemas.openxmlformats.org/drawingml/2006/main" noGrp="1"/>
          </p:cNvSpPr>
          <p:nvPr/>
        </p:nvSpPr>
        <p:spPr>
          <a:xfrm xmlns:a="http://schemas.openxmlformats.org/drawingml/2006/main">
            <a:off x="849630" y="372760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12" name="!!buyer-label">
            <a:extLst xmlns:a="http://schemas.openxmlformats.org/drawingml/2006/main">
              <a:ext uri="{FF2B5EF4-FFF2-40B4-BE49-F238E27FC236}">
                <a16:creationId xmlns:a16="http://schemas.microsoft.com/office/drawing/2014/main" id="{3FD437F5-23D0-44F5-81C1-8E5C2EF86E31}"/>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Bên mua</a:t>
            </a:r>
          </a:p>
        </p:txBody>
      </p:sp>
      <p:sp>
        <p:nvSpPr>
          <p:cNvPr id="13" name="!!buyer-detail">
            <a:extLst xmlns:a="http://schemas.openxmlformats.org/drawingml/2006/main">
              <a:ext uri="{FF2B5EF4-FFF2-40B4-BE49-F238E27FC236}">
                <a16:creationId xmlns:a16="http://schemas.microsoft.com/office/drawing/2014/main" id="{3DAB4FB6-69AB-425C-B4E3-0F11359F19EC}"/>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Mở hồ sơ qua QR, đối chiếu tài liệu</a:t>
            </a:r>
          </a:p>
        </p:txBody>
      </p:sp>
      <p:sp>
        <p:nvSpPr>
          <p:cNvPr id="14" name="!!shared-record-selection">
            <a:extLst xmlns:a="http://schemas.openxmlformats.org/drawingml/2006/main">
              <a:ext uri="{FF2B5EF4-FFF2-40B4-BE49-F238E27FC236}">
                <a16:creationId xmlns:a16="http://schemas.microsoft.com/office/drawing/2014/main" id="{D0A0BAC3-97F5-418E-B737-FF633E3227D8}"/>
              </a:ext>
            </a:extLst>
          </p:cNvPr>
          <p:cNvSpPr>
            <a:spLocks xmlns:a="http://schemas.openxmlformats.org/drawingml/2006/main" noGrp="1"/>
          </p:cNvSpPr>
          <p:nvPr/>
        </p:nvSpPr>
        <p:spPr>
          <a:xfrm xmlns:a="http://schemas.openxmlformats.org/drawingml/2006/main">
            <a:off x="600075" y="50958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shared-record-icon-0">
            <a:extLst xmlns:a="http://schemas.openxmlformats.org/drawingml/2006/main">
              <a:ext uri="{FF2B5EF4-FFF2-40B4-BE49-F238E27FC236}">
                <a16:creationId xmlns:a16="http://schemas.microsoft.com/office/drawing/2014/main" id="{BAD320BC-99F7-4641-AA44-ABEE402D94C9}"/>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6" name="!!shared-record-icon-1">
            <a:extLst xmlns:a="http://schemas.openxmlformats.org/drawingml/2006/main">
              <a:ext uri="{FF2B5EF4-FFF2-40B4-BE49-F238E27FC236}">
                <a16:creationId xmlns:a16="http://schemas.microsoft.com/office/drawing/2014/main" id="{209EBB36-3163-4EDB-A5E1-27C939A1CD05}"/>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7" name="!!shared-record-icon-2">
            <a:extLst xmlns:a="http://schemas.openxmlformats.org/drawingml/2006/main">
              <a:ext uri="{FF2B5EF4-FFF2-40B4-BE49-F238E27FC236}">
                <a16:creationId xmlns:a16="http://schemas.microsoft.com/office/drawing/2014/main" id="{5C012BBF-9BAD-4761-B654-5F29C08FFB9E}"/>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8" name="!!shared-record-icon-3">
            <a:extLst xmlns:a="http://schemas.openxmlformats.org/drawingml/2006/main">
              <a:ext uri="{FF2B5EF4-FFF2-40B4-BE49-F238E27FC236}">
                <a16:creationId xmlns:a16="http://schemas.microsoft.com/office/drawing/2014/main" id="{087100B2-79AF-44C3-B165-A07348DA43A6}"/>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9" name="!!user-goal">
            <a:extLst xmlns:a="http://schemas.openxmlformats.org/drawingml/2006/main">
              <a:ext uri="{FF2B5EF4-FFF2-40B4-BE49-F238E27FC236}">
                <a16:creationId xmlns:a16="http://schemas.microsoft.com/office/drawing/2014/main" id="{94F09B72-5A4D-4F1A-88D4-60B389AB777C}"/>
              </a:ext>
            </a:extLst>
          </p:cNvPr>
          <p:cNvSpPr>
            <a:spLocks xmlns:a="http://schemas.openxmlformats.org/drawingml/2006/main" noGrp="1"/>
          </p:cNvSpPr>
          <p:nvPr/>
        </p:nvSpPr>
        <p:spPr>
          <a:xfrm xmlns:a="http://schemas.openxmlformats.org/drawingml/2006/main">
            <a:off x="1524000" y="5086350"/>
            <a:ext cx="438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Một hồ sơ dùng chung</a:t>
            </a:r>
          </a:p>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trong cuộc trao đổi về lô</a:t>
            </a:r>
          </a:p>
        </p:txBody>
      </p:sp>
      <p:sp>
        <p:nvSpPr>
          <p:cNvPr id="20" name="!!page">
            <a:extLst xmlns:a="http://schemas.openxmlformats.org/drawingml/2006/main">
              <a:ext uri="{FF2B5EF4-FFF2-40B4-BE49-F238E27FC236}">
                <a16:creationId xmlns:a16="http://schemas.microsoft.com/office/drawing/2014/main" id="{6F4BBA26-B36B-4E81-8381-2512FF2BF3F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21" name="!!caption">
            <a:extLst xmlns:a="http://schemas.openxmlformats.org/drawingml/2006/main">
              <a:ext uri="{FF2B5EF4-FFF2-40B4-BE49-F238E27FC236}">
                <a16:creationId xmlns:a16="http://schemas.microsoft.com/office/drawing/2014/main" id="{09EA345A-0D71-4C49-B6A4-C3400BBF63C9}"/>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123255185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0" name="!!backdrop"/>
          <p:cNvPicPr>
            <a:picLocks xmlns:a="http://schemas.openxmlformats.org/drawingml/2006/main" noChangeAspect="1"/>
          </p:cNvPicPr>
          <p:nvPr/>
        </p:nvPicPr>
        <p:blipFill>
          <a:blip xmlns:r="http://schemas.openxmlformats.org/officeDocument/2006/relationships" xmlns:a="http://schemas.openxmlformats.org/drawingml/2006/main" r:embed="R5716a7c1ddf047f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677CD7E-F901-42F6-BCD3-4AD9ADD3FF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E3AA814-06BA-479B-A52A-6F0B68504EA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53216B59-21E1-48CF-A206-F21F648D3B67}"/>
              </a:ext>
            </a:extLst>
          </p:cNvPr>
          <p:cNvSpPr>
            <a:spLocks xmlns:a="http://schemas.openxmlformats.org/drawingml/2006/main" noGrp="1"/>
          </p:cNvSpPr>
          <p:nvPr/>
        </p:nvSpPr>
        <p:spPr>
          <a:xfrm xmlns:a="http://schemas.openxmlformats.org/drawingml/2006/main">
            <a:off x="914400"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flow-0-icon-0">
            <a:extLst xmlns:a="http://schemas.openxmlformats.org/drawingml/2006/main">
              <a:ext uri="{FF2B5EF4-FFF2-40B4-BE49-F238E27FC236}">
                <a16:creationId xmlns:a16="http://schemas.microsoft.com/office/drawing/2014/main" id="{6CDFDE59-0168-41DE-B4DA-4CF06C4B214E}"/>
              </a:ext>
            </a:extLst>
          </p:cNvPr>
          <p:cNvSpPr>
            <a:spLocks xmlns:a="http://schemas.openxmlformats.org/drawingml/2006/main" noGrp="1"/>
          </p:cNvSpPr>
          <p:nvPr/>
        </p:nvSpPr>
        <p:spPr>
          <a:xfrm xmlns:a="http://schemas.openxmlformats.org/drawingml/2006/main">
            <a:off x="1234249" y="2739200"/>
            <a:ext cx="750951" cy="750951"/>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6820">
            <a:solidFill>
              <a:srgbClr val="FFFFFF"/>
            </a:solidFill>
            <a:prstDash val="solid"/>
          </a:ln>
        </p:spPr>
      </p:sp>
      <p:sp>
        <p:nvSpPr>
          <p:cNvPr id="6" name="!!flow-label-0">
            <a:extLst xmlns:a="http://schemas.openxmlformats.org/drawingml/2006/main">
              <a:ext uri="{FF2B5EF4-FFF2-40B4-BE49-F238E27FC236}">
                <a16:creationId xmlns:a16="http://schemas.microsoft.com/office/drawing/2014/main" id="{CCE97FC3-FC1D-4EF2-A561-8E4C6953FE1B}"/>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Tạo lô</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riêng tư</a:t>
            </a:r>
          </a:p>
        </p:txBody>
      </p:sp>
      <p:sp>
        <p:nvSpPr>
          <p:cNvPr id="7" name="!!flow-note">
            <a:extLst xmlns:a="http://schemas.openxmlformats.org/drawingml/2006/main">
              <a:ext uri="{FF2B5EF4-FFF2-40B4-BE49-F238E27FC236}">
                <a16:creationId xmlns:a16="http://schemas.microsoft.com/office/drawing/2014/main" id="{0D10A62E-4EDA-416A-9BB9-07E18F6D5C0B}"/>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Chủ hồ sơ bắt đầu bằng Google login</a:t>
            </a:r>
          </a:p>
        </p:txBody>
      </p:sp>
      <p:sp>
        <p:nvSpPr>
          <p:cNvPr id="8" name="!!page">
            <a:extLst xmlns:a="http://schemas.openxmlformats.org/drawingml/2006/main">
              <a:ext uri="{FF2B5EF4-FFF2-40B4-BE49-F238E27FC236}">
                <a16:creationId xmlns:a16="http://schemas.microsoft.com/office/drawing/2014/main" id="{412343E4-8AD9-4A9B-88CE-727A9459712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9" name="!!caption">
            <a:extLst xmlns:a="http://schemas.openxmlformats.org/drawingml/2006/main">
              <a:ext uri="{FF2B5EF4-FFF2-40B4-BE49-F238E27FC236}">
                <a16:creationId xmlns:a16="http://schemas.microsoft.com/office/drawing/2014/main" id="{F28B30D3-027C-41FB-B30C-7C8BCB293EB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98615018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7" name="!!backdrop"/>
          <p:cNvPicPr>
            <a:picLocks xmlns:a="http://schemas.openxmlformats.org/drawingml/2006/main" noChangeAspect="1"/>
          </p:cNvPicPr>
          <p:nvPr/>
        </p:nvPicPr>
        <p:blipFill>
          <a:blip xmlns:r="http://schemas.openxmlformats.org/officeDocument/2006/relationships" xmlns:a="http://schemas.openxmlformats.org/drawingml/2006/main" r:embed="R8072c4a2018f497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FB5121E-AF4A-4C11-B65F-3139B05B59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1A2E7E9A-B02D-4D14-847E-6A6161DCBA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4C17E23D-4307-4323-B224-6D8083B5E837}"/>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CC350557-3913-452E-81E2-E5812291A5E3}"/>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F9BE1F72-A2B6-4D8A-8DBC-8ADC80D716EE}"/>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F77BF25F-4380-4526-9FC8-2B5D2B53B6B2}"/>
              </a:ext>
            </a:extLst>
          </p:cNvPr>
          <p:cNvSpPr>
            <a:spLocks xmlns:a="http://schemas.openxmlformats.org/drawingml/2006/main" noGrp="1"/>
          </p:cNvSpPr>
          <p:nvPr/>
        </p:nvSpPr>
        <p:spPr>
          <a:xfrm xmlns:a="http://schemas.openxmlformats.org/drawingml/2006/main">
            <a:off x="3705225"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8" name="!!flow-1-icon-0">
            <a:extLst xmlns:a="http://schemas.openxmlformats.org/drawingml/2006/main">
              <a:ext uri="{FF2B5EF4-FFF2-40B4-BE49-F238E27FC236}">
                <a16:creationId xmlns:a16="http://schemas.microsoft.com/office/drawing/2014/main" id="{09E37E2B-829D-40CB-A39C-3BE85B9F8877}"/>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6820">
            <a:solidFill>
              <a:srgbClr val="FFFFFF"/>
            </a:solidFill>
            <a:prstDash val="solid"/>
          </a:ln>
        </p:spPr>
      </p:sp>
      <p:sp>
        <p:nvSpPr>
          <p:cNvPr id="9" name="!!flow-1-icon-1">
            <a:extLst xmlns:a="http://schemas.openxmlformats.org/drawingml/2006/main">
              <a:ext uri="{FF2B5EF4-FFF2-40B4-BE49-F238E27FC236}">
                <a16:creationId xmlns:a16="http://schemas.microsoft.com/office/drawing/2014/main" id="{F89337A5-986D-49ED-A712-C075E8234632}"/>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6820">
            <a:solidFill>
              <a:srgbClr val="FFFFFF"/>
            </a:solidFill>
            <a:prstDash val="solid"/>
          </a:ln>
        </p:spPr>
      </p:sp>
      <p:sp>
        <p:nvSpPr>
          <p:cNvPr id="10" name="!!flow-1-icon-2">
            <a:extLst xmlns:a="http://schemas.openxmlformats.org/drawingml/2006/main">
              <a:ext uri="{FF2B5EF4-FFF2-40B4-BE49-F238E27FC236}">
                <a16:creationId xmlns:a16="http://schemas.microsoft.com/office/drawing/2014/main" id="{DFFFB2FF-48E7-4A9A-BF34-89C2D804BF84}"/>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6820">
            <a:solidFill>
              <a:srgbClr val="FFFFFF"/>
            </a:solidFill>
            <a:prstDash val="solid"/>
          </a:ln>
        </p:spPr>
      </p:sp>
      <p:sp>
        <p:nvSpPr>
          <p:cNvPr id="11" name="!!flow-1-icon-3">
            <a:extLst xmlns:a="http://schemas.openxmlformats.org/drawingml/2006/main">
              <a:ext uri="{FF2B5EF4-FFF2-40B4-BE49-F238E27FC236}">
                <a16:creationId xmlns:a16="http://schemas.microsoft.com/office/drawing/2014/main" id="{6AF612FB-1DCE-43DC-BED1-002E001B17E4}"/>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6820">
            <a:solidFill>
              <a:srgbClr val="FFFFFF"/>
            </a:solidFill>
            <a:prstDash val="solid"/>
          </a:ln>
        </p:spPr>
      </p:sp>
      <p:sp>
        <p:nvSpPr>
          <p:cNvPr id="12" name="!!flow-label-1">
            <a:extLst xmlns:a="http://schemas.openxmlformats.org/drawingml/2006/main">
              <a:ext uri="{FF2B5EF4-FFF2-40B4-BE49-F238E27FC236}">
                <a16:creationId xmlns:a16="http://schemas.microsoft.com/office/drawing/2014/main" id="{87E49A49-75EB-44D7-9411-9CF7DC7E6BED}"/>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Ảnh và</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tài liệu</a:t>
            </a:r>
          </a:p>
        </p:txBody>
      </p:sp>
      <p:cxnSp>
        <p:nvCxnSpPr>
          <p:cNvPr id="29"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note">
            <a:extLst xmlns:a="http://schemas.openxmlformats.org/drawingml/2006/main">
              <a:ext uri="{FF2B5EF4-FFF2-40B4-BE49-F238E27FC236}">
                <a16:creationId xmlns:a16="http://schemas.microsoft.com/office/drawing/2014/main" id="{6C76051F-90CA-4B16-B5DE-FED728A4CCCC}"/>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Tệp có nguồn khai báo và ngày tài liệu</a:t>
            </a:r>
          </a:p>
        </p:txBody>
      </p:sp>
      <p:sp>
        <p:nvSpPr>
          <p:cNvPr id="15" name="!!page">
            <a:extLst xmlns:a="http://schemas.openxmlformats.org/drawingml/2006/main">
              <a:ext uri="{FF2B5EF4-FFF2-40B4-BE49-F238E27FC236}">
                <a16:creationId xmlns:a16="http://schemas.microsoft.com/office/drawing/2014/main" id="{245AC9C6-3D3B-4F89-9081-B388091200E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16" name="!!caption">
            <a:extLst xmlns:a="http://schemas.openxmlformats.org/drawingml/2006/main">
              <a:ext uri="{FF2B5EF4-FFF2-40B4-BE49-F238E27FC236}">
                <a16:creationId xmlns:a16="http://schemas.microsoft.com/office/drawing/2014/main" id="{F703F0EF-AB4C-4831-A7A9-707D7AB4150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1728552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668ea16c213a46e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19E248DF-E4DB-4D7D-82C2-081F460A33E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D988D9F8-6246-4843-892F-AAE5A858E26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B57BB9DA-C9ED-457D-9524-D8EAB545C29C}"/>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86E1B8C7-D91D-4F23-96AB-1BD7376BC891}"/>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8F572B67-CDE3-4B12-879D-7EC6B820C859}"/>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D24B12CB-B5C6-4FF2-9010-B38AD9C27E56}"/>
              </a:ext>
            </a:extLst>
          </p:cNvPr>
          <p:cNvSpPr>
            <a:spLocks xmlns:a="http://schemas.openxmlformats.org/drawingml/2006/main" noGrp="1"/>
          </p:cNvSpPr>
          <p:nvPr/>
        </p:nvSpPr>
        <p:spPr>
          <a:xfrm xmlns:a="http://schemas.openxmlformats.org/drawingml/2006/main">
            <a:off x="3848100"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8" name="!!flow-1-icon-0">
            <a:extLst xmlns:a="http://schemas.openxmlformats.org/drawingml/2006/main">
              <a:ext uri="{FF2B5EF4-FFF2-40B4-BE49-F238E27FC236}">
                <a16:creationId xmlns:a16="http://schemas.microsoft.com/office/drawing/2014/main" id="{3B30BCB3-F400-4D99-A517-FFE6019BDB91}"/>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1309">
            <a:solidFill>
              <a:srgbClr val="A3BCAB"/>
            </a:solidFill>
            <a:prstDash val="solid"/>
          </a:ln>
        </p:spPr>
      </p:sp>
      <p:sp>
        <p:nvSpPr>
          <p:cNvPr id="9" name="!!flow-1-icon-1">
            <a:extLst xmlns:a="http://schemas.openxmlformats.org/drawingml/2006/main">
              <a:ext uri="{FF2B5EF4-FFF2-40B4-BE49-F238E27FC236}">
                <a16:creationId xmlns:a16="http://schemas.microsoft.com/office/drawing/2014/main" id="{988193AD-6E01-42A6-962F-AE773AA1359A}"/>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1309">
            <a:solidFill>
              <a:srgbClr val="A3BCAB"/>
            </a:solidFill>
            <a:prstDash val="solid"/>
          </a:ln>
        </p:spPr>
      </p:sp>
      <p:sp>
        <p:nvSpPr>
          <p:cNvPr id="10" name="!!flow-1-icon-2">
            <a:extLst xmlns:a="http://schemas.openxmlformats.org/drawingml/2006/main">
              <a:ext uri="{FF2B5EF4-FFF2-40B4-BE49-F238E27FC236}">
                <a16:creationId xmlns:a16="http://schemas.microsoft.com/office/drawing/2014/main" id="{687500D2-9503-4453-8C22-18D78D8BA738}"/>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1309">
            <a:solidFill>
              <a:srgbClr val="A3BCAB"/>
            </a:solidFill>
            <a:prstDash val="solid"/>
          </a:ln>
        </p:spPr>
      </p:sp>
      <p:sp>
        <p:nvSpPr>
          <p:cNvPr id="11" name="!!flow-1-icon-3">
            <a:extLst xmlns:a="http://schemas.openxmlformats.org/drawingml/2006/main">
              <a:ext uri="{FF2B5EF4-FFF2-40B4-BE49-F238E27FC236}">
                <a16:creationId xmlns:a16="http://schemas.microsoft.com/office/drawing/2014/main" id="{457C7FAA-47BC-4291-AE2F-8DF9FB04AD76}"/>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1309">
            <a:solidFill>
              <a:srgbClr val="A3BCAB"/>
            </a:solidFill>
            <a:prstDash val="solid"/>
          </a:ln>
        </p:spPr>
      </p:sp>
      <p:sp>
        <p:nvSpPr>
          <p:cNvPr id="12" name="!!flow-label-1">
            <a:extLst xmlns:a="http://schemas.openxmlformats.org/drawingml/2006/main">
              <a:ext uri="{FF2B5EF4-FFF2-40B4-BE49-F238E27FC236}">
                <a16:creationId xmlns:a16="http://schemas.microsoft.com/office/drawing/2014/main" id="{08E92A04-CE36-463A-B7E5-6E661C7E2785}"/>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Ảnh và</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tài liệu</a:t>
            </a:r>
          </a:p>
        </p:txBody>
      </p:sp>
      <p:cxnSp>
        <p:nvCxnSpPr>
          <p:cNvPr id="34"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2-selection">
            <a:extLst xmlns:a="http://schemas.openxmlformats.org/drawingml/2006/main">
              <a:ext uri="{FF2B5EF4-FFF2-40B4-BE49-F238E27FC236}">
                <a16:creationId xmlns:a16="http://schemas.microsoft.com/office/drawing/2014/main" id="{76C38FAF-A8D5-45EA-B894-FF9579A5CB6E}"/>
              </a:ext>
            </a:extLst>
          </p:cNvPr>
          <p:cNvSpPr>
            <a:spLocks xmlns:a="http://schemas.openxmlformats.org/drawingml/2006/main" noGrp="1"/>
          </p:cNvSpPr>
          <p:nvPr/>
        </p:nvSpPr>
        <p:spPr>
          <a:xfrm xmlns:a="http://schemas.openxmlformats.org/drawingml/2006/main">
            <a:off x="6496050"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flow-2-icon-0">
            <a:extLst xmlns:a="http://schemas.openxmlformats.org/drawingml/2006/main">
              <a:ext uri="{FF2B5EF4-FFF2-40B4-BE49-F238E27FC236}">
                <a16:creationId xmlns:a16="http://schemas.microsoft.com/office/drawing/2014/main" id="{588E7BA8-D0FD-4FFF-BDB9-14D9EA2A8CCC}"/>
              </a:ext>
            </a:extLst>
          </p:cNvPr>
          <p:cNvSpPr>
            <a:spLocks xmlns:a="http://schemas.openxmlformats.org/drawingml/2006/main" noGrp="1"/>
          </p:cNvSpPr>
          <p:nvPr/>
        </p:nvSpPr>
        <p:spPr>
          <a:xfrm xmlns:a="http://schemas.openxmlformats.org/drawingml/2006/main">
            <a:off x="6878479" y="2801779"/>
            <a:ext cx="625793" cy="625793"/>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6" name="!!flow-2-icon-1">
            <a:extLst xmlns:a="http://schemas.openxmlformats.org/drawingml/2006/main">
              <a:ext uri="{FF2B5EF4-FFF2-40B4-BE49-F238E27FC236}">
                <a16:creationId xmlns:a16="http://schemas.microsoft.com/office/drawing/2014/main" id="{AA69A3A4-849C-4964-8D49-F569A967D54F}"/>
              </a:ext>
            </a:extLst>
          </p:cNvPr>
          <p:cNvSpPr>
            <a:spLocks xmlns:a="http://schemas.openxmlformats.org/drawingml/2006/main" noGrp="1"/>
          </p:cNvSpPr>
          <p:nvPr/>
        </p:nvSpPr>
        <p:spPr>
          <a:xfrm xmlns:a="http://schemas.openxmlformats.org/drawingml/2006/main">
            <a:off x="6815900" y="2739200"/>
            <a:ext cx="750951" cy="750951"/>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26820">
            <a:solidFill>
              <a:srgbClr val="FFFFFF"/>
            </a:solidFill>
            <a:prstDash val="solid"/>
          </a:ln>
        </p:spPr>
      </p:sp>
      <p:sp>
        <p:nvSpPr>
          <p:cNvPr id="17" name="!!flow-label-2">
            <a:extLst xmlns:a="http://schemas.openxmlformats.org/drawingml/2006/main">
              <a:ext uri="{FF2B5EF4-FFF2-40B4-BE49-F238E27FC236}">
                <a16:creationId xmlns:a16="http://schemas.microsoft.com/office/drawing/2014/main" id="{FF0DCC9F-398F-49EC-AD3D-9DFDD7FA85E9}"/>
              </a:ext>
            </a:extLst>
          </p:cNvPr>
          <p:cNvSpPr>
            <a:spLocks xmlns:a="http://schemas.openxmlformats.org/drawingml/2006/main" noGrp="1"/>
          </p:cNvSpPr>
          <p:nvPr/>
        </p:nvSpPr>
        <p:spPr>
          <a:xfrm xmlns:a="http://schemas.openxmlformats.org/drawingml/2006/main">
            <a:off x="606742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Lịch sử</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hành trình</a:t>
            </a:r>
          </a:p>
        </p:txBody>
      </p:sp>
      <p:cxnSp>
        <p:nvCxnSpPr>
          <p:cNvPr id="39" name="!!connector-4-1"/>
          <p:cNvCxnSpPr>
            <a:stCxn xmlns:a="http://schemas.openxmlformats.org/drawingml/2006/main" id="7" idx="6"/>
            <a:endCxn xmlns:a="http://schemas.openxmlformats.org/drawingml/2006/main" id="14" idx="2"/>
          </p:cNvCxnSpPr>
          <p:nvPr/>
        </p:nvCxnSpPr>
        <p:spPr>
          <a:xfrm xmlns:a="http://schemas.openxmlformats.org/drawingml/2006/main">
            <a:off x="4953000"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flow-note">
            <a:extLst xmlns:a="http://schemas.openxmlformats.org/drawingml/2006/main">
              <a:ext uri="{FF2B5EF4-FFF2-40B4-BE49-F238E27FC236}">
                <a16:creationId xmlns:a16="http://schemas.microsoft.com/office/drawing/2014/main" id="{9B0802FA-417B-4645-AE7F-AC0E89972014}"/>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Thêm mốc mới để đính chính lịch sử</a:t>
            </a:r>
          </a:p>
        </p:txBody>
      </p:sp>
      <p:sp>
        <p:nvSpPr>
          <p:cNvPr id="20" name="!!page">
            <a:extLst xmlns:a="http://schemas.openxmlformats.org/drawingml/2006/main">
              <a:ext uri="{FF2B5EF4-FFF2-40B4-BE49-F238E27FC236}">
                <a16:creationId xmlns:a16="http://schemas.microsoft.com/office/drawing/2014/main" id="{4E357505-DDEC-406C-A729-0D2B65D3D55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21" name="!!caption">
            <a:extLst xmlns:a="http://schemas.openxmlformats.org/drawingml/2006/main">
              <a:ext uri="{FF2B5EF4-FFF2-40B4-BE49-F238E27FC236}">
                <a16:creationId xmlns:a16="http://schemas.microsoft.com/office/drawing/2014/main" id="{313FF846-1246-46A2-BEEE-80614E1077E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7821665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0" name="!!backdrop"/>
          <p:cNvPicPr>
            <a:picLocks xmlns:a="http://schemas.openxmlformats.org/drawingml/2006/main" noChangeAspect="1"/>
          </p:cNvPicPr>
          <p:nvPr/>
        </p:nvPicPr>
        <p:blipFill>
          <a:blip xmlns:r="http://schemas.openxmlformats.org/officeDocument/2006/relationships" xmlns:a="http://schemas.openxmlformats.org/drawingml/2006/main" r:embed="R44292af2a80646c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81B6C701-040F-4C75-B705-E7AA9D949D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88FDE34-9454-4C12-9A0D-6F19B4A2A56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B81630B7-00DB-472D-84F1-8F97F516247C}"/>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0078BEEC-D0E9-42E1-BD4A-0EF0E4A04B22}"/>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D65422E2-EA2F-40A0-AE2F-4A41493DEF65}"/>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635E3DEE-DE49-4CB7-BFE9-2A818E6EB573}"/>
              </a:ext>
            </a:extLst>
          </p:cNvPr>
          <p:cNvSpPr>
            <a:spLocks xmlns:a="http://schemas.openxmlformats.org/drawingml/2006/main" noGrp="1"/>
          </p:cNvSpPr>
          <p:nvPr/>
        </p:nvSpPr>
        <p:spPr>
          <a:xfrm xmlns:a="http://schemas.openxmlformats.org/drawingml/2006/main">
            <a:off x="3848100"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8" name="!!flow-1-icon-0">
            <a:extLst xmlns:a="http://schemas.openxmlformats.org/drawingml/2006/main">
              <a:ext uri="{FF2B5EF4-FFF2-40B4-BE49-F238E27FC236}">
                <a16:creationId xmlns:a16="http://schemas.microsoft.com/office/drawing/2014/main" id="{67BE1923-77BC-468D-AB6E-1FE276D2F4DD}"/>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1309">
            <a:solidFill>
              <a:srgbClr val="A3BCAB"/>
            </a:solidFill>
            <a:prstDash val="solid"/>
          </a:ln>
        </p:spPr>
      </p:sp>
      <p:sp>
        <p:nvSpPr>
          <p:cNvPr id="9" name="!!flow-1-icon-1">
            <a:extLst xmlns:a="http://schemas.openxmlformats.org/drawingml/2006/main">
              <a:ext uri="{FF2B5EF4-FFF2-40B4-BE49-F238E27FC236}">
                <a16:creationId xmlns:a16="http://schemas.microsoft.com/office/drawing/2014/main" id="{3299E0F0-083E-4A48-A57A-8BA211E4CD8C}"/>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1309">
            <a:solidFill>
              <a:srgbClr val="A3BCAB"/>
            </a:solidFill>
            <a:prstDash val="solid"/>
          </a:ln>
        </p:spPr>
      </p:sp>
      <p:sp>
        <p:nvSpPr>
          <p:cNvPr id="10" name="!!flow-1-icon-2">
            <a:extLst xmlns:a="http://schemas.openxmlformats.org/drawingml/2006/main">
              <a:ext uri="{FF2B5EF4-FFF2-40B4-BE49-F238E27FC236}">
                <a16:creationId xmlns:a16="http://schemas.microsoft.com/office/drawing/2014/main" id="{3117F1D5-91AA-40C2-B079-33F5C1C033CD}"/>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1309">
            <a:solidFill>
              <a:srgbClr val="A3BCAB"/>
            </a:solidFill>
            <a:prstDash val="solid"/>
          </a:ln>
        </p:spPr>
      </p:sp>
      <p:sp>
        <p:nvSpPr>
          <p:cNvPr id="11" name="!!flow-1-icon-3">
            <a:extLst xmlns:a="http://schemas.openxmlformats.org/drawingml/2006/main">
              <a:ext uri="{FF2B5EF4-FFF2-40B4-BE49-F238E27FC236}">
                <a16:creationId xmlns:a16="http://schemas.microsoft.com/office/drawing/2014/main" id="{008C68AB-FE79-4CD9-8631-DD0790D1EF96}"/>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1309">
            <a:solidFill>
              <a:srgbClr val="A3BCAB"/>
            </a:solidFill>
            <a:prstDash val="solid"/>
          </a:ln>
        </p:spPr>
      </p:sp>
      <p:sp>
        <p:nvSpPr>
          <p:cNvPr id="12" name="!!flow-label-1">
            <a:extLst xmlns:a="http://schemas.openxmlformats.org/drawingml/2006/main">
              <a:ext uri="{FF2B5EF4-FFF2-40B4-BE49-F238E27FC236}">
                <a16:creationId xmlns:a16="http://schemas.microsoft.com/office/drawing/2014/main" id="{73AAE066-BA7C-42A3-B413-1D80D654C156}"/>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Ảnh và</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tài liệu</a:t>
            </a:r>
          </a:p>
        </p:txBody>
      </p:sp>
      <p:cxnSp>
        <p:nvCxnSpPr>
          <p:cNvPr id="42"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2-selection">
            <a:extLst xmlns:a="http://schemas.openxmlformats.org/drawingml/2006/main">
              <a:ext uri="{FF2B5EF4-FFF2-40B4-BE49-F238E27FC236}">
                <a16:creationId xmlns:a16="http://schemas.microsoft.com/office/drawing/2014/main" id="{F5F6A740-2D0D-4231-9F95-D5E9B35001CF}"/>
              </a:ext>
            </a:extLst>
          </p:cNvPr>
          <p:cNvSpPr>
            <a:spLocks xmlns:a="http://schemas.openxmlformats.org/drawingml/2006/main" noGrp="1"/>
          </p:cNvSpPr>
          <p:nvPr/>
        </p:nvSpPr>
        <p:spPr>
          <a:xfrm xmlns:a="http://schemas.openxmlformats.org/drawingml/2006/main">
            <a:off x="663892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5" name="!!flow-2-icon-0">
            <a:extLst xmlns:a="http://schemas.openxmlformats.org/drawingml/2006/main">
              <a:ext uri="{FF2B5EF4-FFF2-40B4-BE49-F238E27FC236}">
                <a16:creationId xmlns:a16="http://schemas.microsoft.com/office/drawing/2014/main" id="{B36D523C-82AC-4716-BCCE-F9ABBFB06F8B}"/>
              </a:ext>
            </a:extLst>
          </p:cNvPr>
          <p:cNvSpPr>
            <a:spLocks xmlns:a="http://schemas.openxmlformats.org/drawingml/2006/main" noGrp="1"/>
          </p:cNvSpPr>
          <p:nvPr/>
        </p:nvSpPr>
        <p:spPr>
          <a:xfrm xmlns:a="http://schemas.openxmlformats.org/drawingml/2006/main">
            <a:off x="6942773" y="2866073"/>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6" name="!!flow-2-icon-1">
            <a:extLst xmlns:a="http://schemas.openxmlformats.org/drawingml/2006/main">
              <a:ext uri="{FF2B5EF4-FFF2-40B4-BE49-F238E27FC236}">
                <a16:creationId xmlns:a16="http://schemas.microsoft.com/office/drawing/2014/main" id="{6286C6F9-19FE-4138-9AB7-D75B43A57574}"/>
              </a:ext>
            </a:extLst>
          </p:cNvPr>
          <p:cNvSpPr>
            <a:spLocks xmlns:a="http://schemas.openxmlformats.org/drawingml/2006/main" noGrp="1"/>
          </p:cNvSpPr>
          <p:nvPr/>
        </p:nvSpPr>
        <p:spPr>
          <a:xfrm xmlns:a="http://schemas.openxmlformats.org/drawingml/2006/main">
            <a:off x="6893052" y="2816352"/>
            <a:ext cx="596646" cy="59664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21309">
            <a:solidFill>
              <a:srgbClr val="A3BCAB"/>
            </a:solidFill>
            <a:prstDash val="solid"/>
          </a:ln>
        </p:spPr>
      </p:sp>
      <p:sp>
        <p:nvSpPr>
          <p:cNvPr id="17" name="!!flow-label-2">
            <a:extLst xmlns:a="http://schemas.openxmlformats.org/drawingml/2006/main">
              <a:ext uri="{FF2B5EF4-FFF2-40B4-BE49-F238E27FC236}">
                <a16:creationId xmlns:a16="http://schemas.microsoft.com/office/drawing/2014/main" id="{5963FC1A-02F8-464B-A721-F271DDDFB09F}"/>
              </a:ext>
            </a:extLst>
          </p:cNvPr>
          <p:cNvSpPr>
            <a:spLocks xmlns:a="http://schemas.openxmlformats.org/drawingml/2006/main" noGrp="1"/>
          </p:cNvSpPr>
          <p:nvPr/>
        </p:nvSpPr>
        <p:spPr>
          <a:xfrm xmlns:a="http://schemas.openxmlformats.org/drawingml/2006/main">
            <a:off x="606742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Lịch sử</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hành trình</a:t>
            </a:r>
          </a:p>
        </p:txBody>
      </p:sp>
      <p:cxnSp>
        <p:nvCxnSpPr>
          <p:cNvPr id="47" name="!!connector-4-1"/>
          <p:cNvCxnSpPr>
            <a:stCxn xmlns:a="http://schemas.openxmlformats.org/drawingml/2006/main" id="7" idx="6"/>
            <a:endCxn xmlns:a="http://schemas.openxmlformats.org/drawingml/2006/main" id="14" idx="2"/>
          </p:cNvCxnSpPr>
          <p:nvPr/>
        </p:nvCxnSpPr>
        <p:spPr>
          <a:xfrm xmlns:a="http://schemas.openxmlformats.org/drawingml/2006/main">
            <a:off x="4953000"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flow-3-selection">
            <a:extLst xmlns:a="http://schemas.openxmlformats.org/drawingml/2006/main">
              <a:ext uri="{FF2B5EF4-FFF2-40B4-BE49-F238E27FC236}">
                <a16:creationId xmlns:a16="http://schemas.microsoft.com/office/drawing/2014/main" id="{955A04C3-9907-48B6-9E58-31BF728217C8}"/>
              </a:ext>
            </a:extLst>
          </p:cNvPr>
          <p:cNvSpPr>
            <a:spLocks xmlns:a="http://schemas.openxmlformats.org/drawingml/2006/main" noGrp="1"/>
          </p:cNvSpPr>
          <p:nvPr/>
        </p:nvSpPr>
        <p:spPr>
          <a:xfrm xmlns:a="http://schemas.openxmlformats.org/drawingml/2006/main">
            <a:off x="9286875"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flow-3-icon-0">
            <a:extLst xmlns:a="http://schemas.openxmlformats.org/drawingml/2006/main">
              <a:ext uri="{FF2B5EF4-FFF2-40B4-BE49-F238E27FC236}">
                <a16:creationId xmlns:a16="http://schemas.microsoft.com/office/drawing/2014/main" id="{4CF43A53-0404-4C2D-B5F4-05AF649CB908}"/>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26820">
            <a:solidFill>
              <a:srgbClr val="FFFFFF"/>
            </a:solidFill>
            <a:prstDash val="solid"/>
          </a:ln>
        </p:spPr>
      </p:sp>
      <p:sp>
        <p:nvSpPr>
          <p:cNvPr id="21" name="!!flow-3-icon-1">
            <a:extLst xmlns:a="http://schemas.openxmlformats.org/drawingml/2006/main">
              <a:ext uri="{FF2B5EF4-FFF2-40B4-BE49-F238E27FC236}">
                <a16:creationId xmlns:a16="http://schemas.microsoft.com/office/drawing/2014/main" id="{C275B2D2-F23E-4556-BBFF-6202BA8FFC3A}"/>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26820">
            <a:solidFill>
              <a:srgbClr val="FFFFFF"/>
            </a:solidFill>
            <a:prstDash val="solid"/>
          </a:ln>
        </p:spPr>
      </p:sp>
      <p:sp>
        <p:nvSpPr>
          <p:cNvPr id="22" name="!!flow-3-icon-2">
            <a:extLst xmlns:a="http://schemas.openxmlformats.org/drawingml/2006/main">
              <a:ext uri="{FF2B5EF4-FFF2-40B4-BE49-F238E27FC236}">
                <a16:creationId xmlns:a16="http://schemas.microsoft.com/office/drawing/2014/main" id="{B5A88CE0-0E16-44E9-9D43-AAEE88178B2C}"/>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26820">
            <a:solidFill>
              <a:srgbClr val="FFFFFF"/>
            </a:solidFill>
            <a:prstDash val="solid"/>
          </a:ln>
        </p:spPr>
      </p:sp>
      <p:sp>
        <p:nvSpPr>
          <p:cNvPr id="23" name="!!flow-3-icon-3">
            <a:extLst xmlns:a="http://schemas.openxmlformats.org/drawingml/2006/main">
              <a:ext uri="{FF2B5EF4-FFF2-40B4-BE49-F238E27FC236}">
                <a16:creationId xmlns:a16="http://schemas.microsoft.com/office/drawing/2014/main" id="{9913B213-81CF-4AE7-87D7-8E75E9135392}"/>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26820">
            <a:solidFill>
              <a:srgbClr val="FFFFFF"/>
            </a:solidFill>
            <a:prstDash val="solid"/>
          </a:ln>
        </p:spPr>
      </p:sp>
      <p:sp>
        <p:nvSpPr>
          <p:cNvPr id="24" name="!!flow-3-icon-4">
            <a:extLst xmlns:a="http://schemas.openxmlformats.org/drawingml/2006/main">
              <a:ext uri="{FF2B5EF4-FFF2-40B4-BE49-F238E27FC236}">
                <a16:creationId xmlns:a16="http://schemas.microsoft.com/office/drawing/2014/main" id="{F023068A-A176-4C2F-BA7E-C7CDE08BDB01}"/>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26820">
            <a:solidFill>
              <a:srgbClr val="FFFFFF"/>
            </a:solidFill>
            <a:prstDash val="solid"/>
          </a:ln>
        </p:spPr>
      </p:sp>
      <p:sp>
        <p:nvSpPr>
          <p:cNvPr id="25" name="!!flow-label-3">
            <a:extLst xmlns:a="http://schemas.openxmlformats.org/drawingml/2006/main">
              <a:ext uri="{FF2B5EF4-FFF2-40B4-BE49-F238E27FC236}">
                <a16:creationId xmlns:a16="http://schemas.microsoft.com/office/drawing/2014/main" id="{179B95FC-C5F2-410F-B27A-799AB3504975}"/>
              </a:ext>
            </a:extLst>
          </p:cNvPr>
          <p:cNvSpPr>
            <a:spLocks xmlns:a="http://schemas.openxmlformats.org/drawingml/2006/main" noGrp="1"/>
          </p:cNvSpPr>
          <p:nvPr/>
        </p:nvSpPr>
        <p:spPr>
          <a:xfrm xmlns:a="http://schemas.openxmlformats.org/drawingml/2006/main">
            <a:off x="885825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Công khai</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QR</a:t>
            </a:r>
          </a:p>
        </p:txBody>
      </p:sp>
      <p:cxnSp>
        <p:nvCxnSpPr>
          <p:cNvPr id="55" name="!!connector-4-2"/>
          <p:cNvCxnSpPr>
            <a:stCxn xmlns:a="http://schemas.openxmlformats.org/drawingml/2006/main" id="14" idx="6"/>
            <a:endCxn xmlns:a="http://schemas.openxmlformats.org/drawingml/2006/main" id="19" idx="2"/>
          </p:cNvCxnSpPr>
          <p:nvPr/>
        </p:nvCxnSpPr>
        <p:spPr>
          <a:xfrm xmlns:a="http://schemas.openxmlformats.org/drawingml/2006/main">
            <a:off x="7743825"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7" name="!!flow-note">
            <a:extLst xmlns:a="http://schemas.openxmlformats.org/drawingml/2006/main">
              <a:ext uri="{FF2B5EF4-FFF2-40B4-BE49-F238E27FC236}">
                <a16:creationId xmlns:a16="http://schemas.microsoft.com/office/drawing/2014/main" id="{F311CD3D-7F98-4924-830A-9A913C2C5E9D}"/>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Chủ hồ sơ chủ động chọn thời điểm chia sẻ</a:t>
            </a:r>
          </a:p>
        </p:txBody>
      </p:sp>
      <p:sp>
        <p:nvSpPr>
          <p:cNvPr id="28" name="!!page">
            <a:extLst xmlns:a="http://schemas.openxmlformats.org/drawingml/2006/main">
              <a:ext uri="{FF2B5EF4-FFF2-40B4-BE49-F238E27FC236}">
                <a16:creationId xmlns:a16="http://schemas.microsoft.com/office/drawing/2014/main" id="{40616EF1-4437-4D58-9998-0168C239C2B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29" name="!!caption">
            <a:extLst xmlns:a="http://schemas.openxmlformats.org/drawingml/2006/main">
              <a:ext uri="{FF2B5EF4-FFF2-40B4-BE49-F238E27FC236}">
                <a16:creationId xmlns:a16="http://schemas.microsoft.com/office/drawing/2014/main" id="{15CCF6F1-6FF3-4CFD-9520-37F7F9BE820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95393721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3" name="!!backdrop"/>
          <p:cNvPicPr>
            <a:picLocks xmlns:a="http://schemas.openxmlformats.org/drawingml/2006/main" noChangeAspect="1"/>
          </p:cNvPicPr>
          <p:nvPr/>
        </p:nvPicPr>
        <p:blipFill>
          <a:blip xmlns:r="http://schemas.openxmlformats.org/officeDocument/2006/relationships" xmlns:a="http://schemas.openxmlformats.org/drawingml/2006/main" r:embed="R22ca64a8f4b5428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37E5C75-3D37-4486-8F1E-F70D7868300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15" name="!!workspace"/>
          <p:cNvPicPr>
            <a:picLocks xmlns:a="http://schemas.openxmlformats.org/drawingml/2006/main" noChangeAspect="1"/>
          </p:cNvPicPr>
          <p:nvPr/>
        </p:nvPicPr>
        <p:blipFill>
          <a:blip xmlns:r="http://schemas.openxmlformats.org/officeDocument/2006/relationships" xmlns:a="http://schemas.openxmlformats.org/drawingml/2006/main" r:embed="R9efb4f26c1d04173"/>
          <a:stretch xmlns:a="http://schemas.openxmlformats.org/drawingml/2006/main"/>
        </p:blipFill>
        <p:spPr>
          <a:xfrm xmlns:a="http://schemas.openxmlformats.org/drawingml/2006/main">
            <a:off x="7728343" y="2276475"/>
            <a:ext cx="3212313" cy="23622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0A195C37-1768-4DF5-B498-C0E580C241B5}"/>
              </a:ext>
            </a:extLst>
          </p:cNvPr>
          <p:cNvSpPr>
            <a:spLocks xmlns:a="http://schemas.openxmlformats.org/drawingml/2006/main" noGrp="1"/>
          </p:cNvSpPr>
          <p:nvPr/>
        </p:nvSpPr>
        <p:spPr>
          <a:xfrm xmlns:a="http://schemas.openxmlformats.org/drawingml/2006/main">
            <a:off x="609600" y="2019300"/>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field-0-icon-0">
            <a:extLst xmlns:a="http://schemas.openxmlformats.org/drawingml/2006/main">
              <a:ext uri="{FF2B5EF4-FFF2-40B4-BE49-F238E27FC236}">
                <a16:creationId xmlns:a16="http://schemas.microsoft.com/office/drawing/2014/main" id="{2048F414-A9A5-4426-9169-F7B255673CF2}"/>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6" name="!!field-0-icon-1">
            <a:extLst xmlns:a="http://schemas.openxmlformats.org/drawingml/2006/main">
              <a:ext uri="{FF2B5EF4-FFF2-40B4-BE49-F238E27FC236}">
                <a16:creationId xmlns:a16="http://schemas.microsoft.com/office/drawing/2014/main" id="{2618E72A-F72F-42D0-B0B5-D798C5E2C8AC}"/>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7" name="!!field-0-icon-2">
            <a:extLst xmlns:a="http://schemas.openxmlformats.org/drawingml/2006/main">
              <a:ext uri="{FF2B5EF4-FFF2-40B4-BE49-F238E27FC236}">
                <a16:creationId xmlns:a16="http://schemas.microsoft.com/office/drawing/2014/main" id="{C880A168-7471-4CC3-857E-E322D725B140}"/>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8" name="!!field-0-icon-3">
            <a:extLst xmlns:a="http://schemas.openxmlformats.org/drawingml/2006/main">
              <a:ext uri="{FF2B5EF4-FFF2-40B4-BE49-F238E27FC236}">
                <a16:creationId xmlns:a16="http://schemas.microsoft.com/office/drawing/2014/main" id="{152710A8-9CC8-469B-91AA-3CE28C21F717}"/>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9" name="!!field-label-0">
            <a:extLst xmlns:a="http://schemas.openxmlformats.org/drawingml/2006/main">
              <a:ext uri="{FF2B5EF4-FFF2-40B4-BE49-F238E27FC236}">
                <a16:creationId xmlns:a16="http://schemas.microsoft.com/office/drawing/2014/main" id="{29C1DFAA-DF35-45A2-9964-31E2D21594E1}"/>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59856343-6B5D-4016-917A-1C4B99800D6D}"/>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MAU-2026-01</a:t>
            </a:r>
          </a:p>
        </p:txBody>
      </p:sp>
      <p:sp>
        <p:nvSpPr>
          <p:cNvPr id="11" name="!!page">
            <a:extLst xmlns:a="http://schemas.openxmlformats.org/drawingml/2006/main">
              <a:ext uri="{FF2B5EF4-FFF2-40B4-BE49-F238E27FC236}">
                <a16:creationId xmlns:a16="http://schemas.microsoft.com/office/drawing/2014/main" id="{4B743E3A-9CF4-4D6F-9C6D-1B9ECC2C976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12" name="!!caption">
            <a:extLst xmlns:a="http://schemas.openxmlformats.org/drawingml/2006/main">
              <a:ext uri="{FF2B5EF4-FFF2-40B4-BE49-F238E27FC236}">
                <a16:creationId xmlns:a16="http://schemas.microsoft.com/office/drawing/2014/main" id="{CE966382-3782-4CE5-A8B8-83455F8633A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Ảnh giao diện local ngày 28/09/2026</a:t>
            </a:r>
          </a:p>
        </p:txBody>
      </p:sp>
    </p:spTree>
    <p:extLst>
      <p:ext uri="{BB962C8B-B14F-4D97-AF65-F5344CB8AC3E}">
        <p14:creationId xmlns:p14="http://schemas.microsoft.com/office/powerpoint/2010/main" val="9505017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c5cfc69f95c743e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2164729F-871E-429B-9FA7-9290782B460E}"/>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20" name="!!workspace"/>
          <p:cNvPicPr>
            <a:picLocks xmlns:a="http://schemas.openxmlformats.org/drawingml/2006/main" noChangeAspect="1"/>
          </p:cNvPicPr>
          <p:nvPr/>
        </p:nvPicPr>
        <p:blipFill>
          <a:blip xmlns:r="http://schemas.openxmlformats.org/officeDocument/2006/relationships" xmlns:a="http://schemas.openxmlformats.org/drawingml/2006/main" r:embed="R7e666fadc02e4c7b"/>
          <a:stretch xmlns:a="http://schemas.openxmlformats.org/drawingml/2006/main"/>
        </p:blipFill>
        <p:spPr>
          <a:xfrm xmlns:a="http://schemas.openxmlformats.org/drawingml/2006/main">
            <a:off x="7728343" y="2276475"/>
            <a:ext cx="3212313" cy="23622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E42B38AE-91F9-4753-9B5D-F13428E2C297}"/>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B5BBB76C-E99F-43DF-ABB5-EA59151F3777}"/>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E9D90A31-A7B4-45CF-B177-C848BEF436EC}"/>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0B51CC33-22C0-41D7-8DE3-685FF98A6926}"/>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386E07FB-4A18-4D06-B093-73F5E3DF5BE8}"/>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E47EE912-C399-48F5-8855-3F40D89FB47D}"/>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D576285E-FA30-46E6-B08F-CFB33E8ABD2A}"/>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12A74E9E-F3E8-46D0-978B-FE52C32882B0}"/>
              </a:ext>
            </a:extLst>
          </p:cNvPr>
          <p:cNvSpPr>
            <a:spLocks xmlns:a="http://schemas.openxmlformats.org/drawingml/2006/main" noGrp="1"/>
          </p:cNvSpPr>
          <p:nvPr/>
        </p:nvSpPr>
        <p:spPr>
          <a:xfrm xmlns:a="http://schemas.openxmlformats.org/drawingml/2006/main">
            <a:off x="609600" y="3019425"/>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2" name="!!field-1-icon-0">
            <a:extLst xmlns:a="http://schemas.openxmlformats.org/drawingml/2006/main">
              <a:ext uri="{FF2B5EF4-FFF2-40B4-BE49-F238E27FC236}">
                <a16:creationId xmlns:a16="http://schemas.microsoft.com/office/drawing/2014/main" id="{96741904-1245-4D8D-B300-6F5879A923E2}"/>
              </a:ext>
            </a:extLst>
          </p:cNvPr>
          <p:cNvSpPr>
            <a:spLocks xmlns:a="http://schemas.openxmlformats.org/drawingml/2006/main" noGrp="1"/>
          </p:cNvSpPr>
          <p:nvPr/>
        </p:nvSpPr>
        <p:spPr>
          <a:xfrm xmlns:a="http://schemas.openxmlformats.org/drawingml/2006/main">
            <a:off x="749808" y="3159633"/>
            <a:ext cx="329184" cy="329184"/>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FFFFFF"/>
            </a:solidFill>
            <a:prstDash val="solid"/>
          </a:ln>
        </p:spPr>
      </p:sp>
      <p:sp>
        <p:nvSpPr>
          <p:cNvPr id="13" name="!!field-1-icon-1">
            <a:extLst xmlns:a="http://schemas.openxmlformats.org/drawingml/2006/main">
              <a:ext uri="{FF2B5EF4-FFF2-40B4-BE49-F238E27FC236}">
                <a16:creationId xmlns:a16="http://schemas.microsoft.com/office/drawing/2014/main" id="{0450DE4D-59A2-4D6C-9576-9777D22B9163}"/>
              </a:ext>
            </a:extLst>
          </p:cNvPr>
          <p:cNvSpPr>
            <a:spLocks xmlns:a="http://schemas.openxmlformats.org/drawingml/2006/main" noGrp="1"/>
          </p:cNvSpPr>
          <p:nvPr/>
        </p:nvSpPr>
        <p:spPr>
          <a:xfrm xmlns:a="http://schemas.openxmlformats.org/drawingml/2006/main">
            <a:off x="749808" y="3159633"/>
            <a:ext cx="329184" cy="329184"/>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FFFFFF"/>
            </a:solidFill>
            <a:prstDash val="solid"/>
          </a:ln>
        </p:spPr>
      </p:sp>
      <p:sp>
        <p:nvSpPr>
          <p:cNvPr id="14" name="!!field-label-1">
            <a:extLst xmlns:a="http://schemas.openxmlformats.org/drawingml/2006/main">
              <a:ext uri="{FF2B5EF4-FFF2-40B4-BE49-F238E27FC236}">
                <a16:creationId xmlns:a16="http://schemas.microsoft.com/office/drawing/2014/main" id="{FB945FA7-23A4-4B7F-B638-510A4C979AAF}"/>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3848E48A-9BF5-4EE9-933F-6F68B275B086}"/>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HTX minh họa</a:t>
            </a:r>
          </a:p>
        </p:txBody>
      </p:sp>
      <p:sp>
        <p:nvSpPr>
          <p:cNvPr id="16" name="!!page">
            <a:extLst xmlns:a="http://schemas.openxmlformats.org/drawingml/2006/main">
              <a:ext uri="{FF2B5EF4-FFF2-40B4-BE49-F238E27FC236}">
                <a16:creationId xmlns:a16="http://schemas.microsoft.com/office/drawing/2014/main" id="{72AEB82A-C832-4C55-A394-1FFBBD52F08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17" name="!!caption">
            <a:extLst xmlns:a="http://schemas.openxmlformats.org/drawingml/2006/main">
              <a:ext uri="{FF2B5EF4-FFF2-40B4-BE49-F238E27FC236}">
                <a16:creationId xmlns:a16="http://schemas.microsoft.com/office/drawing/2014/main" id="{AFBA5897-EFA2-419A-BCCF-6E1A07105BF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Ảnh giao diện local ngày 28/09/2026</a:t>
            </a:r>
          </a:p>
        </p:txBody>
      </p:sp>
    </p:spTree>
    <p:extLst>
      <p:ext uri="{BB962C8B-B14F-4D97-AF65-F5344CB8AC3E}">
        <p14:creationId xmlns:p14="http://schemas.microsoft.com/office/powerpoint/2010/main" val="167953975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4" name="!!backdrop"/>
          <p:cNvPicPr>
            <a:picLocks xmlns:a="http://schemas.openxmlformats.org/drawingml/2006/main" noChangeAspect="1"/>
          </p:cNvPicPr>
          <p:nvPr/>
        </p:nvPicPr>
        <p:blipFill>
          <a:blip xmlns:r="http://schemas.openxmlformats.org/officeDocument/2006/relationships" xmlns:a="http://schemas.openxmlformats.org/drawingml/2006/main" r:embed="R2a900d89b1a0489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9556EB3-9C59-4A63-B733-DF48E9D9831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26" name="!!workspace"/>
          <p:cNvPicPr>
            <a:picLocks xmlns:a="http://schemas.openxmlformats.org/drawingml/2006/main" noChangeAspect="1"/>
          </p:cNvPicPr>
          <p:nvPr/>
        </p:nvPicPr>
        <p:blipFill>
          <a:blip xmlns:r="http://schemas.openxmlformats.org/officeDocument/2006/relationships" xmlns:a="http://schemas.openxmlformats.org/drawingml/2006/main" r:embed="Rfd78ef7837f54106"/>
          <a:stretch xmlns:a="http://schemas.openxmlformats.org/drawingml/2006/main"/>
        </p:blipFill>
        <p:spPr>
          <a:xfrm xmlns:a="http://schemas.openxmlformats.org/drawingml/2006/main">
            <a:off x="7728343" y="2276475"/>
            <a:ext cx="3212313" cy="23622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463FD819-AAD2-4908-84BD-800CB4A91A6D}"/>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5750A98A-5390-47CD-82A3-C3A6F6069712}"/>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EDBAF9D3-5D20-4917-9892-52B678C94BFA}"/>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95696BB3-E553-40DE-8FCA-E42E7E738547}"/>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935D130A-8169-460D-ACE0-A68D2CEC6029}"/>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19DC4C73-E685-4591-A01D-2B76365C0EFA}"/>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52F1F333-1B49-4603-8342-9C3734068CCF}"/>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053908F2-E4AE-4B26-9FE3-24410D3D8651}"/>
              </a:ext>
            </a:extLst>
          </p:cNvPr>
          <p:cNvSpPr>
            <a:spLocks xmlns:a="http://schemas.openxmlformats.org/drawingml/2006/main" noGrp="1"/>
          </p:cNvSpPr>
          <p:nvPr/>
        </p:nvSpPr>
        <p:spPr>
          <a:xfrm xmlns:a="http://schemas.openxmlformats.org/drawingml/2006/main">
            <a:off x="666750" y="3076575"/>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field-1-icon-0">
            <a:extLst xmlns:a="http://schemas.openxmlformats.org/drawingml/2006/main">
              <a:ext uri="{FF2B5EF4-FFF2-40B4-BE49-F238E27FC236}">
                <a16:creationId xmlns:a16="http://schemas.microsoft.com/office/drawing/2014/main" id="{5C29F7AF-2DBC-4748-A1C3-8848AFFB2701}"/>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13" name="!!field-1-icon-1">
            <a:extLst xmlns:a="http://schemas.openxmlformats.org/drawingml/2006/main">
              <a:ext uri="{FF2B5EF4-FFF2-40B4-BE49-F238E27FC236}">
                <a16:creationId xmlns:a16="http://schemas.microsoft.com/office/drawing/2014/main" id="{C24682CB-EC38-485B-B925-A9D47BF55DCB}"/>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14" name="!!field-label-1">
            <a:extLst xmlns:a="http://schemas.openxmlformats.org/drawingml/2006/main">
              <a:ext uri="{FF2B5EF4-FFF2-40B4-BE49-F238E27FC236}">
                <a16:creationId xmlns:a16="http://schemas.microsoft.com/office/drawing/2014/main" id="{F2A023FA-25E0-43BF-947F-7DC823AB6AA1}"/>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0C402275-1BBF-4D75-8414-24560E17352E}"/>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HTX minh họa</a:t>
            </a:r>
          </a:p>
        </p:txBody>
      </p:sp>
      <p:sp>
        <p:nvSpPr>
          <p:cNvPr id="16" name="!!field-2-selection">
            <a:extLst xmlns:a="http://schemas.openxmlformats.org/drawingml/2006/main">
              <a:ext uri="{FF2B5EF4-FFF2-40B4-BE49-F238E27FC236}">
                <a16:creationId xmlns:a16="http://schemas.microsoft.com/office/drawing/2014/main" id="{1660AA03-5114-4FCE-9D72-3F31B9F11B04}"/>
              </a:ext>
            </a:extLst>
          </p:cNvPr>
          <p:cNvSpPr>
            <a:spLocks xmlns:a="http://schemas.openxmlformats.org/drawingml/2006/main" noGrp="1"/>
          </p:cNvSpPr>
          <p:nvPr/>
        </p:nvSpPr>
        <p:spPr>
          <a:xfrm xmlns:a="http://schemas.openxmlformats.org/drawingml/2006/main">
            <a:off x="609600" y="4019550"/>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7" name="!!field-2-icon-0">
            <a:extLst xmlns:a="http://schemas.openxmlformats.org/drawingml/2006/main">
              <a:ext uri="{FF2B5EF4-FFF2-40B4-BE49-F238E27FC236}">
                <a16:creationId xmlns:a16="http://schemas.microsoft.com/office/drawing/2014/main" id="{1FD9A051-E085-4A92-953E-55363CCF1D3E}"/>
              </a:ext>
            </a:extLst>
          </p:cNvPr>
          <p:cNvSpPr>
            <a:spLocks xmlns:a="http://schemas.openxmlformats.org/drawingml/2006/main" noGrp="1"/>
          </p:cNvSpPr>
          <p:nvPr/>
        </p:nvSpPr>
        <p:spPr>
          <a:xfrm xmlns:a="http://schemas.openxmlformats.org/drawingml/2006/main">
            <a:off x="749808" y="4159758"/>
            <a:ext cx="329184" cy="329184"/>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8" name="!!field-2-icon-1">
            <a:extLst xmlns:a="http://schemas.openxmlformats.org/drawingml/2006/main">
              <a:ext uri="{FF2B5EF4-FFF2-40B4-BE49-F238E27FC236}">
                <a16:creationId xmlns:a16="http://schemas.microsoft.com/office/drawing/2014/main" id="{FDF28FA5-592C-45E8-83B6-15EB9A80864F}"/>
              </a:ext>
            </a:extLst>
          </p:cNvPr>
          <p:cNvSpPr>
            <a:spLocks xmlns:a="http://schemas.openxmlformats.org/drawingml/2006/main" noGrp="1"/>
          </p:cNvSpPr>
          <p:nvPr/>
        </p:nvSpPr>
        <p:spPr>
          <a:xfrm xmlns:a="http://schemas.openxmlformats.org/drawingml/2006/main">
            <a:off x="749808" y="4159758"/>
            <a:ext cx="329184" cy="329184"/>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19" name="!!field-2-icon-2">
            <a:extLst xmlns:a="http://schemas.openxmlformats.org/drawingml/2006/main">
              <a:ext uri="{FF2B5EF4-FFF2-40B4-BE49-F238E27FC236}">
                <a16:creationId xmlns:a16="http://schemas.microsoft.com/office/drawing/2014/main" id="{8B6F4FB4-011E-4920-9379-B5A70F30290F}"/>
              </a:ext>
            </a:extLst>
          </p:cNvPr>
          <p:cNvSpPr>
            <a:spLocks xmlns:a="http://schemas.openxmlformats.org/drawingml/2006/main" noGrp="1"/>
          </p:cNvSpPr>
          <p:nvPr/>
        </p:nvSpPr>
        <p:spPr>
          <a:xfrm xmlns:a="http://schemas.openxmlformats.org/drawingml/2006/main">
            <a:off x="749808" y="4159758"/>
            <a:ext cx="329184" cy="329184"/>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sp>
        <p:nvSpPr>
          <p:cNvPr id="20" name="!!field-label-2">
            <a:extLst xmlns:a="http://schemas.openxmlformats.org/drawingml/2006/main">
              <a:ext uri="{FF2B5EF4-FFF2-40B4-BE49-F238E27FC236}">
                <a16:creationId xmlns:a16="http://schemas.microsoft.com/office/drawing/2014/main" id="{E4D79A17-9F61-4539-B765-C6204D957A45}"/>
              </a:ext>
            </a:extLst>
          </p:cNvPr>
          <p:cNvSpPr>
            <a:spLocks xmlns:a="http://schemas.openxmlformats.org/drawingml/2006/main" noGrp="1"/>
          </p:cNvSpPr>
          <p:nvPr/>
        </p:nvSpPr>
        <p:spPr>
          <a:xfrm xmlns:a="http://schemas.openxmlformats.org/drawingml/2006/main">
            <a:off x="1371600" y="395287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Giống / khối lượng</a:t>
            </a:r>
          </a:p>
        </p:txBody>
      </p:sp>
      <p:sp>
        <p:nvSpPr>
          <p:cNvPr id="21" name="!!field-value-2">
            <a:extLst xmlns:a="http://schemas.openxmlformats.org/drawingml/2006/main">
              <a:ext uri="{FF2B5EF4-FFF2-40B4-BE49-F238E27FC236}">
                <a16:creationId xmlns:a16="http://schemas.microsoft.com/office/drawing/2014/main" id="{6D194A71-5738-4C11-AA7B-89D68992928B}"/>
              </a:ext>
            </a:extLst>
          </p:cNvPr>
          <p:cNvSpPr>
            <a:spLocks xmlns:a="http://schemas.openxmlformats.org/drawingml/2006/main" noGrp="1"/>
          </p:cNvSpPr>
          <p:nvPr/>
        </p:nvSpPr>
        <p:spPr>
          <a:xfrm xmlns:a="http://schemas.openxmlformats.org/drawingml/2006/main">
            <a:off x="1371600" y="430530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Ri6, 850 kg</a:t>
            </a:r>
          </a:p>
        </p:txBody>
      </p:sp>
      <p:sp>
        <p:nvSpPr>
          <p:cNvPr id="22" name="!!page">
            <a:extLst xmlns:a="http://schemas.openxmlformats.org/drawingml/2006/main">
              <a:ext uri="{FF2B5EF4-FFF2-40B4-BE49-F238E27FC236}">
                <a16:creationId xmlns:a16="http://schemas.microsoft.com/office/drawing/2014/main" id="{0A9E0D5F-F090-444E-A8AE-5EC590EF84F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23" name="!!caption">
            <a:extLst xmlns:a="http://schemas.openxmlformats.org/drawingml/2006/main">
              <a:ext uri="{FF2B5EF4-FFF2-40B4-BE49-F238E27FC236}">
                <a16:creationId xmlns:a16="http://schemas.microsoft.com/office/drawing/2014/main" id="{1EF36F30-CDAB-42CD-ABDB-6F38271F132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Ảnh giao diện local ngày 28/09/2026</a:t>
            </a:r>
          </a:p>
        </p:txBody>
      </p:sp>
    </p:spTree>
    <p:extLst>
      <p:ext uri="{BB962C8B-B14F-4D97-AF65-F5344CB8AC3E}">
        <p14:creationId xmlns:p14="http://schemas.microsoft.com/office/powerpoint/2010/main" val="211838265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40597e9d477e48a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92274170-0928-48C1-B134-6CD086D6204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31" name="!!workspace"/>
          <p:cNvPicPr>
            <a:picLocks xmlns:a="http://schemas.openxmlformats.org/drawingml/2006/main" noChangeAspect="1"/>
          </p:cNvPicPr>
          <p:nvPr/>
        </p:nvPicPr>
        <p:blipFill>
          <a:blip xmlns:r="http://schemas.openxmlformats.org/officeDocument/2006/relationships" xmlns:a="http://schemas.openxmlformats.org/drawingml/2006/main" r:embed="Rb68ccb7da2bb4358"/>
          <a:stretch xmlns:a="http://schemas.openxmlformats.org/drawingml/2006/main"/>
        </p:blipFill>
        <p:spPr>
          <a:xfrm xmlns:a="http://schemas.openxmlformats.org/drawingml/2006/main">
            <a:off x="6612823" y="2133600"/>
            <a:ext cx="4300355" cy="31623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86DC6235-E702-4A3F-A0D9-FF6F6E1C87F5}"/>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3DACEEC6-2F5B-4757-83A7-8B155C23877B}"/>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D1686435-C82F-47C9-8D26-16432BE81128}"/>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DADFBD44-78AC-4E5E-A3E6-F8E8686405B3}"/>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F7D95622-A117-4861-A7CE-14C0C8960F6B}"/>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4B65255D-0DFC-4BEC-B93C-2C1E00AABEFA}"/>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50639EF9-9C3B-451A-A0BE-DF22073CCD57}"/>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A8D7A4B3-ABA7-4613-8A81-E976B6BED79C}"/>
              </a:ext>
            </a:extLst>
          </p:cNvPr>
          <p:cNvSpPr>
            <a:spLocks xmlns:a="http://schemas.openxmlformats.org/drawingml/2006/main" noGrp="1"/>
          </p:cNvSpPr>
          <p:nvPr/>
        </p:nvSpPr>
        <p:spPr>
          <a:xfrm xmlns:a="http://schemas.openxmlformats.org/drawingml/2006/main">
            <a:off x="666750" y="3076575"/>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field-1-icon-0">
            <a:extLst xmlns:a="http://schemas.openxmlformats.org/drawingml/2006/main">
              <a:ext uri="{FF2B5EF4-FFF2-40B4-BE49-F238E27FC236}">
                <a16:creationId xmlns:a16="http://schemas.microsoft.com/office/drawing/2014/main" id="{41865AAD-CB00-4212-867A-602580022467}"/>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13" name="!!field-1-icon-1">
            <a:extLst xmlns:a="http://schemas.openxmlformats.org/drawingml/2006/main">
              <a:ext uri="{FF2B5EF4-FFF2-40B4-BE49-F238E27FC236}">
                <a16:creationId xmlns:a16="http://schemas.microsoft.com/office/drawing/2014/main" id="{E083D446-820B-443B-97E2-21304C4A1C9D}"/>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14" name="!!field-label-1">
            <a:extLst xmlns:a="http://schemas.openxmlformats.org/drawingml/2006/main">
              <a:ext uri="{FF2B5EF4-FFF2-40B4-BE49-F238E27FC236}">
                <a16:creationId xmlns:a16="http://schemas.microsoft.com/office/drawing/2014/main" id="{6E1A9485-8DA0-49A0-935E-94DF45921CA1}"/>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240C05A7-6F2D-41A4-B9CA-E1EF950DEB1F}"/>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HTX minh họa</a:t>
            </a:r>
          </a:p>
        </p:txBody>
      </p:sp>
      <p:sp>
        <p:nvSpPr>
          <p:cNvPr id="16" name="!!field-2-selection">
            <a:extLst xmlns:a="http://schemas.openxmlformats.org/drawingml/2006/main">
              <a:ext uri="{FF2B5EF4-FFF2-40B4-BE49-F238E27FC236}">
                <a16:creationId xmlns:a16="http://schemas.microsoft.com/office/drawing/2014/main" id="{0D8BC5C1-7E01-4ADF-8BD0-523EF05F92A7}"/>
              </a:ext>
            </a:extLst>
          </p:cNvPr>
          <p:cNvSpPr>
            <a:spLocks xmlns:a="http://schemas.openxmlformats.org/drawingml/2006/main" noGrp="1"/>
          </p:cNvSpPr>
          <p:nvPr/>
        </p:nvSpPr>
        <p:spPr>
          <a:xfrm xmlns:a="http://schemas.openxmlformats.org/drawingml/2006/main">
            <a:off x="666750" y="407670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7" name="!!field-2-icon-0">
            <a:extLst xmlns:a="http://schemas.openxmlformats.org/drawingml/2006/main">
              <a:ext uri="{FF2B5EF4-FFF2-40B4-BE49-F238E27FC236}">
                <a16:creationId xmlns:a16="http://schemas.microsoft.com/office/drawing/2014/main" id="{D5348BC1-641E-4735-923D-99A2CDF6ACF1}"/>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166447"/>
            </a:solidFill>
            <a:prstDash val="solid"/>
          </a:ln>
        </p:spPr>
      </p:sp>
      <p:sp>
        <p:nvSpPr>
          <p:cNvPr id="18" name="!!field-2-icon-1">
            <a:extLst xmlns:a="http://schemas.openxmlformats.org/drawingml/2006/main">
              <a:ext uri="{FF2B5EF4-FFF2-40B4-BE49-F238E27FC236}">
                <a16:creationId xmlns:a16="http://schemas.microsoft.com/office/drawing/2014/main" id="{DF5817AC-6575-41EF-8F26-C30D1065F797}"/>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166447"/>
            </a:solidFill>
            <a:prstDash val="solid"/>
          </a:ln>
        </p:spPr>
      </p:sp>
      <p:sp>
        <p:nvSpPr>
          <p:cNvPr id="19" name="!!field-2-icon-2">
            <a:extLst xmlns:a="http://schemas.openxmlformats.org/drawingml/2006/main">
              <a:ext uri="{FF2B5EF4-FFF2-40B4-BE49-F238E27FC236}">
                <a16:creationId xmlns:a16="http://schemas.microsoft.com/office/drawing/2014/main" id="{DECD037A-6A7F-450B-87F2-83D4B4CE6A78}"/>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166447"/>
            </a:solidFill>
            <a:prstDash val="solid"/>
          </a:ln>
        </p:spPr>
      </p:sp>
      <p:sp>
        <p:nvSpPr>
          <p:cNvPr id="20" name="!!field-label-2">
            <a:extLst xmlns:a="http://schemas.openxmlformats.org/drawingml/2006/main">
              <a:ext uri="{FF2B5EF4-FFF2-40B4-BE49-F238E27FC236}">
                <a16:creationId xmlns:a16="http://schemas.microsoft.com/office/drawing/2014/main" id="{E8D48193-882C-4CF5-BBC6-94EA7BF0F95B}"/>
              </a:ext>
            </a:extLst>
          </p:cNvPr>
          <p:cNvSpPr>
            <a:spLocks xmlns:a="http://schemas.openxmlformats.org/drawingml/2006/main" noGrp="1"/>
          </p:cNvSpPr>
          <p:nvPr/>
        </p:nvSpPr>
        <p:spPr>
          <a:xfrm xmlns:a="http://schemas.openxmlformats.org/drawingml/2006/main">
            <a:off x="1371600" y="395287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Giống / khối lượng</a:t>
            </a:r>
          </a:p>
        </p:txBody>
      </p:sp>
      <p:sp>
        <p:nvSpPr>
          <p:cNvPr id="21" name="!!field-value-2">
            <a:extLst xmlns:a="http://schemas.openxmlformats.org/drawingml/2006/main">
              <a:ext uri="{FF2B5EF4-FFF2-40B4-BE49-F238E27FC236}">
                <a16:creationId xmlns:a16="http://schemas.microsoft.com/office/drawing/2014/main" id="{55CF44CF-8064-4CCE-BC99-35182BA07B01}"/>
              </a:ext>
            </a:extLst>
          </p:cNvPr>
          <p:cNvSpPr>
            <a:spLocks xmlns:a="http://schemas.openxmlformats.org/drawingml/2006/main" noGrp="1"/>
          </p:cNvSpPr>
          <p:nvPr/>
        </p:nvSpPr>
        <p:spPr>
          <a:xfrm xmlns:a="http://schemas.openxmlformats.org/drawingml/2006/main">
            <a:off x="1371600" y="430530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Ri6, 850 kg</a:t>
            </a:r>
          </a:p>
        </p:txBody>
      </p:sp>
      <p:sp>
        <p:nvSpPr>
          <p:cNvPr id="22" name="!!field-3-selection">
            <a:extLst xmlns:a="http://schemas.openxmlformats.org/drawingml/2006/main">
              <a:ext uri="{FF2B5EF4-FFF2-40B4-BE49-F238E27FC236}">
                <a16:creationId xmlns:a16="http://schemas.microsoft.com/office/drawing/2014/main" id="{155253CC-45D7-4715-8D5A-E9EEF41C6C3D}"/>
              </a:ext>
            </a:extLst>
          </p:cNvPr>
          <p:cNvSpPr>
            <a:spLocks xmlns:a="http://schemas.openxmlformats.org/drawingml/2006/main" noGrp="1"/>
          </p:cNvSpPr>
          <p:nvPr/>
        </p:nvSpPr>
        <p:spPr>
          <a:xfrm xmlns:a="http://schemas.openxmlformats.org/drawingml/2006/main">
            <a:off x="609600" y="5019675"/>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3" name="!!field-3-icon-0">
            <a:extLst xmlns:a="http://schemas.openxmlformats.org/drawingml/2006/main">
              <a:ext uri="{FF2B5EF4-FFF2-40B4-BE49-F238E27FC236}">
                <a16:creationId xmlns:a16="http://schemas.microsoft.com/office/drawing/2014/main" id="{02B2FFF1-B3AE-475F-B0C5-55E547D74E4E}"/>
              </a:ext>
            </a:extLst>
          </p:cNvPr>
          <p:cNvSpPr>
            <a:spLocks xmlns:a="http://schemas.openxmlformats.org/drawingml/2006/main" noGrp="1"/>
          </p:cNvSpPr>
          <p:nvPr/>
        </p:nvSpPr>
        <p:spPr>
          <a:xfrm xmlns:a="http://schemas.openxmlformats.org/drawingml/2006/main">
            <a:off x="777240" y="5187315"/>
            <a:ext cx="274320" cy="274320"/>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24" name="!!field-3-icon-1">
            <a:extLst xmlns:a="http://schemas.openxmlformats.org/drawingml/2006/main">
              <a:ext uri="{FF2B5EF4-FFF2-40B4-BE49-F238E27FC236}">
                <a16:creationId xmlns:a16="http://schemas.microsoft.com/office/drawing/2014/main" id="{17717AF6-5337-43F9-B752-DDB06A4DA893}"/>
              </a:ext>
            </a:extLst>
          </p:cNvPr>
          <p:cNvSpPr>
            <a:spLocks xmlns:a="http://schemas.openxmlformats.org/drawingml/2006/main" noGrp="1"/>
          </p:cNvSpPr>
          <p:nvPr/>
        </p:nvSpPr>
        <p:spPr>
          <a:xfrm xmlns:a="http://schemas.openxmlformats.org/drawingml/2006/main">
            <a:off x="749808" y="5159883"/>
            <a:ext cx="329184" cy="329184"/>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25" name="!!field-label-3">
            <a:extLst xmlns:a="http://schemas.openxmlformats.org/drawingml/2006/main">
              <a:ext uri="{FF2B5EF4-FFF2-40B4-BE49-F238E27FC236}">
                <a16:creationId xmlns:a16="http://schemas.microsoft.com/office/drawing/2014/main" id="{232E541F-B89A-4C73-B23C-1549121CED5F}"/>
              </a:ext>
            </a:extLst>
          </p:cNvPr>
          <p:cNvSpPr>
            <a:spLocks xmlns:a="http://schemas.openxmlformats.org/drawingml/2006/main" noGrp="1"/>
          </p:cNvSpPr>
          <p:nvPr/>
        </p:nvSpPr>
        <p:spPr>
          <a:xfrm xmlns:a="http://schemas.openxmlformats.org/drawingml/2006/main">
            <a:off x="1371600" y="495300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Thu hoạch</a:t>
            </a:r>
          </a:p>
        </p:txBody>
      </p:sp>
      <p:sp>
        <p:nvSpPr>
          <p:cNvPr id="26" name="!!field-value-3">
            <a:extLst xmlns:a="http://schemas.openxmlformats.org/drawingml/2006/main">
              <a:ext uri="{FF2B5EF4-FFF2-40B4-BE49-F238E27FC236}">
                <a16:creationId xmlns:a16="http://schemas.microsoft.com/office/drawing/2014/main" id="{7F68A776-FAFE-4995-BD59-79DABA13F873}"/>
              </a:ext>
            </a:extLst>
          </p:cNvPr>
          <p:cNvSpPr>
            <a:spLocks xmlns:a="http://schemas.openxmlformats.org/drawingml/2006/main" noGrp="1"/>
          </p:cNvSpPr>
          <p:nvPr/>
        </p:nvSpPr>
        <p:spPr>
          <a:xfrm xmlns:a="http://schemas.openxmlformats.org/drawingml/2006/main">
            <a:off x="1371600" y="530542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28/09/2026</a:t>
            </a:r>
          </a:p>
        </p:txBody>
      </p:sp>
      <p:sp>
        <p:nvSpPr>
          <p:cNvPr id="27" name="!!page">
            <a:extLst xmlns:a="http://schemas.openxmlformats.org/drawingml/2006/main">
              <a:ext uri="{FF2B5EF4-FFF2-40B4-BE49-F238E27FC236}">
                <a16:creationId xmlns:a16="http://schemas.microsoft.com/office/drawing/2014/main" id="{F6323C3B-D82F-41A1-8401-DB4F51C0BC2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28" name="!!caption">
            <a:extLst xmlns:a="http://schemas.openxmlformats.org/drawingml/2006/main">
              <a:ext uri="{FF2B5EF4-FFF2-40B4-BE49-F238E27FC236}">
                <a16:creationId xmlns:a16="http://schemas.microsoft.com/office/drawing/2014/main" id="{0B0B47BF-D2FC-4AC8-B60B-7935710401A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Ảnh giao diện local ngày 28/09/2026</a:t>
            </a:r>
          </a:p>
        </p:txBody>
      </p:sp>
    </p:spTree>
    <p:extLst>
      <p:ext uri="{BB962C8B-B14F-4D97-AF65-F5344CB8AC3E}">
        <p14:creationId xmlns:p14="http://schemas.microsoft.com/office/powerpoint/2010/main" val="6533681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78ffdda9a1af4c7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1542639E-99D0-438E-9985-FD95BF2FA24E}"/>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131F408A-CE97-4F3E-9D18-1B6DBD01C441}"/>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file-icon-0">
            <a:extLst xmlns:a="http://schemas.openxmlformats.org/drawingml/2006/main">
              <a:ext uri="{FF2B5EF4-FFF2-40B4-BE49-F238E27FC236}">
                <a16:creationId xmlns:a16="http://schemas.microsoft.com/office/drawing/2014/main" id="{1EBE14CE-4280-4839-A240-39A228052939}"/>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5" name="!!file-label">
            <a:extLst xmlns:a="http://schemas.openxmlformats.org/drawingml/2006/main">
              <a:ext uri="{FF2B5EF4-FFF2-40B4-BE49-F238E27FC236}">
                <a16:creationId xmlns:a16="http://schemas.microsoft.com/office/drawing/2014/main" id="{CB408C22-44F4-4E8F-90C6-33FCD19447D7}"/>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4C9A30CF-B2F5-4EBB-BE83-3EA023D9DE27}"/>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page">
            <a:extLst xmlns:a="http://schemas.openxmlformats.org/drawingml/2006/main">
              <a:ext uri="{FF2B5EF4-FFF2-40B4-BE49-F238E27FC236}">
                <a16:creationId xmlns:a16="http://schemas.microsoft.com/office/drawing/2014/main" id="{C308E1EB-EA4F-4B6C-889A-DD795EF5D38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8" name="!!caption">
            <a:extLst xmlns:a="http://schemas.openxmlformats.org/drawingml/2006/main">
              <a:ext uri="{FF2B5EF4-FFF2-40B4-BE49-F238E27FC236}">
                <a16:creationId xmlns:a16="http://schemas.microsoft.com/office/drawing/2014/main" id="{08EB7D78-5C98-4895-BA63-E91FFA12F69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100171232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9.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5" name="!!backdrop"/>
          <p:cNvPicPr>
            <a:picLocks xmlns:a="http://schemas.openxmlformats.org/drawingml/2006/main" noChangeAspect="1"/>
          </p:cNvPicPr>
          <p:nvPr/>
        </p:nvPicPr>
        <p:blipFill>
          <a:blip xmlns:r="http://schemas.openxmlformats.org/officeDocument/2006/relationships" xmlns:a="http://schemas.openxmlformats.org/drawingml/2006/main" r:embed="R13c21cbe068e450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7B7AD4E-E7FA-4E68-AA2E-5AD5C9005DE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1EA379D0-E73D-48E3-B38B-BFEEF0198BC7}"/>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ile-icon-0">
            <a:extLst xmlns:a="http://schemas.openxmlformats.org/drawingml/2006/main">
              <a:ext uri="{FF2B5EF4-FFF2-40B4-BE49-F238E27FC236}">
                <a16:creationId xmlns:a16="http://schemas.microsoft.com/office/drawing/2014/main" id="{1A1B55B9-D1D6-4D5E-BA92-D77FB76A65E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166447"/>
            </a:solidFill>
            <a:prstDash val="solid"/>
          </a:ln>
        </p:spPr>
      </p:sp>
      <p:sp>
        <p:nvSpPr>
          <p:cNvPr id="5" name="!!file-label">
            <a:extLst xmlns:a="http://schemas.openxmlformats.org/drawingml/2006/main">
              <a:ext uri="{FF2B5EF4-FFF2-40B4-BE49-F238E27FC236}">
                <a16:creationId xmlns:a16="http://schemas.microsoft.com/office/drawing/2014/main" id="{DCC3D280-5BDA-4BCC-BAC8-5263D9FCF1B5}"/>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B4BBC7BB-9C74-4132-98F8-9094DFDD69E4}"/>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source-selection">
            <a:extLst xmlns:a="http://schemas.openxmlformats.org/drawingml/2006/main">
              <a:ext uri="{FF2B5EF4-FFF2-40B4-BE49-F238E27FC236}">
                <a16:creationId xmlns:a16="http://schemas.microsoft.com/office/drawing/2014/main" id="{D75B05F7-7368-4F4B-BF1F-E11D59846552}"/>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8" name="!!source-icon-0">
            <a:extLst xmlns:a="http://schemas.openxmlformats.org/drawingml/2006/main">
              <a:ext uri="{FF2B5EF4-FFF2-40B4-BE49-F238E27FC236}">
                <a16:creationId xmlns:a16="http://schemas.microsoft.com/office/drawing/2014/main" id="{CC4CBAC6-6A98-4F83-954D-0FCE5C16C86B}"/>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9" name="!!source-icon-1">
            <a:extLst xmlns:a="http://schemas.openxmlformats.org/drawingml/2006/main">
              <a:ext uri="{FF2B5EF4-FFF2-40B4-BE49-F238E27FC236}">
                <a16:creationId xmlns:a16="http://schemas.microsoft.com/office/drawing/2014/main" id="{8BE7D05F-048B-4AF5-B645-7DAAC64B25E6}"/>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10" name="!!source-icon-2">
            <a:extLst xmlns:a="http://schemas.openxmlformats.org/drawingml/2006/main">
              <a:ext uri="{FF2B5EF4-FFF2-40B4-BE49-F238E27FC236}">
                <a16:creationId xmlns:a16="http://schemas.microsoft.com/office/drawing/2014/main" id="{EC046439-55C7-4D66-A7F4-C81F4C6B532D}"/>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1" name="!!source-label">
            <a:extLst xmlns:a="http://schemas.openxmlformats.org/drawingml/2006/main">
              <a:ext uri="{FF2B5EF4-FFF2-40B4-BE49-F238E27FC236}">
                <a16:creationId xmlns:a16="http://schemas.microsoft.com/office/drawing/2014/main" id="{C923DB4B-CEF7-4AA1-9629-84A078D2DE35}"/>
              </a:ext>
            </a:extLst>
          </p:cNvPr>
          <p:cNvSpPr>
            <a:spLocks xmlns:a="http://schemas.openxmlformats.org/drawingml/2006/main" noGrp="1"/>
          </p:cNvSpPr>
          <p:nvPr/>
        </p:nvSpPr>
        <p:spPr>
          <a:xfrm xmlns:a="http://schemas.openxmlformats.org/drawingml/2006/main">
            <a:off x="1524000" y="337185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Nguồn và ngày</a:t>
            </a:r>
          </a:p>
        </p:txBody>
      </p:sp>
      <p:sp>
        <p:nvSpPr>
          <p:cNvPr id="12" name="!!source-detail">
            <a:extLst xmlns:a="http://schemas.openxmlformats.org/drawingml/2006/main">
              <a:ext uri="{FF2B5EF4-FFF2-40B4-BE49-F238E27FC236}">
                <a16:creationId xmlns:a16="http://schemas.microsoft.com/office/drawing/2014/main" id="{AEB5655A-8981-45F4-B949-FD65FC79B074}"/>
              </a:ext>
            </a:extLst>
          </p:cNvPr>
          <p:cNvSpPr>
            <a:spLocks xmlns:a="http://schemas.openxmlformats.org/drawingml/2006/main" noGrp="1"/>
          </p:cNvSpPr>
          <p:nvPr/>
        </p:nvSpPr>
        <p:spPr>
          <a:xfrm xmlns:a="http://schemas.openxmlformats.org/drawingml/2006/main">
            <a:off x="1524000" y="394335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Thông tin do người dùng khai báo</a:t>
            </a:r>
          </a:p>
        </p:txBody>
      </p:sp>
      <p:sp>
        <p:nvSpPr>
          <p:cNvPr id="13" name="!!page">
            <a:extLst xmlns:a="http://schemas.openxmlformats.org/drawingml/2006/main">
              <a:ext uri="{FF2B5EF4-FFF2-40B4-BE49-F238E27FC236}">
                <a16:creationId xmlns:a16="http://schemas.microsoft.com/office/drawing/2014/main" id="{EF5A2D4C-EB61-4110-A4D4-1CBE2303D617}"/>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14" name="!!caption">
            <a:extLst xmlns:a="http://schemas.openxmlformats.org/drawingml/2006/main">
              <a:ext uri="{FF2B5EF4-FFF2-40B4-BE49-F238E27FC236}">
                <a16:creationId xmlns:a16="http://schemas.microsoft.com/office/drawing/2014/main" id="{D75CDD06-4CD6-4647-9E9F-374C106BBC9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51157888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0.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ac948fcd9ccf4fb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13253460-A0E9-4524-9F8C-C670938073D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43FFB31B-2E2C-473D-B03C-55F0930F33AE}"/>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ile-icon-0">
            <a:extLst xmlns:a="http://schemas.openxmlformats.org/drawingml/2006/main">
              <a:ext uri="{FF2B5EF4-FFF2-40B4-BE49-F238E27FC236}">
                <a16:creationId xmlns:a16="http://schemas.microsoft.com/office/drawing/2014/main" id="{CAA99B04-C804-4845-9600-D36FC553D977}"/>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166447"/>
            </a:solidFill>
            <a:prstDash val="solid"/>
          </a:ln>
        </p:spPr>
      </p:sp>
      <p:sp>
        <p:nvSpPr>
          <p:cNvPr id="5" name="!!file-label">
            <a:extLst xmlns:a="http://schemas.openxmlformats.org/drawingml/2006/main">
              <a:ext uri="{FF2B5EF4-FFF2-40B4-BE49-F238E27FC236}">
                <a16:creationId xmlns:a16="http://schemas.microsoft.com/office/drawing/2014/main" id="{0ADADE0F-8E19-4A6B-AEEC-E2FDC2C8DFB4}"/>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05F3561C-980E-461E-9CF6-7A9CC4A44F60}"/>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source-selection">
            <a:extLst xmlns:a="http://schemas.openxmlformats.org/drawingml/2006/main">
              <a:ext uri="{FF2B5EF4-FFF2-40B4-BE49-F238E27FC236}">
                <a16:creationId xmlns:a16="http://schemas.microsoft.com/office/drawing/2014/main" id="{9E2C348E-8C4F-4A7D-854B-A7C9B311CDF2}"/>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8" name="!!source-icon-0">
            <a:extLst xmlns:a="http://schemas.openxmlformats.org/drawingml/2006/main">
              <a:ext uri="{FF2B5EF4-FFF2-40B4-BE49-F238E27FC236}">
                <a16:creationId xmlns:a16="http://schemas.microsoft.com/office/drawing/2014/main" id="{1C4F0068-4BE5-4A68-BD9B-F9EF1204453F}"/>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9" name="!!source-icon-1">
            <a:extLst xmlns:a="http://schemas.openxmlformats.org/drawingml/2006/main">
              <a:ext uri="{FF2B5EF4-FFF2-40B4-BE49-F238E27FC236}">
                <a16:creationId xmlns:a16="http://schemas.microsoft.com/office/drawing/2014/main" id="{3340259C-7BC4-49D7-8382-B99D12ADE0E8}"/>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0" name="!!source-icon-2">
            <a:extLst xmlns:a="http://schemas.openxmlformats.org/drawingml/2006/main">
              <a:ext uri="{FF2B5EF4-FFF2-40B4-BE49-F238E27FC236}">
                <a16:creationId xmlns:a16="http://schemas.microsoft.com/office/drawing/2014/main" id="{94ABFC35-AA72-4660-BBA3-EBA6A573FFD5}"/>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1" name="!!source-label">
            <a:extLst xmlns:a="http://schemas.openxmlformats.org/drawingml/2006/main">
              <a:ext uri="{FF2B5EF4-FFF2-40B4-BE49-F238E27FC236}">
                <a16:creationId xmlns:a16="http://schemas.microsoft.com/office/drawing/2014/main" id="{EAD13938-67B9-4860-AF16-DAAC836EEB65}"/>
              </a:ext>
            </a:extLst>
          </p:cNvPr>
          <p:cNvSpPr>
            <a:spLocks xmlns:a="http://schemas.openxmlformats.org/drawingml/2006/main" noGrp="1"/>
          </p:cNvSpPr>
          <p:nvPr/>
        </p:nvSpPr>
        <p:spPr>
          <a:xfrm xmlns:a="http://schemas.openxmlformats.org/drawingml/2006/main">
            <a:off x="1524000" y="337185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Nguồn và ngày</a:t>
            </a:r>
          </a:p>
        </p:txBody>
      </p:sp>
      <p:sp>
        <p:nvSpPr>
          <p:cNvPr id="12" name="!!source-detail">
            <a:extLst xmlns:a="http://schemas.openxmlformats.org/drawingml/2006/main">
              <a:ext uri="{FF2B5EF4-FFF2-40B4-BE49-F238E27FC236}">
                <a16:creationId xmlns:a16="http://schemas.microsoft.com/office/drawing/2014/main" id="{B438FECC-5A81-489C-8FE0-9F63E51C0426}"/>
              </a:ext>
            </a:extLst>
          </p:cNvPr>
          <p:cNvSpPr>
            <a:spLocks xmlns:a="http://schemas.openxmlformats.org/drawingml/2006/main" noGrp="1"/>
          </p:cNvSpPr>
          <p:nvPr/>
        </p:nvSpPr>
        <p:spPr>
          <a:xfrm xmlns:a="http://schemas.openxmlformats.org/drawingml/2006/main">
            <a:off x="1524000" y="394335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Thông tin do người dùng khai báo</a:t>
            </a:r>
          </a:p>
        </p:txBody>
      </p:sp>
      <p:sp>
        <p:nvSpPr>
          <p:cNvPr id="13" name="!!evidence-file-selection">
            <a:extLst xmlns:a="http://schemas.openxmlformats.org/drawingml/2006/main">
              <a:ext uri="{FF2B5EF4-FFF2-40B4-BE49-F238E27FC236}">
                <a16:creationId xmlns:a16="http://schemas.microsoft.com/office/drawing/2014/main" id="{51A65AB1-F888-4EC6-95D3-71DB7BA8FC3E}"/>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4" name="!!evidence-file-icon-0">
            <a:extLst xmlns:a="http://schemas.openxmlformats.org/drawingml/2006/main">
              <a:ext uri="{FF2B5EF4-FFF2-40B4-BE49-F238E27FC236}">
                <a16:creationId xmlns:a16="http://schemas.microsoft.com/office/drawing/2014/main" id="{3952499A-F168-4723-B56D-F543D1D5279D}"/>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5" name="!!evidence-file-icon-1">
            <a:extLst xmlns:a="http://schemas.openxmlformats.org/drawingml/2006/main">
              <a:ext uri="{FF2B5EF4-FFF2-40B4-BE49-F238E27FC236}">
                <a16:creationId xmlns:a16="http://schemas.microsoft.com/office/drawing/2014/main" id="{E982CF63-F451-4014-B0E7-D5FD28682FB3}"/>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6" name="!!evidence-file-icon-2">
            <a:extLst xmlns:a="http://schemas.openxmlformats.org/drawingml/2006/main">
              <a:ext uri="{FF2B5EF4-FFF2-40B4-BE49-F238E27FC236}">
                <a16:creationId xmlns:a16="http://schemas.microsoft.com/office/drawing/2014/main" id="{B09C73C1-423F-4EA1-8F01-DD4B518DF2A9}"/>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7" name="!!evidence-file-icon-3">
            <a:extLst xmlns:a="http://schemas.openxmlformats.org/drawingml/2006/main">
              <a:ext uri="{FF2B5EF4-FFF2-40B4-BE49-F238E27FC236}">
                <a16:creationId xmlns:a16="http://schemas.microsoft.com/office/drawing/2014/main" id="{FBE08A02-2ACD-4BC3-93A2-4AFF7658607F}"/>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8" name="!!attachment-limit">
            <a:extLst xmlns:a="http://schemas.openxmlformats.org/drawingml/2006/main">
              <a:ext uri="{FF2B5EF4-FFF2-40B4-BE49-F238E27FC236}">
                <a16:creationId xmlns:a16="http://schemas.microsoft.com/office/drawing/2014/main" id="{C04B5783-5ABA-4792-B1AE-4F5BA1ACC597}"/>
              </a:ext>
            </a:extLst>
          </p:cNvPr>
          <p:cNvSpPr>
            <a:spLocks xmlns:a="http://schemas.openxmlformats.org/drawingml/2006/main" noGrp="1"/>
          </p:cNvSpPr>
          <p:nvPr/>
        </p:nvSpPr>
        <p:spPr>
          <a:xfrm xmlns:a="http://schemas.openxmlformats.org/drawingml/2006/main">
            <a:off x="1524000" y="4953000"/>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66447"/>
                </a:solidFill>
                <a:latin typeface="Segoe UI"/>
                <a:ea typeface="Segoe UI"/>
                <a:cs typeface="Segoe UI"/>
              </a:defRPr>
            </a:pPr>
            <a:r>
              <a:rPr sz="2400" b="1">
                <a:solidFill>
                  <a:srgbClr val="166447"/>
                </a:solidFill>
                <a:latin typeface="Segoe UI"/>
                <a:ea typeface="Segoe UI"/>
                <a:cs typeface="Segoe UI"/>
              </a:rPr>
              <a:t>Có tệp để đối chiếu</a:t>
            </a:r>
          </a:p>
        </p:txBody>
      </p:sp>
      <p:sp>
        <p:nvSpPr>
          <p:cNvPr id="19" name="!!attachment-caveat">
            <a:extLst xmlns:a="http://schemas.openxmlformats.org/drawingml/2006/main">
              <a:ext uri="{FF2B5EF4-FFF2-40B4-BE49-F238E27FC236}">
                <a16:creationId xmlns:a16="http://schemas.microsoft.com/office/drawing/2014/main" id="{4F312343-07E6-4D38-9BDC-F14FD81812DD}"/>
              </a:ext>
            </a:extLst>
          </p:cNvPr>
          <p:cNvSpPr>
            <a:spLocks xmlns:a="http://schemas.openxmlformats.org/drawingml/2006/main" noGrp="1"/>
          </p:cNvSpPr>
          <p:nvPr/>
        </p:nvSpPr>
        <p:spPr>
          <a:xfrm xmlns:a="http://schemas.openxmlformats.org/drawingml/2006/main">
            <a:off x="1524000" y="5505450"/>
            <a:ext cx="4429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825525"/>
                </a:solidFill>
                <a:latin typeface="Segoe UI"/>
                <a:ea typeface="Segoe UI"/>
                <a:cs typeface="Segoe UI"/>
              </a:defRPr>
            </a:pPr>
            <a:r>
              <a:rPr sz="1875" b="0">
                <a:solidFill>
                  <a:srgbClr val="825525"/>
                </a:solidFill>
                <a:latin typeface="Segoe UI"/>
                <a:ea typeface="Segoe UI"/>
                <a:cs typeface="Segoe UI"/>
              </a:rPr>
              <a:t>Chưa xác minh với đơn vị phát hành</a:t>
            </a:r>
          </a:p>
        </p:txBody>
      </p:sp>
      <p:sp>
        <p:nvSpPr>
          <p:cNvPr id="20" name="!!page">
            <a:extLst xmlns:a="http://schemas.openxmlformats.org/drawingml/2006/main">
              <a:ext uri="{FF2B5EF4-FFF2-40B4-BE49-F238E27FC236}">
                <a16:creationId xmlns:a16="http://schemas.microsoft.com/office/drawing/2014/main" id="{C8100AD6-9B4B-4C05-9380-12742F799EE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21" name="!!caption">
            <a:extLst xmlns:a="http://schemas.openxmlformats.org/drawingml/2006/main">
              <a:ext uri="{FF2B5EF4-FFF2-40B4-BE49-F238E27FC236}">
                <a16:creationId xmlns:a16="http://schemas.microsoft.com/office/drawing/2014/main" id="{DBE96278-0F7A-48C7-B70A-DB3D398C380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88030518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a40653d5ba3e48b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F361834-8623-4D08-9C3A-D3E4320AF15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E6FF58CE-3F98-498A-8808-F08AA249CBB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F077F8EB-968C-4DA6-8257-CCBD32EB04D1}"/>
              </a:ext>
            </a:extLst>
          </p:cNvPr>
          <p:cNvSpPr>
            <a:spLocks xmlns:a="http://schemas.openxmlformats.org/drawingml/2006/main" noGrp="1"/>
          </p:cNvSpPr>
          <p:nvPr/>
        </p:nvSpPr>
        <p:spPr>
          <a:xfrm xmlns:a="http://schemas.openxmlformats.org/drawingml/2006/main">
            <a:off x="914400"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event-0-icon-0">
            <a:extLst xmlns:a="http://schemas.openxmlformats.org/drawingml/2006/main">
              <a:ext uri="{FF2B5EF4-FFF2-40B4-BE49-F238E27FC236}">
                <a16:creationId xmlns:a16="http://schemas.microsoft.com/office/drawing/2014/main" id="{96ED512F-0B66-4ADC-BBE8-F7D325D24FE3}"/>
              </a:ext>
            </a:extLst>
          </p:cNvPr>
          <p:cNvSpPr>
            <a:spLocks xmlns:a="http://schemas.openxmlformats.org/drawingml/2006/main" noGrp="1"/>
          </p:cNvSpPr>
          <p:nvPr/>
        </p:nvSpPr>
        <p:spPr>
          <a:xfrm xmlns:a="http://schemas.openxmlformats.org/drawingml/2006/main">
            <a:off x="1234249" y="2434400"/>
            <a:ext cx="750951" cy="750951"/>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6820">
            <a:solidFill>
              <a:srgbClr val="FFFFFF"/>
            </a:solidFill>
            <a:prstDash val="solid"/>
          </a:ln>
        </p:spPr>
      </p:sp>
      <p:sp>
        <p:nvSpPr>
          <p:cNvPr id="6" name="!!event-0-icon-1">
            <a:extLst xmlns:a="http://schemas.openxmlformats.org/drawingml/2006/main">
              <a:ext uri="{FF2B5EF4-FFF2-40B4-BE49-F238E27FC236}">
                <a16:creationId xmlns:a16="http://schemas.microsoft.com/office/drawing/2014/main" id="{3242E2A2-8404-43E4-B565-2F0BE815CE23}"/>
              </a:ext>
            </a:extLst>
          </p:cNvPr>
          <p:cNvSpPr>
            <a:spLocks xmlns:a="http://schemas.openxmlformats.org/drawingml/2006/main" noGrp="1"/>
          </p:cNvSpPr>
          <p:nvPr/>
        </p:nvSpPr>
        <p:spPr>
          <a:xfrm xmlns:a="http://schemas.openxmlformats.org/drawingml/2006/main">
            <a:off x="1234249" y="2434400"/>
            <a:ext cx="750951" cy="750951"/>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6820">
            <a:solidFill>
              <a:srgbClr val="FFFFFF"/>
            </a:solidFill>
            <a:prstDash val="solid"/>
          </a:ln>
        </p:spPr>
      </p:sp>
      <p:sp>
        <p:nvSpPr>
          <p:cNvPr id="7" name="!!event-label-0">
            <a:extLst xmlns:a="http://schemas.openxmlformats.org/drawingml/2006/main">
              <a:ext uri="{FF2B5EF4-FFF2-40B4-BE49-F238E27FC236}">
                <a16:creationId xmlns:a16="http://schemas.microsoft.com/office/drawing/2014/main" id="{37E115D5-35F1-4FE7-8571-4C8BB5B698D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Thu hoạch</a:t>
            </a:r>
          </a:p>
        </p:txBody>
      </p:sp>
      <p:sp>
        <p:nvSpPr>
          <p:cNvPr id="8" name="!!date-0">
            <a:extLst xmlns:a="http://schemas.openxmlformats.org/drawingml/2006/main">
              <a:ext uri="{FF2B5EF4-FFF2-40B4-BE49-F238E27FC236}">
                <a16:creationId xmlns:a16="http://schemas.microsoft.com/office/drawing/2014/main" id="{899FE5C3-B7A4-46FD-980C-E74A1AFF5F34}"/>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9" name="!!history-conclusion">
            <a:extLst xmlns:a="http://schemas.openxmlformats.org/drawingml/2006/main">
              <a:ext uri="{FF2B5EF4-FFF2-40B4-BE49-F238E27FC236}">
                <a16:creationId xmlns:a16="http://schemas.microsoft.com/office/drawing/2014/main" id="{2958A4B4-F0BB-4F22-A29C-E025655D403A}"/>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Mỗi mốc lưu thành một bản ghi mới</a:t>
            </a:r>
          </a:p>
        </p:txBody>
      </p:sp>
      <p:sp>
        <p:nvSpPr>
          <p:cNvPr id="10" name="!!page">
            <a:extLst xmlns:a="http://schemas.openxmlformats.org/drawingml/2006/main">
              <a:ext uri="{FF2B5EF4-FFF2-40B4-BE49-F238E27FC236}">
                <a16:creationId xmlns:a16="http://schemas.microsoft.com/office/drawing/2014/main" id="{CDA53B32-1B52-40D6-924D-BCF2D2F74ED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11" name="!!caption">
            <a:extLst xmlns:a="http://schemas.openxmlformats.org/drawingml/2006/main">
              <a:ext uri="{FF2B5EF4-FFF2-40B4-BE49-F238E27FC236}">
                <a16:creationId xmlns:a16="http://schemas.microsoft.com/office/drawing/2014/main" id="{4DF7886E-C2E9-4718-8195-5589AA819559}"/>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27577739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3e265e3fbab243e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2D6DD6F2-4C87-453D-AC1C-469CD74234D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1856EA39-C016-49CD-9571-0BA28E88DBA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2E7F2750-3378-472E-A42D-7DF931C02965}"/>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930A1719-498A-43C0-824A-B718D2AC1A7D}"/>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FC65374F-E738-4526-8115-BF0CDF9ACC3D}"/>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14DD7544-9159-4FB1-A535-587143E8788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D066647E-330A-4EA4-BBE9-7B0D0507DCB7}"/>
              </a:ext>
            </a:extLst>
          </p:cNvPr>
          <p:cNvSpPr>
            <a:spLocks xmlns:a="http://schemas.openxmlformats.org/drawingml/2006/main" noGrp="1"/>
          </p:cNvSpPr>
          <p:nvPr/>
        </p:nvSpPr>
        <p:spPr>
          <a:xfrm xmlns:a="http://schemas.openxmlformats.org/drawingml/2006/main">
            <a:off x="3705225"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9" name="!!event-1-icon-0">
            <a:extLst xmlns:a="http://schemas.openxmlformats.org/drawingml/2006/main">
              <a:ext uri="{FF2B5EF4-FFF2-40B4-BE49-F238E27FC236}">
                <a16:creationId xmlns:a16="http://schemas.microsoft.com/office/drawing/2014/main" id="{1E0325B2-B892-48D4-AB42-194E0E7E8EE5}"/>
              </a:ext>
            </a:extLst>
          </p:cNvPr>
          <p:cNvSpPr>
            <a:spLocks xmlns:a="http://schemas.openxmlformats.org/drawingml/2006/main" noGrp="1"/>
          </p:cNvSpPr>
          <p:nvPr/>
        </p:nvSpPr>
        <p:spPr>
          <a:xfrm xmlns:a="http://schemas.openxmlformats.org/drawingml/2006/main">
            <a:off x="4087654" y="2496979"/>
            <a:ext cx="438055" cy="438055"/>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0" name="!!event-1-icon-1">
            <a:extLst xmlns:a="http://schemas.openxmlformats.org/drawingml/2006/main">
              <a:ext uri="{FF2B5EF4-FFF2-40B4-BE49-F238E27FC236}">
                <a16:creationId xmlns:a16="http://schemas.microsoft.com/office/drawing/2014/main" id="{AA77FBB7-EBE4-47E5-B7AC-1933EAA9B4A9}"/>
              </a:ext>
            </a:extLst>
          </p:cNvPr>
          <p:cNvSpPr>
            <a:spLocks xmlns:a="http://schemas.openxmlformats.org/drawingml/2006/main" noGrp="1"/>
          </p:cNvSpPr>
          <p:nvPr/>
        </p:nvSpPr>
        <p:spPr>
          <a:xfrm xmlns:a="http://schemas.openxmlformats.org/drawingml/2006/main">
            <a:off x="4025075" y="2434400"/>
            <a:ext cx="750951" cy="750951"/>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6820">
            <a:solidFill>
              <a:srgbClr val="FFFFFF"/>
            </a:solidFill>
            <a:prstDash val="solid"/>
          </a:ln>
        </p:spPr>
      </p:sp>
      <p:sp>
        <p:nvSpPr>
          <p:cNvPr id="11" name="!!event-label-1">
            <a:extLst xmlns:a="http://schemas.openxmlformats.org/drawingml/2006/main">
              <a:ext uri="{FF2B5EF4-FFF2-40B4-BE49-F238E27FC236}">
                <a16:creationId xmlns:a16="http://schemas.microsoft.com/office/drawing/2014/main" id="{A2E296A1-11BF-420D-A2C0-0DC5ACACBC11}"/>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Phân loại</a:t>
            </a:r>
          </a:p>
        </p:txBody>
      </p:sp>
      <p:cxnSp>
        <p:nvCxnSpPr>
          <p:cNvPr id="29"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date-0">
            <a:extLst xmlns:a="http://schemas.openxmlformats.org/drawingml/2006/main">
              <a:ext uri="{FF2B5EF4-FFF2-40B4-BE49-F238E27FC236}">
                <a16:creationId xmlns:a16="http://schemas.microsoft.com/office/drawing/2014/main" id="{E8877124-4A08-47B9-B952-4BD079E288D2}"/>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14" name="!!date-1">
            <a:extLst xmlns:a="http://schemas.openxmlformats.org/drawingml/2006/main">
              <a:ext uri="{FF2B5EF4-FFF2-40B4-BE49-F238E27FC236}">
                <a16:creationId xmlns:a16="http://schemas.microsoft.com/office/drawing/2014/main" id="{8C989B0F-E3EB-4A06-B506-E34EB5DCB663}"/>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15" name="!!history-conclusion">
            <a:extLst xmlns:a="http://schemas.openxmlformats.org/drawingml/2006/main">
              <a:ext uri="{FF2B5EF4-FFF2-40B4-BE49-F238E27FC236}">
                <a16:creationId xmlns:a16="http://schemas.microsoft.com/office/drawing/2014/main" id="{A0B2F5BE-EB3E-43C4-95B6-F06BA202BDE5}"/>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Mỗi mốc lưu thành một bản ghi mới</a:t>
            </a:r>
          </a:p>
        </p:txBody>
      </p:sp>
      <p:sp>
        <p:nvSpPr>
          <p:cNvPr id="16" name="!!page">
            <a:extLst xmlns:a="http://schemas.openxmlformats.org/drawingml/2006/main">
              <a:ext uri="{FF2B5EF4-FFF2-40B4-BE49-F238E27FC236}">
                <a16:creationId xmlns:a16="http://schemas.microsoft.com/office/drawing/2014/main" id="{D7C70F59-58D9-45A3-AC47-852386B0675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17" name="!!caption">
            <a:extLst xmlns:a="http://schemas.openxmlformats.org/drawingml/2006/main">
              <a:ext uri="{FF2B5EF4-FFF2-40B4-BE49-F238E27FC236}">
                <a16:creationId xmlns:a16="http://schemas.microsoft.com/office/drawing/2014/main" id="{8F28BC81-BF66-4518-865F-1A5862DADA08}"/>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57341082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5" name="!!backdrop"/>
          <p:cNvPicPr>
            <a:picLocks xmlns:a="http://schemas.openxmlformats.org/drawingml/2006/main" noChangeAspect="1"/>
          </p:cNvPicPr>
          <p:nvPr/>
        </p:nvPicPr>
        <p:blipFill>
          <a:blip xmlns:r="http://schemas.openxmlformats.org/officeDocument/2006/relationships" xmlns:a="http://schemas.openxmlformats.org/drawingml/2006/main" r:embed="Rba58f5c67a9c475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AB3ABD2-0E33-4BD1-93B7-012C6950FED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5C735B5E-DDBC-4616-A39F-E85D361BB2E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56A1139F-E132-494F-B0B4-EBEAA8D1040F}"/>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9D3B262D-76DD-4537-B8ED-D51A4A62E642}"/>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9811A280-AA7E-467E-ACA6-B11CA78295F4}"/>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431777D1-A69B-40F4-9850-678E24DCE7C9}"/>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B99BDC29-666D-4C5B-B7B0-96E96A321774}"/>
              </a:ext>
            </a:extLst>
          </p:cNvPr>
          <p:cNvSpPr>
            <a:spLocks xmlns:a="http://schemas.openxmlformats.org/drawingml/2006/main" noGrp="1"/>
          </p:cNvSpPr>
          <p:nvPr/>
        </p:nvSpPr>
        <p:spPr>
          <a:xfrm xmlns:a="http://schemas.openxmlformats.org/drawingml/2006/main">
            <a:off x="3848100"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9" name="!!event-1-icon-0">
            <a:extLst xmlns:a="http://schemas.openxmlformats.org/drawingml/2006/main">
              <a:ext uri="{FF2B5EF4-FFF2-40B4-BE49-F238E27FC236}">
                <a16:creationId xmlns:a16="http://schemas.microsoft.com/office/drawing/2014/main" id="{8FD02817-5E90-4CFE-A12B-1AA5B1216911}"/>
              </a:ext>
            </a:extLst>
          </p:cNvPr>
          <p:cNvSpPr>
            <a:spLocks xmlns:a="http://schemas.openxmlformats.org/drawingml/2006/main" noGrp="1"/>
          </p:cNvSpPr>
          <p:nvPr/>
        </p:nvSpPr>
        <p:spPr>
          <a:xfrm xmlns:a="http://schemas.openxmlformats.org/drawingml/2006/main">
            <a:off x="4151948" y="2561273"/>
            <a:ext cx="348044" cy="348044"/>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0" name="!!event-1-icon-1">
            <a:extLst xmlns:a="http://schemas.openxmlformats.org/drawingml/2006/main">
              <a:ext uri="{FF2B5EF4-FFF2-40B4-BE49-F238E27FC236}">
                <a16:creationId xmlns:a16="http://schemas.microsoft.com/office/drawing/2014/main" id="{3CEBE23F-EC16-4207-925B-1F54403423AD}"/>
              </a:ext>
            </a:extLst>
          </p:cNvPr>
          <p:cNvSpPr>
            <a:spLocks xmlns:a="http://schemas.openxmlformats.org/drawingml/2006/main" noGrp="1"/>
          </p:cNvSpPr>
          <p:nvPr/>
        </p:nvSpPr>
        <p:spPr>
          <a:xfrm xmlns:a="http://schemas.openxmlformats.org/drawingml/2006/main">
            <a:off x="4102227" y="2511552"/>
            <a:ext cx="596646" cy="59664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1309">
            <a:solidFill>
              <a:srgbClr val="A3BCAB"/>
            </a:solidFill>
            <a:prstDash val="solid"/>
          </a:ln>
        </p:spPr>
      </p:sp>
      <p:sp>
        <p:nvSpPr>
          <p:cNvPr id="11" name="!!event-label-1">
            <a:extLst xmlns:a="http://schemas.openxmlformats.org/drawingml/2006/main">
              <a:ext uri="{FF2B5EF4-FFF2-40B4-BE49-F238E27FC236}">
                <a16:creationId xmlns:a16="http://schemas.microsoft.com/office/drawing/2014/main" id="{D94813FC-2DCB-45E5-AB52-11F20D9D004A}"/>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Phân loại</a:t>
            </a:r>
          </a:p>
        </p:txBody>
      </p:sp>
      <p:cxnSp>
        <p:nvCxnSpPr>
          <p:cNvPr id="36"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event-2-selection">
            <a:extLst xmlns:a="http://schemas.openxmlformats.org/drawingml/2006/main">
              <a:ext uri="{FF2B5EF4-FFF2-40B4-BE49-F238E27FC236}">
                <a16:creationId xmlns:a16="http://schemas.microsoft.com/office/drawing/2014/main" id="{D01EA341-8D7D-406A-88EB-3FFF4BF35282}"/>
              </a:ext>
            </a:extLst>
          </p:cNvPr>
          <p:cNvSpPr>
            <a:spLocks xmlns:a="http://schemas.openxmlformats.org/drawingml/2006/main" noGrp="1"/>
          </p:cNvSpPr>
          <p:nvPr/>
        </p:nvSpPr>
        <p:spPr>
          <a:xfrm xmlns:a="http://schemas.openxmlformats.org/drawingml/2006/main">
            <a:off x="6496050"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4" name="!!event-2-icon-0">
            <a:extLst xmlns:a="http://schemas.openxmlformats.org/drawingml/2006/main">
              <a:ext uri="{FF2B5EF4-FFF2-40B4-BE49-F238E27FC236}">
                <a16:creationId xmlns:a16="http://schemas.microsoft.com/office/drawing/2014/main" id="{C896830B-3CA3-4EDB-9DAF-D7905CAEAA93}"/>
              </a:ext>
            </a:extLst>
          </p:cNvPr>
          <p:cNvSpPr>
            <a:spLocks xmlns:a="http://schemas.openxmlformats.org/drawingml/2006/main" noGrp="1"/>
          </p:cNvSpPr>
          <p:nvPr/>
        </p:nvSpPr>
        <p:spPr>
          <a:xfrm xmlns:a="http://schemas.openxmlformats.org/drawingml/2006/main">
            <a:off x="6815900" y="2434400"/>
            <a:ext cx="750951" cy="750951"/>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26820">
            <a:solidFill>
              <a:srgbClr val="FFFFFF"/>
            </a:solidFill>
            <a:prstDash val="solid"/>
          </a:ln>
        </p:spPr>
      </p:sp>
      <p:sp>
        <p:nvSpPr>
          <p:cNvPr id="15" name="!!event-2-icon-1">
            <a:extLst xmlns:a="http://schemas.openxmlformats.org/drawingml/2006/main">
              <a:ext uri="{FF2B5EF4-FFF2-40B4-BE49-F238E27FC236}">
                <a16:creationId xmlns:a16="http://schemas.microsoft.com/office/drawing/2014/main" id="{17AB4EEB-4F31-427B-8253-402F661A25F8}"/>
              </a:ext>
            </a:extLst>
          </p:cNvPr>
          <p:cNvSpPr>
            <a:spLocks xmlns:a="http://schemas.openxmlformats.org/drawingml/2006/main" noGrp="1"/>
          </p:cNvSpPr>
          <p:nvPr/>
        </p:nvSpPr>
        <p:spPr>
          <a:xfrm xmlns:a="http://schemas.openxmlformats.org/drawingml/2006/main">
            <a:off x="6815900" y="2434400"/>
            <a:ext cx="750951" cy="750951"/>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26820">
            <a:solidFill>
              <a:srgbClr val="FFFFFF"/>
            </a:solidFill>
            <a:prstDash val="solid"/>
          </a:ln>
        </p:spPr>
      </p:sp>
      <p:sp>
        <p:nvSpPr>
          <p:cNvPr id="16" name="!!event-2-icon-2">
            <a:extLst xmlns:a="http://schemas.openxmlformats.org/drawingml/2006/main">
              <a:ext uri="{FF2B5EF4-FFF2-40B4-BE49-F238E27FC236}">
                <a16:creationId xmlns:a16="http://schemas.microsoft.com/office/drawing/2014/main" id="{83974F43-DA87-4ECD-9484-F87B3400103B}"/>
              </a:ext>
            </a:extLst>
          </p:cNvPr>
          <p:cNvSpPr>
            <a:spLocks xmlns:a="http://schemas.openxmlformats.org/drawingml/2006/main" noGrp="1"/>
          </p:cNvSpPr>
          <p:nvPr/>
        </p:nvSpPr>
        <p:spPr>
          <a:xfrm xmlns:a="http://schemas.openxmlformats.org/drawingml/2006/main">
            <a:off x="6815900" y="2434400"/>
            <a:ext cx="750951" cy="750951"/>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26820">
            <a:solidFill>
              <a:srgbClr val="FFFFFF"/>
            </a:solidFill>
            <a:prstDash val="solid"/>
          </a:ln>
        </p:spPr>
      </p:sp>
      <p:sp>
        <p:nvSpPr>
          <p:cNvPr id="17" name="!!event-label-2">
            <a:extLst xmlns:a="http://schemas.openxmlformats.org/drawingml/2006/main">
              <a:ext uri="{FF2B5EF4-FFF2-40B4-BE49-F238E27FC236}">
                <a16:creationId xmlns:a16="http://schemas.microsoft.com/office/drawing/2014/main" id="{1C2480D8-FB22-4760-BC3C-D6E3E65266DC}"/>
              </a:ext>
            </a:extLst>
          </p:cNvPr>
          <p:cNvSpPr>
            <a:spLocks xmlns:a="http://schemas.openxmlformats.org/drawingml/2006/main" noGrp="1"/>
          </p:cNvSpPr>
          <p:nvPr/>
        </p:nvSpPr>
        <p:spPr>
          <a:xfrm xmlns:a="http://schemas.openxmlformats.org/drawingml/2006/main">
            <a:off x="606742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Đóng gói</a:t>
            </a:r>
          </a:p>
        </p:txBody>
      </p:sp>
      <p:cxnSp>
        <p:nvCxnSpPr>
          <p:cNvPr id="42" name="!!connector-7-1"/>
          <p:cNvCxnSpPr>
            <a:stCxn xmlns:a="http://schemas.openxmlformats.org/drawingml/2006/main" id="8" idx="6"/>
            <a:endCxn xmlns:a="http://schemas.openxmlformats.org/drawingml/2006/main" id="13" idx="2"/>
          </p:cNvCxnSpPr>
          <p:nvPr/>
        </p:nvCxnSpPr>
        <p:spPr>
          <a:xfrm xmlns:a="http://schemas.openxmlformats.org/drawingml/2006/main">
            <a:off x="4953000"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date-0">
            <a:extLst xmlns:a="http://schemas.openxmlformats.org/drawingml/2006/main">
              <a:ext uri="{FF2B5EF4-FFF2-40B4-BE49-F238E27FC236}">
                <a16:creationId xmlns:a16="http://schemas.microsoft.com/office/drawing/2014/main" id="{EAE5E87A-B37B-4C6E-953B-1E3FDDEC5907}"/>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0" name="!!date-1">
            <a:extLst xmlns:a="http://schemas.openxmlformats.org/drawingml/2006/main">
              <a:ext uri="{FF2B5EF4-FFF2-40B4-BE49-F238E27FC236}">
                <a16:creationId xmlns:a16="http://schemas.microsoft.com/office/drawing/2014/main" id="{9213477A-D2DA-40AC-94D8-E00C5B10B342}"/>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1" name="!!date-2">
            <a:extLst xmlns:a="http://schemas.openxmlformats.org/drawingml/2006/main">
              <a:ext uri="{FF2B5EF4-FFF2-40B4-BE49-F238E27FC236}">
                <a16:creationId xmlns:a16="http://schemas.microsoft.com/office/drawing/2014/main" id="{CD9DED2F-441B-4558-A122-A82639F3DA99}"/>
              </a:ext>
            </a:extLst>
          </p:cNvPr>
          <p:cNvSpPr>
            <a:spLocks xmlns:a="http://schemas.openxmlformats.org/drawingml/2006/main" noGrp="1"/>
          </p:cNvSpPr>
          <p:nvPr/>
        </p:nvSpPr>
        <p:spPr>
          <a:xfrm xmlns:a="http://schemas.openxmlformats.org/drawingml/2006/main">
            <a:off x="606742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2" name="!!history-conclusion">
            <a:extLst xmlns:a="http://schemas.openxmlformats.org/drawingml/2006/main">
              <a:ext uri="{FF2B5EF4-FFF2-40B4-BE49-F238E27FC236}">
                <a16:creationId xmlns:a16="http://schemas.microsoft.com/office/drawing/2014/main" id="{2F1AAD36-54EE-48E5-91BB-21B18EC18F98}"/>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Mỗi mốc lưu thành một bản ghi mới</a:t>
            </a:r>
          </a:p>
        </p:txBody>
      </p:sp>
      <p:sp>
        <p:nvSpPr>
          <p:cNvPr id="23" name="!!page">
            <a:extLst xmlns:a="http://schemas.openxmlformats.org/drawingml/2006/main">
              <a:ext uri="{FF2B5EF4-FFF2-40B4-BE49-F238E27FC236}">
                <a16:creationId xmlns:a16="http://schemas.microsoft.com/office/drawing/2014/main" id="{B30B53CA-AD88-4AED-A1E9-4CADDD1096ED}"/>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24" name="!!caption">
            <a:extLst xmlns:a="http://schemas.openxmlformats.org/drawingml/2006/main">
              <a:ext uri="{FF2B5EF4-FFF2-40B4-BE49-F238E27FC236}">
                <a16:creationId xmlns:a16="http://schemas.microsoft.com/office/drawing/2014/main" id="{3AAC8B16-81F0-442F-B0EF-9B069745D9A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59554512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3" name="!!backdrop"/>
          <p:cNvPicPr>
            <a:picLocks xmlns:a="http://schemas.openxmlformats.org/drawingml/2006/main" noChangeAspect="1"/>
          </p:cNvPicPr>
          <p:nvPr/>
        </p:nvPicPr>
        <p:blipFill>
          <a:blip xmlns:r="http://schemas.openxmlformats.org/officeDocument/2006/relationships" xmlns:a="http://schemas.openxmlformats.org/drawingml/2006/main" r:embed="R89471b38f78e4f4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155AE84-226B-4DA1-ADD8-87DF619397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1FFD538A-0FF1-46B7-B145-6E19A625CA0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CF30E8B2-1261-4E1A-AC0D-8D1D2D7FF4B3}"/>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E4818EA2-6C50-4248-9AD9-D6678F77A0F5}"/>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9901D496-FE1F-4A7C-9AB4-31587328CB88}"/>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19FA95B1-4887-4315-BC82-1A3DA1F9988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359CF5EF-1983-408E-BA2B-2EE9454A51E6}"/>
              </a:ext>
            </a:extLst>
          </p:cNvPr>
          <p:cNvSpPr>
            <a:spLocks xmlns:a="http://schemas.openxmlformats.org/drawingml/2006/main" noGrp="1"/>
          </p:cNvSpPr>
          <p:nvPr/>
        </p:nvSpPr>
        <p:spPr>
          <a:xfrm xmlns:a="http://schemas.openxmlformats.org/drawingml/2006/main">
            <a:off x="3848100"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9" name="!!event-1-icon-0">
            <a:extLst xmlns:a="http://schemas.openxmlformats.org/drawingml/2006/main">
              <a:ext uri="{FF2B5EF4-FFF2-40B4-BE49-F238E27FC236}">
                <a16:creationId xmlns:a16="http://schemas.microsoft.com/office/drawing/2014/main" id="{4599E639-36AB-4EA6-8E9A-770C6EB9E9E0}"/>
              </a:ext>
            </a:extLst>
          </p:cNvPr>
          <p:cNvSpPr>
            <a:spLocks xmlns:a="http://schemas.openxmlformats.org/drawingml/2006/main" noGrp="1"/>
          </p:cNvSpPr>
          <p:nvPr/>
        </p:nvSpPr>
        <p:spPr>
          <a:xfrm xmlns:a="http://schemas.openxmlformats.org/drawingml/2006/main">
            <a:off x="4151948" y="2561273"/>
            <a:ext cx="348044" cy="348044"/>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0" name="!!event-1-icon-1">
            <a:extLst xmlns:a="http://schemas.openxmlformats.org/drawingml/2006/main">
              <a:ext uri="{FF2B5EF4-FFF2-40B4-BE49-F238E27FC236}">
                <a16:creationId xmlns:a16="http://schemas.microsoft.com/office/drawing/2014/main" id="{FD856D23-1C31-471F-82DC-D634F2022197}"/>
              </a:ext>
            </a:extLst>
          </p:cNvPr>
          <p:cNvSpPr>
            <a:spLocks xmlns:a="http://schemas.openxmlformats.org/drawingml/2006/main" noGrp="1"/>
          </p:cNvSpPr>
          <p:nvPr/>
        </p:nvSpPr>
        <p:spPr>
          <a:xfrm xmlns:a="http://schemas.openxmlformats.org/drawingml/2006/main">
            <a:off x="4102227" y="2511552"/>
            <a:ext cx="596646" cy="59664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1309">
            <a:solidFill>
              <a:srgbClr val="A3BCAB"/>
            </a:solidFill>
            <a:prstDash val="solid"/>
          </a:ln>
        </p:spPr>
      </p:sp>
      <p:sp>
        <p:nvSpPr>
          <p:cNvPr id="11" name="!!event-label-1">
            <a:extLst xmlns:a="http://schemas.openxmlformats.org/drawingml/2006/main">
              <a:ext uri="{FF2B5EF4-FFF2-40B4-BE49-F238E27FC236}">
                <a16:creationId xmlns:a16="http://schemas.microsoft.com/office/drawing/2014/main" id="{73C2DDC0-EA39-4A71-B831-50BD423F6742}"/>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Phân loại</a:t>
            </a:r>
          </a:p>
        </p:txBody>
      </p:sp>
      <p:cxnSp>
        <p:nvCxnSpPr>
          <p:cNvPr id="44"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event-2-selection">
            <a:extLst xmlns:a="http://schemas.openxmlformats.org/drawingml/2006/main">
              <a:ext uri="{FF2B5EF4-FFF2-40B4-BE49-F238E27FC236}">
                <a16:creationId xmlns:a16="http://schemas.microsoft.com/office/drawing/2014/main" id="{4EF8534A-5E4B-4D8F-8615-66019C62B8A6}"/>
              </a:ext>
            </a:extLst>
          </p:cNvPr>
          <p:cNvSpPr>
            <a:spLocks xmlns:a="http://schemas.openxmlformats.org/drawingml/2006/main" noGrp="1"/>
          </p:cNvSpPr>
          <p:nvPr/>
        </p:nvSpPr>
        <p:spPr>
          <a:xfrm xmlns:a="http://schemas.openxmlformats.org/drawingml/2006/main">
            <a:off x="663892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4" name="!!event-2-icon-0">
            <a:extLst xmlns:a="http://schemas.openxmlformats.org/drawingml/2006/main">
              <a:ext uri="{FF2B5EF4-FFF2-40B4-BE49-F238E27FC236}">
                <a16:creationId xmlns:a16="http://schemas.microsoft.com/office/drawing/2014/main" id="{01F158D7-A54F-46C8-BBD7-A9C53A0C336D}"/>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21309">
            <a:solidFill>
              <a:srgbClr val="A3BCAB"/>
            </a:solidFill>
            <a:prstDash val="solid"/>
          </a:ln>
        </p:spPr>
      </p:sp>
      <p:sp>
        <p:nvSpPr>
          <p:cNvPr id="15" name="!!event-2-icon-1">
            <a:extLst xmlns:a="http://schemas.openxmlformats.org/drawingml/2006/main">
              <a:ext uri="{FF2B5EF4-FFF2-40B4-BE49-F238E27FC236}">
                <a16:creationId xmlns:a16="http://schemas.microsoft.com/office/drawing/2014/main" id="{16117153-B5AF-49F7-AE84-0D61B7195878}"/>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21309">
            <a:solidFill>
              <a:srgbClr val="A3BCAB"/>
            </a:solidFill>
            <a:prstDash val="solid"/>
          </a:ln>
        </p:spPr>
      </p:sp>
      <p:sp>
        <p:nvSpPr>
          <p:cNvPr id="16" name="!!event-2-icon-2">
            <a:extLst xmlns:a="http://schemas.openxmlformats.org/drawingml/2006/main">
              <a:ext uri="{FF2B5EF4-FFF2-40B4-BE49-F238E27FC236}">
                <a16:creationId xmlns:a16="http://schemas.microsoft.com/office/drawing/2014/main" id="{658DCD24-6368-4571-A897-248F8309D5A5}"/>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21309">
            <a:solidFill>
              <a:srgbClr val="A3BCAB"/>
            </a:solidFill>
            <a:prstDash val="solid"/>
          </a:ln>
        </p:spPr>
      </p:sp>
      <p:sp>
        <p:nvSpPr>
          <p:cNvPr id="17" name="!!event-label-2">
            <a:extLst xmlns:a="http://schemas.openxmlformats.org/drawingml/2006/main">
              <a:ext uri="{FF2B5EF4-FFF2-40B4-BE49-F238E27FC236}">
                <a16:creationId xmlns:a16="http://schemas.microsoft.com/office/drawing/2014/main" id="{B6C24E9B-7C00-4E10-BCFF-C40232C3055B}"/>
              </a:ext>
            </a:extLst>
          </p:cNvPr>
          <p:cNvSpPr>
            <a:spLocks xmlns:a="http://schemas.openxmlformats.org/drawingml/2006/main" noGrp="1"/>
          </p:cNvSpPr>
          <p:nvPr/>
        </p:nvSpPr>
        <p:spPr>
          <a:xfrm xmlns:a="http://schemas.openxmlformats.org/drawingml/2006/main">
            <a:off x="606742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Đóng gói</a:t>
            </a:r>
          </a:p>
        </p:txBody>
      </p:sp>
      <p:cxnSp>
        <p:nvCxnSpPr>
          <p:cNvPr id="50" name="!!connector-7-1"/>
          <p:cNvCxnSpPr>
            <a:stCxn xmlns:a="http://schemas.openxmlformats.org/drawingml/2006/main" id="8" idx="6"/>
            <a:endCxn xmlns:a="http://schemas.openxmlformats.org/drawingml/2006/main" id="13" idx="2"/>
          </p:cNvCxnSpPr>
          <p:nvPr/>
        </p:nvCxnSpPr>
        <p:spPr>
          <a:xfrm xmlns:a="http://schemas.openxmlformats.org/drawingml/2006/main">
            <a:off x="4953000"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event-3-selection">
            <a:extLst xmlns:a="http://schemas.openxmlformats.org/drawingml/2006/main">
              <a:ext uri="{FF2B5EF4-FFF2-40B4-BE49-F238E27FC236}">
                <a16:creationId xmlns:a16="http://schemas.microsoft.com/office/drawing/2014/main" id="{4B02CA68-7454-44FE-8F24-F9B1BCD278B1}"/>
              </a:ext>
            </a:extLst>
          </p:cNvPr>
          <p:cNvSpPr>
            <a:spLocks xmlns:a="http://schemas.openxmlformats.org/drawingml/2006/main" noGrp="1"/>
          </p:cNvSpPr>
          <p:nvPr/>
        </p:nvSpPr>
        <p:spPr>
          <a:xfrm xmlns:a="http://schemas.openxmlformats.org/drawingml/2006/main">
            <a:off x="9286875"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event-3-icon-0">
            <a:extLst xmlns:a="http://schemas.openxmlformats.org/drawingml/2006/main">
              <a:ext uri="{FF2B5EF4-FFF2-40B4-BE49-F238E27FC236}">
                <a16:creationId xmlns:a16="http://schemas.microsoft.com/office/drawing/2014/main" id="{1D28E282-B98F-45AC-AA27-B2517E66EC6F}"/>
              </a:ext>
            </a:extLst>
          </p:cNvPr>
          <p:cNvSpPr>
            <a:spLocks xmlns:a="http://schemas.openxmlformats.org/drawingml/2006/main" noGrp="1"/>
          </p:cNvSpPr>
          <p:nvPr/>
        </p:nvSpPr>
        <p:spPr>
          <a:xfrm xmlns:a="http://schemas.openxmlformats.org/drawingml/2006/main">
            <a:off x="9669304" y="2590848"/>
            <a:ext cx="375476" cy="406765"/>
          </a:xfrm>
          <a:prstGeom xmlns:a="http://schemas.openxmlformats.org/drawingml/2006/main" prst="rect">
            <a:avLst/>
          </a:prstGeom>
          <a:noFill xmlns:a="http://schemas.openxmlformats.org/drawingml/2006/main"/>
          <a:ln xmlns:a="http://schemas.openxmlformats.org/drawingml/2006/main" w="26820">
            <a:solidFill>
              <a:srgbClr val="FFFFFF"/>
            </a:solidFill>
            <a:prstDash val="solid"/>
          </a:ln>
        </p:spPr>
      </p:sp>
      <p:sp>
        <p:nvSpPr>
          <p:cNvPr id="21" name="!!event-3-icon-1">
            <a:extLst xmlns:a="http://schemas.openxmlformats.org/drawingml/2006/main">
              <a:ext uri="{FF2B5EF4-FFF2-40B4-BE49-F238E27FC236}">
                <a16:creationId xmlns:a16="http://schemas.microsoft.com/office/drawing/2014/main" id="{E57E9FC8-37E9-4A9C-987F-03507AA0753E}"/>
              </a:ext>
            </a:extLst>
          </p:cNvPr>
          <p:cNvSpPr>
            <a:spLocks xmlns:a="http://schemas.openxmlformats.org/drawingml/2006/main" noGrp="1"/>
          </p:cNvSpPr>
          <p:nvPr/>
        </p:nvSpPr>
        <p:spPr>
          <a:xfrm xmlns:a="http://schemas.openxmlformats.org/drawingml/2006/main">
            <a:off x="9606725" y="2434400"/>
            <a:ext cx="750951" cy="750951"/>
          </a:xfrm>
          <a:custGeom xmlns:a="http://schemas.openxmlformats.org/drawingml/2006/main">
            <a:pathLst>
              <a:path w="228600" h="228600">
                <a:moveTo>
                  <a:pt x="133350" y="85725"/>
                </a:moveTo>
                <a:lnTo>
                  <a:pt x="180975" y="85725"/>
                </a:lnTo>
                <a:lnTo>
                  <a:pt x="209550" y="123825"/>
                </a:lnTo>
                <a:lnTo>
                  <a:pt x="209550" y="171450"/>
                </a:lnTo>
                <a:lnTo>
                  <a:pt x="133350" y="171450"/>
                </a:lnTo>
                <a:close/>
              </a:path>
            </a:pathLst>
          </a:custGeom>
          <a:noFill xmlns:a="http://schemas.openxmlformats.org/drawingml/2006/main"/>
          <a:ln xmlns:a="http://schemas.openxmlformats.org/drawingml/2006/main" w="26820">
            <a:solidFill>
              <a:srgbClr val="FFFFFF"/>
            </a:solidFill>
            <a:prstDash val="solid"/>
          </a:ln>
        </p:spPr>
      </p:sp>
      <p:sp>
        <p:nvSpPr>
          <p:cNvPr id="22" name="!!event-3-icon-2">
            <a:extLst xmlns:a="http://schemas.openxmlformats.org/drawingml/2006/main">
              <a:ext uri="{FF2B5EF4-FFF2-40B4-BE49-F238E27FC236}">
                <a16:creationId xmlns:a16="http://schemas.microsoft.com/office/drawing/2014/main" id="{936AC4B4-D3A9-40C2-B17E-4120C9AA0275}"/>
              </a:ext>
            </a:extLst>
          </p:cNvPr>
          <p:cNvSpPr>
            <a:spLocks xmlns:a="http://schemas.openxmlformats.org/drawingml/2006/main" noGrp="1"/>
          </p:cNvSpPr>
          <p:nvPr/>
        </p:nvSpPr>
        <p:spPr>
          <a:xfrm xmlns:a="http://schemas.openxmlformats.org/drawingml/2006/main">
            <a:off x="9731883"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3" name="!!event-3-icon-3">
            <a:extLst xmlns:a="http://schemas.openxmlformats.org/drawingml/2006/main">
              <a:ext uri="{FF2B5EF4-FFF2-40B4-BE49-F238E27FC236}">
                <a16:creationId xmlns:a16="http://schemas.microsoft.com/office/drawing/2014/main" id="{B97AD541-9B02-4697-A0A0-9EEA8CE7AED2}"/>
              </a:ext>
            </a:extLst>
          </p:cNvPr>
          <p:cNvSpPr>
            <a:spLocks xmlns:a="http://schemas.openxmlformats.org/drawingml/2006/main" noGrp="1"/>
          </p:cNvSpPr>
          <p:nvPr/>
        </p:nvSpPr>
        <p:spPr>
          <a:xfrm xmlns:a="http://schemas.openxmlformats.org/drawingml/2006/main">
            <a:off x="10107359"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4" name="!!event-label-3">
            <a:extLst xmlns:a="http://schemas.openxmlformats.org/drawingml/2006/main">
              <a:ext uri="{FF2B5EF4-FFF2-40B4-BE49-F238E27FC236}">
                <a16:creationId xmlns:a16="http://schemas.microsoft.com/office/drawing/2014/main" id="{B651E97C-C3A7-4DA4-8B55-46EE02B1E576}"/>
              </a:ext>
            </a:extLst>
          </p:cNvPr>
          <p:cNvSpPr>
            <a:spLocks xmlns:a="http://schemas.openxmlformats.org/drawingml/2006/main" noGrp="1"/>
          </p:cNvSpPr>
          <p:nvPr/>
        </p:nvSpPr>
        <p:spPr>
          <a:xfrm xmlns:a="http://schemas.openxmlformats.org/drawingml/2006/main">
            <a:off x="885825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Giao hàng</a:t>
            </a:r>
          </a:p>
        </p:txBody>
      </p:sp>
      <p:cxnSp>
        <p:nvCxnSpPr>
          <p:cNvPr id="57" name="!!connector-7-2"/>
          <p:cNvCxnSpPr>
            <a:stCxn xmlns:a="http://schemas.openxmlformats.org/drawingml/2006/main" id="13" idx="6"/>
            <a:endCxn xmlns:a="http://schemas.openxmlformats.org/drawingml/2006/main" id="19" idx="2"/>
          </p:cNvCxnSpPr>
          <p:nvPr/>
        </p:nvCxnSpPr>
        <p:spPr>
          <a:xfrm xmlns:a="http://schemas.openxmlformats.org/drawingml/2006/main">
            <a:off x="7743825"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date-0">
            <a:extLst xmlns:a="http://schemas.openxmlformats.org/drawingml/2006/main">
              <a:ext uri="{FF2B5EF4-FFF2-40B4-BE49-F238E27FC236}">
                <a16:creationId xmlns:a16="http://schemas.microsoft.com/office/drawing/2014/main" id="{C8953DBC-B5FC-45E9-A7EF-31999EBBAF3D}"/>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7" name="!!date-1">
            <a:extLst xmlns:a="http://schemas.openxmlformats.org/drawingml/2006/main">
              <a:ext uri="{FF2B5EF4-FFF2-40B4-BE49-F238E27FC236}">
                <a16:creationId xmlns:a16="http://schemas.microsoft.com/office/drawing/2014/main" id="{E744D9AB-866B-44F9-B7B5-B4A7725BFD95}"/>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8" name="!!date-2">
            <a:extLst xmlns:a="http://schemas.openxmlformats.org/drawingml/2006/main">
              <a:ext uri="{FF2B5EF4-FFF2-40B4-BE49-F238E27FC236}">
                <a16:creationId xmlns:a16="http://schemas.microsoft.com/office/drawing/2014/main" id="{4149A8CB-10FD-4C9B-9D99-EAB66A028E6B}"/>
              </a:ext>
            </a:extLst>
          </p:cNvPr>
          <p:cNvSpPr>
            <a:spLocks xmlns:a="http://schemas.openxmlformats.org/drawingml/2006/main" noGrp="1"/>
          </p:cNvSpPr>
          <p:nvPr/>
        </p:nvSpPr>
        <p:spPr>
          <a:xfrm xmlns:a="http://schemas.openxmlformats.org/drawingml/2006/main">
            <a:off x="606742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9" name="!!date-3">
            <a:extLst xmlns:a="http://schemas.openxmlformats.org/drawingml/2006/main">
              <a:ext uri="{FF2B5EF4-FFF2-40B4-BE49-F238E27FC236}">
                <a16:creationId xmlns:a16="http://schemas.microsoft.com/office/drawing/2014/main" id="{2B69106A-C411-4EF2-9831-AB1E29108D80}"/>
              </a:ext>
            </a:extLst>
          </p:cNvPr>
          <p:cNvSpPr>
            <a:spLocks xmlns:a="http://schemas.openxmlformats.org/drawingml/2006/main" noGrp="1"/>
          </p:cNvSpPr>
          <p:nvPr/>
        </p:nvSpPr>
        <p:spPr>
          <a:xfrm xmlns:a="http://schemas.openxmlformats.org/drawingml/2006/main">
            <a:off x="885825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30" name="!!history-conclusion">
            <a:extLst xmlns:a="http://schemas.openxmlformats.org/drawingml/2006/main">
              <a:ext uri="{FF2B5EF4-FFF2-40B4-BE49-F238E27FC236}">
                <a16:creationId xmlns:a16="http://schemas.microsoft.com/office/drawing/2014/main" id="{210A4BE6-06CD-44C6-956C-016C497234A9}"/>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C8A45B"/>
                </a:solidFill>
                <a:latin typeface="Segoe UI"/>
                <a:ea typeface="Segoe UI"/>
                <a:cs typeface="Segoe UI"/>
              </a:defRPr>
            </a:pPr>
            <a:r>
              <a:rPr sz="2400" b="1">
                <a:solidFill>
                  <a:srgbClr val="C8A45B"/>
                </a:solidFill>
                <a:latin typeface="Segoe UI"/>
                <a:ea typeface="Segoe UI"/>
                <a:cs typeface="Segoe UI"/>
              </a:rPr>
              <a:t>Giao hàng cloud là ghi nhận một phía</a:t>
            </a:r>
          </a:p>
        </p:txBody>
      </p:sp>
      <p:sp>
        <p:nvSpPr>
          <p:cNvPr id="31" name="!!page">
            <a:extLst xmlns:a="http://schemas.openxmlformats.org/drawingml/2006/main">
              <a:ext uri="{FF2B5EF4-FFF2-40B4-BE49-F238E27FC236}">
                <a16:creationId xmlns:a16="http://schemas.microsoft.com/office/drawing/2014/main" id="{F5741539-B2EE-4C80-81F2-F38C9DEB5C1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32" name="!!caption">
            <a:extLst xmlns:a="http://schemas.openxmlformats.org/drawingml/2006/main">
              <a:ext uri="{FF2B5EF4-FFF2-40B4-BE49-F238E27FC236}">
                <a16:creationId xmlns:a16="http://schemas.microsoft.com/office/drawing/2014/main" id="{828ED535-4373-4FBF-9A3C-F99D1380098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162890028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5.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7" name="!!backdrop"/>
          <p:cNvPicPr>
            <a:picLocks xmlns:a="http://schemas.openxmlformats.org/drawingml/2006/main" noChangeAspect="1"/>
          </p:cNvPicPr>
          <p:nvPr/>
        </p:nvPicPr>
        <p:blipFill>
          <a:blip xmlns:r="http://schemas.openxmlformats.org/officeDocument/2006/relationships" xmlns:a="http://schemas.openxmlformats.org/drawingml/2006/main" r:embed="R43e0720bc99f4fe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106B6ACE-89FF-415F-8735-F527E2569E5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918FC2BE-73F7-4FFF-8933-332441EA455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0" name="!!buyer-qr"/>
          <p:cNvPicPr>
            <a:picLocks xmlns:a="http://schemas.openxmlformats.org/drawingml/2006/main" noChangeAspect="1"/>
          </p:cNvPicPr>
          <p:nvPr/>
        </p:nvPicPr>
        <p:blipFill>
          <a:blip xmlns:r="http://schemas.openxmlformats.org/officeDocument/2006/relationships" xmlns:a="http://schemas.openxmlformats.org/drawingml/2006/main" r:embed="R7adbf599f06c4af8"/>
          <a:stretch xmlns:a="http://schemas.openxmlformats.org/drawingml/2006/main"/>
        </p:blipFill>
        <p:spPr>
          <a:xfrm xmlns:a="http://schemas.openxmlformats.org/drawingml/2006/main">
            <a:off x="742950" y="2181225"/>
            <a:ext cx="3524250" cy="3524250"/>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14E738AB-67E2-4054-9BB9-4BC31F42390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6" name="!!caption">
            <a:extLst xmlns:a="http://schemas.openxmlformats.org/drawingml/2006/main">
              <a:ext uri="{FF2B5EF4-FFF2-40B4-BE49-F238E27FC236}">
                <a16:creationId xmlns:a16="http://schemas.microsoft.com/office/drawing/2014/main" id="{AA6957F9-D3B7-4968-BD75-6035E842E7A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147430634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6.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e2e4479cabdb455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CC42E85-CCEB-424A-A273-0E78DBED07D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E5C64070-1181-4A04-9E1F-B732245A0CF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2" name="!!buyer-qr"/>
          <p:cNvPicPr>
            <a:picLocks xmlns:a="http://schemas.openxmlformats.org/drawingml/2006/main" noChangeAspect="1"/>
          </p:cNvPicPr>
          <p:nvPr/>
        </p:nvPicPr>
        <p:blipFill>
          <a:blip xmlns:r="http://schemas.openxmlformats.org/officeDocument/2006/relationships" xmlns:a="http://schemas.openxmlformats.org/drawingml/2006/main" r:embed="R833809805bca4468"/>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1B38E3BF-4648-4F3D-BFA3-5736226C1C97}"/>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9B1FF8EF-6C35-44EA-8BF4-09DB50E9DAD9}"/>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sp>
        <p:nvSpPr>
          <p:cNvPr id="7" name="!!page">
            <a:extLst xmlns:a="http://schemas.openxmlformats.org/drawingml/2006/main">
              <a:ext uri="{FF2B5EF4-FFF2-40B4-BE49-F238E27FC236}">
                <a16:creationId xmlns:a16="http://schemas.microsoft.com/office/drawing/2014/main" id="{7A05081E-2481-40F5-BAE6-B7A41A1EBE9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8" name="!!caption">
            <a:extLst xmlns:a="http://schemas.openxmlformats.org/drawingml/2006/main">
              <a:ext uri="{FF2B5EF4-FFF2-40B4-BE49-F238E27FC236}">
                <a16:creationId xmlns:a16="http://schemas.microsoft.com/office/drawing/2014/main" id="{A38CEF4F-CD23-43AE-B963-FF45D9DC299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21027902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428ee5807b1349e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7200A47-3CF8-42E9-8666-801E5111477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99AEF105-D331-41DA-92D9-7ECFFF23462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4" name="!!buyer-qr"/>
          <p:cNvPicPr>
            <a:picLocks xmlns:a="http://schemas.openxmlformats.org/drawingml/2006/main" noChangeAspect="1"/>
          </p:cNvPicPr>
          <p:nvPr/>
        </p:nvPicPr>
        <p:blipFill>
          <a:blip xmlns:r="http://schemas.openxmlformats.org/officeDocument/2006/relationships" xmlns:a="http://schemas.openxmlformats.org/drawingml/2006/main" r:embed="R5eaee6fff0104296"/>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61F075B1-4B95-4FFF-BD6F-7A0A723296E7}"/>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9F9E447F-2972-4A0C-8F2C-626FD4FEDEBF}"/>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pic>
        <p:nvPicPr>
          <p:cNvPr id="17" name="!!buyer-record"/>
          <p:cNvPicPr>
            <a:picLocks xmlns:a="http://schemas.openxmlformats.org/drawingml/2006/main" noChangeAspect="1"/>
          </p:cNvPicPr>
          <p:nvPr/>
        </p:nvPicPr>
        <p:blipFill>
          <a:blip xmlns:r="http://schemas.openxmlformats.org/officeDocument/2006/relationships" xmlns:a="http://schemas.openxmlformats.org/drawingml/2006/main" r:embed="Reb759983234b4035"/>
          <a:stretch xmlns:a="http://schemas.openxmlformats.org/drawingml/2006/main"/>
        </p:blipFill>
        <p:spPr>
          <a:xfrm xmlns:a="http://schemas.openxmlformats.org/drawingml/2006/main">
            <a:off x="6929731" y="1714500"/>
            <a:ext cx="1980613" cy="4286250"/>
          </a:xfrm>
          <a:prstGeom xmlns:a="http://schemas.openxmlformats.org/drawingml/2006/main" prst="rect">
            <a:avLst/>
          </a:prstGeom>
        </p:spPr>
      </p:pic>
      <p:sp>
        <p:nvSpPr>
          <p:cNvPr id="8" name="!!buyer-context">
            <a:extLst xmlns:a="http://schemas.openxmlformats.org/drawingml/2006/main">
              <a:ext uri="{FF2B5EF4-FFF2-40B4-BE49-F238E27FC236}">
                <a16:creationId xmlns:a16="http://schemas.microsoft.com/office/drawing/2014/main" id="{7AF9E6EA-0031-4391-A383-DDAC5CB60378}"/>
              </a:ext>
            </a:extLst>
          </p:cNvPr>
          <p:cNvSpPr>
            <a:spLocks xmlns:a="http://schemas.openxmlformats.org/drawingml/2006/main" noGrp="1"/>
          </p:cNvSpPr>
          <p:nvPr/>
        </p:nvSpPr>
        <p:spPr>
          <a:xfrm xmlns:a="http://schemas.openxmlformats.org/drawingml/2006/main">
            <a:off x="6553200" y="13906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0">
                <a:solidFill>
                  <a:srgbClr val="A3BCAB"/>
                </a:solidFill>
                <a:latin typeface="Segoe UI"/>
                <a:ea typeface="Segoe UI"/>
                <a:cs typeface="Segoe UI"/>
              </a:defRPr>
            </a:pPr>
            <a:r>
              <a:rPr sz="1500" b="0">
                <a:solidFill>
                  <a:srgbClr val="A3BCAB"/>
                </a:solidFill>
                <a:latin typeface="Segoe UI"/>
                <a:ea typeface="Segoe UI"/>
                <a:cs typeface="Segoe UI"/>
              </a:rPr>
              <a:t>Ảnh giao diện local</a:t>
            </a:r>
          </a:p>
        </p:txBody>
      </p:sp>
      <p:sp>
        <p:nvSpPr>
          <p:cNvPr id="9" name="!!page">
            <a:extLst xmlns:a="http://schemas.openxmlformats.org/drawingml/2006/main">
              <a:ext uri="{FF2B5EF4-FFF2-40B4-BE49-F238E27FC236}">
                <a16:creationId xmlns:a16="http://schemas.microsoft.com/office/drawing/2014/main" id="{9544C84D-0B8B-4518-B6F4-16A52BAA344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10" name="!!caption">
            <a:extLst xmlns:a="http://schemas.openxmlformats.org/drawingml/2006/main">
              <a:ext uri="{FF2B5EF4-FFF2-40B4-BE49-F238E27FC236}">
                <a16:creationId xmlns:a16="http://schemas.microsoft.com/office/drawing/2014/main" id="{4B2266E7-FFD6-490B-BB20-D326CF73B877}"/>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31687976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6c5704d3d20b49f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8350F5CA-7230-4857-AD23-7383005AD5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6BE9B372-0440-40FE-8649-CC558149834C}"/>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9" name="!!buyer-qr"/>
          <p:cNvPicPr>
            <a:picLocks xmlns:a="http://schemas.openxmlformats.org/drawingml/2006/main" noChangeAspect="1"/>
          </p:cNvPicPr>
          <p:nvPr/>
        </p:nvPicPr>
        <p:blipFill>
          <a:blip xmlns:r="http://schemas.openxmlformats.org/officeDocument/2006/relationships" xmlns:a="http://schemas.openxmlformats.org/drawingml/2006/main" r:embed="R56b88ba2d95d49f9"/>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570A4DF9-49E1-4623-BDDD-E6C815A98175}"/>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F801EAA0-C909-4782-AE78-9FCEE43057E7}"/>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pic>
        <p:nvPicPr>
          <p:cNvPr id="22" name="!!buyer-record"/>
          <p:cNvPicPr>
            <a:picLocks xmlns:a="http://schemas.openxmlformats.org/drawingml/2006/main" noChangeAspect="1"/>
          </p:cNvPicPr>
          <p:nvPr/>
        </p:nvPicPr>
        <p:blipFill>
          <a:blip xmlns:r="http://schemas.openxmlformats.org/officeDocument/2006/relationships" xmlns:a="http://schemas.openxmlformats.org/drawingml/2006/main" r:embed="Rd38cb6bc443c492b"/>
          <a:stretch xmlns:a="http://schemas.openxmlformats.org/drawingml/2006/main"/>
        </p:blipFill>
        <p:spPr>
          <a:xfrm xmlns:a="http://schemas.openxmlformats.org/drawingml/2006/main">
            <a:off x="7471505" y="1714500"/>
            <a:ext cx="2068640" cy="4476750"/>
          </a:xfrm>
          <a:prstGeom xmlns:a="http://schemas.openxmlformats.org/drawingml/2006/main" prst="rect">
            <a:avLst/>
          </a:prstGeom>
        </p:spPr>
      </p:pic>
      <p:sp>
        <p:nvSpPr>
          <p:cNvPr id="8" name="!!buyer-context">
            <a:extLst xmlns:a="http://schemas.openxmlformats.org/drawingml/2006/main">
              <a:ext uri="{FF2B5EF4-FFF2-40B4-BE49-F238E27FC236}">
                <a16:creationId xmlns:a16="http://schemas.microsoft.com/office/drawing/2014/main" id="{68980504-C11F-4315-88F5-E0BD1A9E6A4B}"/>
              </a:ext>
            </a:extLst>
          </p:cNvPr>
          <p:cNvSpPr>
            <a:spLocks xmlns:a="http://schemas.openxmlformats.org/drawingml/2006/main" noGrp="1"/>
          </p:cNvSpPr>
          <p:nvPr/>
        </p:nvSpPr>
        <p:spPr>
          <a:xfrm xmlns:a="http://schemas.openxmlformats.org/drawingml/2006/main">
            <a:off x="7381875" y="13906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0">
                <a:solidFill>
                  <a:srgbClr val="A3BCAB"/>
                </a:solidFill>
                <a:latin typeface="Segoe UI"/>
                <a:ea typeface="Segoe UI"/>
                <a:cs typeface="Segoe UI"/>
              </a:defRPr>
            </a:pPr>
            <a:r>
              <a:rPr sz="1500" b="0">
                <a:solidFill>
                  <a:srgbClr val="A3BCAB"/>
                </a:solidFill>
                <a:latin typeface="Segoe UI"/>
                <a:ea typeface="Segoe UI"/>
                <a:cs typeface="Segoe UI"/>
              </a:rPr>
              <a:t>Ảnh giao diện local</a:t>
            </a:r>
          </a:p>
        </p:txBody>
      </p:sp>
      <p:sp>
        <p:nvSpPr>
          <p:cNvPr id="9" name="!!buyer-view-selection">
            <a:extLst xmlns:a="http://schemas.openxmlformats.org/drawingml/2006/main">
              <a:ext uri="{FF2B5EF4-FFF2-40B4-BE49-F238E27FC236}">
                <a16:creationId xmlns:a16="http://schemas.microsoft.com/office/drawing/2014/main" id="{9CC8700E-942A-4B0C-AA6D-8FE2783859D9}"/>
              </a:ext>
            </a:extLst>
          </p:cNvPr>
          <p:cNvSpPr>
            <a:spLocks xmlns:a="http://schemas.openxmlformats.org/drawingml/2006/main" noGrp="1"/>
          </p:cNvSpPr>
          <p:nvPr/>
        </p:nvSpPr>
        <p:spPr>
          <a:xfrm xmlns:a="http://schemas.openxmlformats.org/drawingml/2006/main">
            <a:off x="3638550" y="1828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buyer-view-icon-0">
            <a:extLst xmlns:a="http://schemas.openxmlformats.org/drawingml/2006/main">
              <a:ext uri="{FF2B5EF4-FFF2-40B4-BE49-F238E27FC236}">
                <a16:creationId xmlns:a16="http://schemas.microsoft.com/office/drawing/2014/main" id="{CF5D0AB4-6286-4BDB-B48F-7A90D4A03886}"/>
              </a:ext>
            </a:extLst>
          </p:cNvPr>
          <p:cNvSpPr>
            <a:spLocks xmlns:a="http://schemas.openxmlformats.org/drawingml/2006/main" noGrp="1"/>
          </p:cNvSpPr>
          <p:nvPr/>
        </p:nvSpPr>
        <p:spPr>
          <a:xfrm xmlns:a="http://schemas.openxmlformats.org/drawingml/2006/main">
            <a:off x="3935349" y="2027872"/>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buyer-view-icon-1">
            <a:extLst xmlns:a="http://schemas.openxmlformats.org/drawingml/2006/main">
              <a:ext uri="{FF2B5EF4-FFF2-40B4-BE49-F238E27FC236}">
                <a16:creationId xmlns:a16="http://schemas.microsoft.com/office/drawing/2014/main" id="{D0CD6EF5-A8CF-49E3-B5D7-18D54114A411}"/>
              </a:ext>
            </a:extLst>
          </p:cNvPr>
          <p:cNvSpPr>
            <a:spLocks xmlns:a="http://schemas.openxmlformats.org/drawingml/2006/main" noGrp="1"/>
          </p:cNvSpPr>
          <p:nvPr/>
        </p:nvSpPr>
        <p:spPr>
          <a:xfrm xmlns:a="http://schemas.openxmlformats.org/drawingml/2006/main">
            <a:off x="3870198" y="220703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2" name="!!buyer-permission">
            <a:extLst xmlns:a="http://schemas.openxmlformats.org/drawingml/2006/main">
              <a:ext uri="{FF2B5EF4-FFF2-40B4-BE49-F238E27FC236}">
                <a16:creationId xmlns:a16="http://schemas.microsoft.com/office/drawing/2014/main" id="{A55C46E6-4740-4BF2-93ED-9A62F3AF0CF2}"/>
              </a:ext>
            </a:extLst>
          </p:cNvPr>
          <p:cNvSpPr>
            <a:spLocks xmlns:a="http://schemas.openxmlformats.org/drawingml/2006/main" noGrp="1"/>
          </p:cNvSpPr>
          <p:nvPr/>
        </p:nvSpPr>
        <p:spPr>
          <a:xfrm xmlns:a="http://schemas.openxmlformats.org/drawingml/2006/main">
            <a:off x="3638550" y="2857500"/>
            <a:ext cx="3381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Bên mua xem</a:t>
            </a:r>
          </a:p>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Chủ hồ sơ quản lý</a:t>
            </a:r>
          </a:p>
        </p:txBody>
      </p:sp>
      <p:sp>
        <p:nvSpPr>
          <p:cNvPr id="13" name="!!qr-caveat">
            <a:extLst xmlns:a="http://schemas.openxmlformats.org/drawingml/2006/main">
              <a:ext uri="{FF2B5EF4-FFF2-40B4-BE49-F238E27FC236}">
                <a16:creationId xmlns:a16="http://schemas.microsoft.com/office/drawing/2014/main" id="{79B641E9-0857-433E-B3E8-D6D05D9EAC5D}"/>
              </a:ext>
            </a:extLst>
          </p:cNvPr>
          <p:cNvSpPr>
            <a:spLocks xmlns:a="http://schemas.openxmlformats.org/drawingml/2006/main" noGrp="1"/>
          </p:cNvSpPr>
          <p:nvPr/>
        </p:nvSpPr>
        <p:spPr>
          <a:xfrm xmlns:a="http://schemas.openxmlformats.org/drawingml/2006/main">
            <a:off x="3638550" y="4476750"/>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C8A45B"/>
                </a:solidFill>
                <a:latin typeface="Segoe UI"/>
                <a:ea typeface="Segoe UI"/>
                <a:cs typeface="Segoe UI"/>
              </a:defRPr>
            </a:pPr>
            <a:r>
              <a:rPr sz="2025" b="0">
                <a:solidFill>
                  <a:srgbClr val="C8A45B"/>
                </a:solidFill>
                <a:latin typeface="Segoe UI"/>
                <a:ea typeface="Segoe UI"/>
                <a:cs typeface="Segoe UI"/>
              </a:rPr>
              <a:t>QR có thể bị sao chép</a:t>
            </a:r>
          </a:p>
        </p:txBody>
      </p:sp>
      <p:sp>
        <p:nvSpPr>
          <p:cNvPr id="14" name="!!page">
            <a:extLst xmlns:a="http://schemas.openxmlformats.org/drawingml/2006/main">
              <a:ext uri="{FF2B5EF4-FFF2-40B4-BE49-F238E27FC236}">
                <a16:creationId xmlns:a16="http://schemas.microsoft.com/office/drawing/2014/main" id="{F017E221-89AB-4215-A57F-F05EF961CA2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15" name="!!caption">
            <a:extLst xmlns:a="http://schemas.openxmlformats.org/drawingml/2006/main">
              <a:ext uri="{FF2B5EF4-FFF2-40B4-BE49-F238E27FC236}">
                <a16:creationId xmlns:a16="http://schemas.microsoft.com/office/drawing/2014/main" id="{92E43278-37A2-4188-BDAE-6D09EE801A5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149572698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3" name="!!backdrop"/>
          <p:cNvPicPr>
            <a:picLocks xmlns:a="http://schemas.openxmlformats.org/drawingml/2006/main" noChangeAspect="1"/>
          </p:cNvPicPr>
          <p:nvPr/>
        </p:nvPicPr>
        <p:blipFill>
          <a:blip xmlns:r="http://schemas.openxmlformats.org/officeDocument/2006/relationships" xmlns:a="http://schemas.openxmlformats.org/drawingml/2006/main" r:embed="Rf099ab32c4d44fb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B3F03307-96C7-452E-8EA8-1B780C20CE4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762FDB5D-63B5-49AE-B876-31E8BAADD2A3}"/>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05867DCC-3731-4648-9FE5-08CE0DC15002}"/>
              </a:ext>
            </a:extLst>
          </p:cNvPr>
          <p:cNvSpPr>
            <a:spLocks xmlns:a="http://schemas.openxmlformats.org/drawingml/2006/main" noGrp="1"/>
          </p:cNvSpPr>
          <p:nvPr/>
        </p:nvSpPr>
        <p:spPr>
          <a:xfrm xmlns:a="http://schemas.openxmlformats.org/drawingml/2006/main">
            <a:off x="1057275"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permission-0-icon-0">
            <a:extLst xmlns:a="http://schemas.openxmlformats.org/drawingml/2006/main">
              <a:ext uri="{FF2B5EF4-FFF2-40B4-BE49-F238E27FC236}">
                <a16:creationId xmlns:a16="http://schemas.microsoft.com/office/drawing/2014/main" id="{FC75D523-826D-4C96-A4A4-B0EEEAF7EBB9}"/>
              </a:ext>
            </a:extLst>
          </p:cNvPr>
          <p:cNvSpPr>
            <a:spLocks xmlns:a="http://schemas.openxmlformats.org/drawingml/2006/main" noGrp="1"/>
          </p:cNvSpPr>
          <p:nvPr/>
        </p:nvSpPr>
        <p:spPr>
          <a:xfrm xmlns:a="http://schemas.openxmlformats.org/drawingml/2006/main">
            <a:off x="1502283" y="2718721"/>
            <a:ext cx="500634" cy="375476"/>
          </a:xfrm>
          <a:prstGeom xmlns:a="http://schemas.openxmlformats.org/drawingml/2006/main" prst="roundRect">
            <a:avLst>
              <a:gd name="adj" fmla="val 20294"/>
            </a:avLst>
          </a:prstGeom>
          <a:noFill xmlns:a="http://schemas.openxmlformats.org/drawingml/2006/main"/>
          <a:ln xmlns:a="http://schemas.openxmlformats.org/drawingml/2006/main" w="26820">
            <a:solidFill>
              <a:srgbClr val="FFFFFF"/>
            </a:solidFill>
            <a:prstDash val="solid"/>
          </a:ln>
        </p:spPr>
      </p:sp>
      <p:sp>
        <p:nvSpPr>
          <p:cNvPr id="6" name="!!permission-0-icon-1">
            <a:extLst xmlns:a="http://schemas.openxmlformats.org/drawingml/2006/main">
              <a:ext uri="{FF2B5EF4-FFF2-40B4-BE49-F238E27FC236}">
                <a16:creationId xmlns:a16="http://schemas.microsoft.com/office/drawing/2014/main" id="{CF2E42D0-CDF9-4054-B80D-FA887E4BF49C}"/>
              </a:ext>
            </a:extLst>
          </p:cNvPr>
          <p:cNvSpPr>
            <a:spLocks xmlns:a="http://schemas.openxmlformats.org/drawingml/2006/main" noGrp="1"/>
          </p:cNvSpPr>
          <p:nvPr/>
        </p:nvSpPr>
        <p:spPr>
          <a:xfrm xmlns:a="http://schemas.openxmlformats.org/drawingml/2006/main">
            <a:off x="1377124" y="2405825"/>
            <a:ext cx="750951" cy="750951"/>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6820">
            <a:solidFill>
              <a:srgbClr val="FFFFFF"/>
            </a:solidFill>
            <a:prstDash val="solid"/>
          </a:ln>
        </p:spPr>
      </p:sp>
      <p:sp>
        <p:nvSpPr>
          <p:cNvPr id="7" name="!!permission-0-icon-2">
            <a:extLst xmlns:a="http://schemas.openxmlformats.org/drawingml/2006/main">
              <a:ext uri="{FF2B5EF4-FFF2-40B4-BE49-F238E27FC236}">
                <a16:creationId xmlns:a16="http://schemas.microsoft.com/office/drawing/2014/main" id="{1F2BE42A-E5C6-4F1A-95BC-EFA01CD4E0A3}"/>
              </a:ext>
            </a:extLst>
          </p:cNvPr>
          <p:cNvSpPr>
            <a:spLocks xmlns:a="http://schemas.openxmlformats.org/drawingml/2006/main" noGrp="1"/>
          </p:cNvSpPr>
          <p:nvPr/>
        </p:nvSpPr>
        <p:spPr>
          <a:xfrm xmlns:a="http://schemas.openxmlformats.org/drawingml/2006/main">
            <a:off x="1721310" y="2843879"/>
            <a:ext cx="62579" cy="62579"/>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8" name="!!permission-0-icon-3">
            <a:extLst xmlns:a="http://schemas.openxmlformats.org/drawingml/2006/main">
              <a:ext uri="{FF2B5EF4-FFF2-40B4-BE49-F238E27FC236}">
                <a16:creationId xmlns:a16="http://schemas.microsoft.com/office/drawing/2014/main" id="{7B9EFD0E-08A2-4985-AE4D-9CCCA19541A5}"/>
              </a:ext>
            </a:extLst>
          </p:cNvPr>
          <p:cNvSpPr>
            <a:spLocks xmlns:a="http://schemas.openxmlformats.org/drawingml/2006/main" noGrp="1"/>
          </p:cNvSpPr>
          <p:nvPr/>
        </p:nvSpPr>
        <p:spPr>
          <a:xfrm xmlns:a="http://schemas.openxmlformats.org/drawingml/2006/main">
            <a:off x="1377124" y="2405825"/>
            <a:ext cx="750951" cy="750951"/>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6820">
            <a:solidFill>
              <a:srgbClr val="FFFFFF"/>
            </a:solidFill>
            <a:prstDash val="solid"/>
          </a:ln>
        </p:spPr>
      </p:sp>
      <p:sp>
        <p:nvSpPr>
          <p:cNvPr id="9" name="!!permission-label-0">
            <a:extLst xmlns:a="http://schemas.openxmlformats.org/drawingml/2006/main">
              <a:ext uri="{FF2B5EF4-FFF2-40B4-BE49-F238E27FC236}">
                <a16:creationId xmlns:a16="http://schemas.microsoft.com/office/drawing/2014/main" id="{9D876914-1907-4481-9C05-B50A3E171918}"/>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C7ED042D-14B7-400C-8C30-27D714AFD97C}"/>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age">
            <a:extLst xmlns:a="http://schemas.openxmlformats.org/drawingml/2006/main">
              <a:ext uri="{FF2B5EF4-FFF2-40B4-BE49-F238E27FC236}">
                <a16:creationId xmlns:a16="http://schemas.microsoft.com/office/drawing/2014/main" id="{6C21D345-21BD-4BD3-8BC5-01D62D0D167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12" name="!!caption">
            <a:extLst xmlns:a="http://schemas.openxmlformats.org/drawingml/2006/main">
              <a:ext uri="{FF2B5EF4-FFF2-40B4-BE49-F238E27FC236}">
                <a16:creationId xmlns:a16="http://schemas.microsoft.com/office/drawing/2014/main" id="{B6FF830A-253E-4D31-B0C1-DC9E0C0589A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80780927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b4701c935058495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D4DA7B80-7E2F-4348-87EA-15CEC992AE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A128009-2EAF-4D23-A7A4-1C77BC580C2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8735C864-8549-4D8A-9126-B888E3015FEF}"/>
              </a:ext>
            </a:extLst>
          </p:cNvPr>
          <p:cNvSpPr>
            <a:spLocks xmlns:a="http://schemas.openxmlformats.org/drawingml/2006/main" noGrp="1"/>
          </p:cNvSpPr>
          <p:nvPr/>
        </p:nvSpPr>
        <p:spPr>
          <a:xfrm xmlns:a="http://schemas.openxmlformats.org/drawingml/2006/main">
            <a:off x="1200150"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ermission-0-icon-0">
            <a:extLst xmlns:a="http://schemas.openxmlformats.org/drawingml/2006/main">
              <a:ext uri="{FF2B5EF4-FFF2-40B4-BE49-F238E27FC236}">
                <a16:creationId xmlns:a16="http://schemas.microsoft.com/office/drawing/2014/main" id="{0EF38255-E7AA-4E31-9DE4-42966CEA9007}"/>
              </a:ext>
            </a:extLst>
          </p:cNvPr>
          <p:cNvSpPr>
            <a:spLocks xmlns:a="http://schemas.openxmlformats.org/drawingml/2006/main" noGrp="1"/>
          </p:cNvSpPr>
          <p:nvPr/>
        </p:nvSpPr>
        <p:spPr>
          <a:xfrm xmlns:a="http://schemas.openxmlformats.org/drawingml/2006/main">
            <a:off x="1553718" y="2731580"/>
            <a:ext cx="397764" cy="298323"/>
          </a:xfrm>
          <a:prstGeom xmlns:a="http://schemas.openxmlformats.org/drawingml/2006/main" prst="roundRect">
            <a:avLst>
              <a:gd name="adj" fmla="val 25543"/>
            </a:avLst>
          </a:prstGeom>
          <a:noFill xmlns:a="http://schemas.openxmlformats.org/drawingml/2006/main"/>
          <a:ln xmlns:a="http://schemas.openxmlformats.org/drawingml/2006/main" w="21309">
            <a:solidFill>
              <a:srgbClr val="A3BCAB"/>
            </a:solidFill>
            <a:prstDash val="solid"/>
          </a:ln>
        </p:spPr>
      </p:sp>
      <p:sp>
        <p:nvSpPr>
          <p:cNvPr id="6" name="!!permission-0-icon-1">
            <a:extLst xmlns:a="http://schemas.openxmlformats.org/drawingml/2006/main">
              <a:ext uri="{FF2B5EF4-FFF2-40B4-BE49-F238E27FC236}">
                <a16:creationId xmlns:a16="http://schemas.microsoft.com/office/drawing/2014/main" id="{465BA55D-03C6-44F8-8C5F-EE3C29398365}"/>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1309">
            <a:solidFill>
              <a:srgbClr val="A3BCAB"/>
            </a:solidFill>
            <a:prstDash val="solid"/>
          </a:ln>
        </p:spPr>
      </p:sp>
      <p:sp>
        <p:nvSpPr>
          <p:cNvPr id="7" name="!!permission-0-icon-2">
            <a:extLst xmlns:a="http://schemas.openxmlformats.org/drawingml/2006/main">
              <a:ext uri="{FF2B5EF4-FFF2-40B4-BE49-F238E27FC236}">
                <a16:creationId xmlns:a16="http://schemas.microsoft.com/office/drawing/2014/main" id="{BF59A84B-3A63-4F3F-8E81-0A2EACC0A968}"/>
              </a:ext>
            </a:extLst>
          </p:cNvPr>
          <p:cNvSpPr>
            <a:spLocks xmlns:a="http://schemas.openxmlformats.org/drawingml/2006/main" noGrp="1"/>
          </p:cNvSpPr>
          <p:nvPr/>
        </p:nvSpPr>
        <p:spPr>
          <a:xfrm xmlns:a="http://schemas.openxmlformats.org/drawingml/2006/main">
            <a:off x="1727740" y="2831021"/>
            <a:ext cx="49721" cy="49721"/>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8" name="!!permission-0-icon-3">
            <a:extLst xmlns:a="http://schemas.openxmlformats.org/drawingml/2006/main">
              <a:ext uri="{FF2B5EF4-FFF2-40B4-BE49-F238E27FC236}">
                <a16:creationId xmlns:a16="http://schemas.microsoft.com/office/drawing/2014/main" id="{EE55A740-E9AE-45B2-9C14-65D9C1EF04BC}"/>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1309">
            <a:solidFill>
              <a:srgbClr val="A3BCAB"/>
            </a:solidFill>
            <a:prstDash val="solid"/>
          </a:ln>
        </p:spPr>
      </p:sp>
      <p:sp>
        <p:nvSpPr>
          <p:cNvPr id="9" name="!!permission-label-0">
            <a:extLst xmlns:a="http://schemas.openxmlformats.org/drawingml/2006/main">
              <a:ext uri="{FF2B5EF4-FFF2-40B4-BE49-F238E27FC236}">
                <a16:creationId xmlns:a16="http://schemas.microsoft.com/office/drawing/2014/main" id="{332419A6-E4EE-479B-8B2E-2B1AD5894982}"/>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0602F3B5-42E6-40F9-9215-2F5287031C00}"/>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ermission-1-selection">
            <a:extLst xmlns:a="http://schemas.openxmlformats.org/drawingml/2006/main">
              <a:ext uri="{FF2B5EF4-FFF2-40B4-BE49-F238E27FC236}">
                <a16:creationId xmlns:a16="http://schemas.microsoft.com/office/drawing/2014/main" id="{EF019126-C52D-4316-B399-461EF1C8B6FC}"/>
              </a:ext>
            </a:extLst>
          </p:cNvPr>
          <p:cNvSpPr>
            <a:spLocks xmlns:a="http://schemas.openxmlformats.org/drawingml/2006/main" noGrp="1"/>
          </p:cNvSpPr>
          <p:nvPr/>
        </p:nvSpPr>
        <p:spPr>
          <a:xfrm xmlns:a="http://schemas.openxmlformats.org/drawingml/2006/main">
            <a:off x="4762500"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2" name="!!permission-1-icon-0">
            <a:extLst xmlns:a="http://schemas.openxmlformats.org/drawingml/2006/main">
              <a:ext uri="{FF2B5EF4-FFF2-40B4-BE49-F238E27FC236}">
                <a16:creationId xmlns:a16="http://schemas.microsoft.com/office/drawing/2014/main" id="{1788909D-AF68-47CF-A382-53C99C50FC83}"/>
              </a:ext>
            </a:extLst>
          </p:cNvPr>
          <p:cNvSpPr>
            <a:spLocks xmlns:a="http://schemas.openxmlformats.org/drawingml/2006/main" noGrp="1"/>
          </p:cNvSpPr>
          <p:nvPr/>
        </p:nvSpPr>
        <p:spPr>
          <a:xfrm xmlns:a="http://schemas.openxmlformats.org/drawingml/2006/main">
            <a:off x="5144929" y="2468404"/>
            <a:ext cx="625793" cy="625793"/>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3" name="!!permission-1-icon-1">
            <a:extLst xmlns:a="http://schemas.openxmlformats.org/drawingml/2006/main">
              <a:ext uri="{FF2B5EF4-FFF2-40B4-BE49-F238E27FC236}">
                <a16:creationId xmlns:a16="http://schemas.microsoft.com/office/drawing/2014/main" id="{BFAB0DA2-3EA2-44B2-AEAD-F69EF661C44A}"/>
              </a:ext>
            </a:extLst>
          </p:cNvPr>
          <p:cNvSpPr>
            <a:spLocks xmlns:a="http://schemas.openxmlformats.org/drawingml/2006/main" noGrp="1"/>
          </p:cNvSpPr>
          <p:nvPr/>
        </p:nvSpPr>
        <p:spPr>
          <a:xfrm xmlns:a="http://schemas.openxmlformats.org/drawingml/2006/main">
            <a:off x="5332667" y="2468404"/>
            <a:ext cx="250317" cy="625793"/>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4" name="!!permission-1-icon-2">
            <a:extLst xmlns:a="http://schemas.openxmlformats.org/drawingml/2006/main">
              <a:ext uri="{FF2B5EF4-FFF2-40B4-BE49-F238E27FC236}">
                <a16:creationId xmlns:a16="http://schemas.microsoft.com/office/drawing/2014/main" id="{A2EAB9E9-0146-41D4-81C1-1F4B5A854B2B}"/>
              </a:ext>
            </a:extLst>
          </p:cNvPr>
          <p:cNvSpPr>
            <a:spLocks xmlns:a="http://schemas.openxmlformats.org/drawingml/2006/main" noGrp="1"/>
          </p:cNvSpPr>
          <p:nvPr/>
        </p:nvSpPr>
        <p:spPr>
          <a:xfrm xmlns:a="http://schemas.openxmlformats.org/drawingml/2006/main">
            <a:off x="5082350" y="2405825"/>
            <a:ext cx="750951" cy="750951"/>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26820">
            <a:solidFill>
              <a:srgbClr val="FFFFFF"/>
            </a:solidFill>
            <a:prstDash val="solid"/>
          </a:ln>
        </p:spPr>
      </p:sp>
      <p:sp>
        <p:nvSpPr>
          <p:cNvPr id="15" name="!!permission-label-1">
            <a:extLst xmlns:a="http://schemas.openxmlformats.org/drawingml/2006/main">
              <a:ext uri="{FF2B5EF4-FFF2-40B4-BE49-F238E27FC236}">
                <a16:creationId xmlns:a16="http://schemas.microsoft.com/office/drawing/2014/main" id="{1826AC6B-6F27-4787-8316-0DD3761FCAE6}"/>
              </a:ext>
            </a:extLst>
          </p:cNvPr>
          <p:cNvSpPr>
            <a:spLocks xmlns:a="http://schemas.openxmlformats.org/drawingml/2006/main" noGrp="1"/>
          </p:cNvSpPr>
          <p:nvPr/>
        </p:nvSpPr>
        <p:spPr>
          <a:xfrm xmlns:a="http://schemas.openxmlformats.org/drawingml/2006/main">
            <a:off x="4333875"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Công khai</a:t>
            </a:r>
          </a:p>
        </p:txBody>
      </p:sp>
      <p:sp>
        <p:nvSpPr>
          <p:cNvPr id="16" name="!!permission-detail-1">
            <a:extLst xmlns:a="http://schemas.openxmlformats.org/drawingml/2006/main">
              <a:ext uri="{FF2B5EF4-FFF2-40B4-BE49-F238E27FC236}">
                <a16:creationId xmlns:a16="http://schemas.microsoft.com/office/drawing/2014/main" id="{2FBC3DE2-D142-49C4-BBA9-843C1F9BC560}"/>
              </a:ext>
            </a:extLst>
          </p:cNvPr>
          <p:cNvSpPr>
            <a:spLocks xmlns:a="http://schemas.openxmlformats.org/drawingml/2006/main" noGrp="1"/>
          </p:cNvSpPr>
          <p:nvPr/>
        </p:nvSpPr>
        <p:spPr>
          <a:xfrm xmlns:a="http://schemas.openxmlformats.org/drawingml/2006/main">
            <a:off x="4333875"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Khách xem hồ sơ và tài liệu</a:t>
            </a:r>
          </a:p>
        </p:txBody>
      </p:sp>
      <p:cxnSp>
        <p:nvCxnSpPr>
          <p:cNvPr id="36" name="!!connector-9-0"/>
          <p:cNvCxnSpPr>
            <a:stCxn xmlns:a="http://schemas.openxmlformats.org/drawingml/2006/main" id="4" idx="6"/>
            <a:endCxn xmlns:a="http://schemas.openxmlformats.org/drawingml/2006/main" id="11" idx="2"/>
          </p:cNvCxnSpPr>
          <p:nvPr/>
        </p:nvCxnSpPr>
        <p:spPr>
          <a:xfrm xmlns:a="http://schemas.openxmlformats.org/drawingml/2006/main">
            <a:off x="2305050" y="2781300"/>
            <a:ext cx="24574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8" name="!!page">
            <a:extLst xmlns:a="http://schemas.openxmlformats.org/drawingml/2006/main">
              <a:ext uri="{FF2B5EF4-FFF2-40B4-BE49-F238E27FC236}">
                <a16:creationId xmlns:a16="http://schemas.microsoft.com/office/drawing/2014/main" id="{C23AF867-F41E-49AE-91F6-EE94A8BBFED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19" name="!!caption">
            <a:extLst xmlns:a="http://schemas.openxmlformats.org/drawingml/2006/main">
              <a:ext uri="{FF2B5EF4-FFF2-40B4-BE49-F238E27FC236}">
                <a16:creationId xmlns:a16="http://schemas.microsoft.com/office/drawing/2014/main" id="{F9484408-8AD6-416E-BD27-2159CCD0FAE9}"/>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4520603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88a91e4c2f694bf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85707A22-50BE-423D-97C2-DE75091398A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ACFCF28-086E-41FE-B495-DDD3A06A4A0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219617F0-1B28-4242-B92C-09CE3F9F9A91}"/>
              </a:ext>
            </a:extLst>
          </p:cNvPr>
          <p:cNvSpPr>
            <a:spLocks xmlns:a="http://schemas.openxmlformats.org/drawingml/2006/main" noGrp="1"/>
          </p:cNvSpPr>
          <p:nvPr/>
        </p:nvSpPr>
        <p:spPr>
          <a:xfrm xmlns:a="http://schemas.openxmlformats.org/drawingml/2006/main">
            <a:off x="1200150"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ermission-0-icon-0">
            <a:extLst xmlns:a="http://schemas.openxmlformats.org/drawingml/2006/main">
              <a:ext uri="{FF2B5EF4-FFF2-40B4-BE49-F238E27FC236}">
                <a16:creationId xmlns:a16="http://schemas.microsoft.com/office/drawing/2014/main" id="{726F0E4B-E378-439B-91A4-31FDE5C0AFAD}"/>
              </a:ext>
            </a:extLst>
          </p:cNvPr>
          <p:cNvSpPr>
            <a:spLocks xmlns:a="http://schemas.openxmlformats.org/drawingml/2006/main" noGrp="1"/>
          </p:cNvSpPr>
          <p:nvPr/>
        </p:nvSpPr>
        <p:spPr>
          <a:xfrm xmlns:a="http://schemas.openxmlformats.org/drawingml/2006/main">
            <a:off x="1553718" y="2731580"/>
            <a:ext cx="397764" cy="298323"/>
          </a:xfrm>
          <a:prstGeom xmlns:a="http://schemas.openxmlformats.org/drawingml/2006/main" prst="roundRect">
            <a:avLst>
              <a:gd name="adj" fmla="val 25543"/>
            </a:avLst>
          </a:prstGeom>
          <a:noFill xmlns:a="http://schemas.openxmlformats.org/drawingml/2006/main"/>
          <a:ln xmlns:a="http://schemas.openxmlformats.org/drawingml/2006/main" w="21309">
            <a:solidFill>
              <a:srgbClr val="A3BCAB"/>
            </a:solidFill>
            <a:prstDash val="solid"/>
          </a:ln>
        </p:spPr>
      </p:sp>
      <p:sp>
        <p:nvSpPr>
          <p:cNvPr id="6" name="!!permission-0-icon-1">
            <a:extLst xmlns:a="http://schemas.openxmlformats.org/drawingml/2006/main">
              <a:ext uri="{FF2B5EF4-FFF2-40B4-BE49-F238E27FC236}">
                <a16:creationId xmlns:a16="http://schemas.microsoft.com/office/drawing/2014/main" id="{272B8585-8E4D-4A4A-8588-848C261EB12A}"/>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1309">
            <a:solidFill>
              <a:srgbClr val="A3BCAB"/>
            </a:solidFill>
            <a:prstDash val="solid"/>
          </a:ln>
        </p:spPr>
      </p:sp>
      <p:sp>
        <p:nvSpPr>
          <p:cNvPr id="7" name="!!permission-0-icon-2">
            <a:extLst xmlns:a="http://schemas.openxmlformats.org/drawingml/2006/main">
              <a:ext uri="{FF2B5EF4-FFF2-40B4-BE49-F238E27FC236}">
                <a16:creationId xmlns:a16="http://schemas.microsoft.com/office/drawing/2014/main" id="{AB7D2133-9DEC-4100-8325-010184AF7E4C}"/>
              </a:ext>
            </a:extLst>
          </p:cNvPr>
          <p:cNvSpPr>
            <a:spLocks xmlns:a="http://schemas.openxmlformats.org/drawingml/2006/main" noGrp="1"/>
          </p:cNvSpPr>
          <p:nvPr/>
        </p:nvSpPr>
        <p:spPr>
          <a:xfrm xmlns:a="http://schemas.openxmlformats.org/drawingml/2006/main">
            <a:off x="1727740" y="2831021"/>
            <a:ext cx="49721" cy="49721"/>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8" name="!!permission-0-icon-3">
            <a:extLst xmlns:a="http://schemas.openxmlformats.org/drawingml/2006/main">
              <a:ext uri="{FF2B5EF4-FFF2-40B4-BE49-F238E27FC236}">
                <a16:creationId xmlns:a16="http://schemas.microsoft.com/office/drawing/2014/main" id="{47AC099B-28D6-48BA-864B-0121A1CCBA8F}"/>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1309">
            <a:solidFill>
              <a:srgbClr val="A3BCAB"/>
            </a:solidFill>
            <a:prstDash val="solid"/>
          </a:ln>
        </p:spPr>
      </p:sp>
      <p:sp>
        <p:nvSpPr>
          <p:cNvPr id="9" name="!!permission-label-0">
            <a:extLst xmlns:a="http://schemas.openxmlformats.org/drawingml/2006/main">
              <a:ext uri="{FF2B5EF4-FFF2-40B4-BE49-F238E27FC236}">
                <a16:creationId xmlns:a16="http://schemas.microsoft.com/office/drawing/2014/main" id="{1D081275-E33F-47C5-90E3-FCF1306AEBF2}"/>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29C4CDAA-D212-49ED-882C-255397B5D1C9}"/>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ermission-1-selection">
            <a:extLst xmlns:a="http://schemas.openxmlformats.org/drawingml/2006/main">
              <a:ext uri="{FF2B5EF4-FFF2-40B4-BE49-F238E27FC236}">
                <a16:creationId xmlns:a16="http://schemas.microsoft.com/office/drawing/2014/main" id="{0855CDED-7BD8-4BC0-BABC-15F23AA11F92}"/>
              </a:ext>
            </a:extLst>
          </p:cNvPr>
          <p:cNvSpPr>
            <a:spLocks xmlns:a="http://schemas.openxmlformats.org/drawingml/2006/main" noGrp="1"/>
          </p:cNvSpPr>
          <p:nvPr/>
        </p:nvSpPr>
        <p:spPr>
          <a:xfrm xmlns:a="http://schemas.openxmlformats.org/drawingml/2006/main">
            <a:off x="4905375"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2" name="!!permission-1-icon-0">
            <a:extLst xmlns:a="http://schemas.openxmlformats.org/drawingml/2006/main">
              <a:ext uri="{FF2B5EF4-FFF2-40B4-BE49-F238E27FC236}">
                <a16:creationId xmlns:a16="http://schemas.microsoft.com/office/drawing/2014/main" id="{C5816A5C-DC67-40DE-A480-26805493D88C}"/>
              </a:ext>
            </a:extLst>
          </p:cNvPr>
          <p:cNvSpPr>
            <a:spLocks xmlns:a="http://schemas.openxmlformats.org/drawingml/2006/main" noGrp="1"/>
          </p:cNvSpPr>
          <p:nvPr/>
        </p:nvSpPr>
        <p:spPr>
          <a:xfrm xmlns:a="http://schemas.openxmlformats.org/drawingml/2006/main">
            <a:off x="5209223" y="2532698"/>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3" name="!!permission-1-icon-1">
            <a:extLst xmlns:a="http://schemas.openxmlformats.org/drawingml/2006/main">
              <a:ext uri="{FF2B5EF4-FFF2-40B4-BE49-F238E27FC236}">
                <a16:creationId xmlns:a16="http://schemas.microsoft.com/office/drawing/2014/main" id="{47FA87B0-2701-4660-BBC6-74A51ED62038}"/>
              </a:ext>
            </a:extLst>
          </p:cNvPr>
          <p:cNvSpPr>
            <a:spLocks xmlns:a="http://schemas.openxmlformats.org/drawingml/2006/main" noGrp="1"/>
          </p:cNvSpPr>
          <p:nvPr/>
        </p:nvSpPr>
        <p:spPr>
          <a:xfrm xmlns:a="http://schemas.openxmlformats.org/drawingml/2006/main">
            <a:off x="5358384" y="2532698"/>
            <a:ext cx="198882"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4" name="!!permission-1-icon-2">
            <a:extLst xmlns:a="http://schemas.openxmlformats.org/drawingml/2006/main">
              <a:ext uri="{FF2B5EF4-FFF2-40B4-BE49-F238E27FC236}">
                <a16:creationId xmlns:a16="http://schemas.microsoft.com/office/drawing/2014/main" id="{5AF2A73E-C85F-449B-83E6-93674D491B1A}"/>
              </a:ext>
            </a:extLst>
          </p:cNvPr>
          <p:cNvSpPr>
            <a:spLocks xmlns:a="http://schemas.openxmlformats.org/drawingml/2006/main" noGrp="1"/>
          </p:cNvSpPr>
          <p:nvPr/>
        </p:nvSpPr>
        <p:spPr>
          <a:xfrm xmlns:a="http://schemas.openxmlformats.org/drawingml/2006/main">
            <a:off x="5159502" y="2482977"/>
            <a:ext cx="596646" cy="596646"/>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21309">
            <a:solidFill>
              <a:srgbClr val="A3BCAB"/>
            </a:solidFill>
            <a:prstDash val="solid"/>
          </a:ln>
        </p:spPr>
      </p:sp>
      <p:sp>
        <p:nvSpPr>
          <p:cNvPr id="15" name="!!permission-label-1">
            <a:extLst xmlns:a="http://schemas.openxmlformats.org/drawingml/2006/main">
              <a:ext uri="{FF2B5EF4-FFF2-40B4-BE49-F238E27FC236}">
                <a16:creationId xmlns:a16="http://schemas.microsoft.com/office/drawing/2014/main" id="{D2B4A0B5-9A5F-4A10-B5A0-376576C472F5}"/>
              </a:ext>
            </a:extLst>
          </p:cNvPr>
          <p:cNvSpPr>
            <a:spLocks xmlns:a="http://schemas.openxmlformats.org/drawingml/2006/main" noGrp="1"/>
          </p:cNvSpPr>
          <p:nvPr/>
        </p:nvSpPr>
        <p:spPr>
          <a:xfrm xmlns:a="http://schemas.openxmlformats.org/drawingml/2006/main">
            <a:off x="4333875"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Công khai</a:t>
            </a:r>
          </a:p>
        </p:txBody>
      </p:sp>
      <p:sp>
        <p:nvSpPr>
          <p:cNvPr id="16" name="!!permission-detail-1">
            <a:extLst xmlns:a="http://schemas.openxmlformats.org/drawingml/2006/main">
              <a:ext uri="{FF2B5EF4-FFF2-40B4-BE49-F238E27FC236}">
                <a16:creationId xmlns:a16="http://schemas.microsoft.com/office/drawing/2014/main" id="{6F655AFB-D841-4BC9-95BC-B8B6B0E33E8D}"/>
              </a:ext>
            </a:extLst>
          </p:cNvPr>
          <p:cNvSpPr>
            <a:spLocks xmlns:a="http://schemas.openxmlformats.org/drawingml/2006/main" noGrp="1"/>
          </p:cNvSpPr>
          <p:nvPr/>
        </p:nvSpPr>
        <p:spPr>
          <a:xfrm xmlns:a="http://schemas.openxmlformats.org/drawingml/2006/main">
            <a:off x="4333875"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Khách xem hồ sơ và tài liệu</a:t>
            </a:r>
          </a:p>
        </p:txBody>
      </p:sp>
      <p:cxnSp>
        <p:nvCxnSpPr>
          <p:cNvPr id="45" name="!!connector-9-0"/>
          <p:cNvCxnSpPr>
            <a:stCxn xmlns:a="http://schemas.openxmlformats.org/drawingml/2006/main" id="4" idx="6"/>
            <a:endCxn xmlns:a="http://schemas.openxmlformats.org/drawingml/2006/main" id="11" idx="2"/>
          </p:cNvCxnSpPr>
          <p:nvPr/>
        </p:nvCxnSpPr>
        <p:spPr>
          <a:xfrm xmlns:a="http://schemas.openxmlformats.org/drawingml/2006/main">
            <a:off x="2305050" y="2781300"/>
            <a:ext cx="26003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8" name="!!permission-2-selection">
            <a:extLst xmlns:a="http://schemas.openxmlformats.org/drawingml/2006/main">
              <a:ext uri="{FF2B5EF4-FFF2-40B4-BE49-F238E27FC236}">
                <a16:creationId xmlns:a16="http://schemas.microsoft.com/office/drawing/2014/main" id="{DB3E7613-707D-4DB4-AFF8-7F2B6A7BD322}"/>
              </a:ext>
            </a:extLst>
          </p:cNvPr>
          <p:cNvSpPr>
            <a:spLocks xmlns:a="http://schemas.openxmlformats.org/drawingml/2006/main" noGrp="1"/>
          </p:cNvSpPr>
          <p:nvPr/>
        </p:nvSpPr>
        <p:spPr>
          <a:xfrm xmlns:a="http://schemas.openxmlformats.org/drawingml/2006/main">
            <a:off x="8467725"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9" name="!!permission-2-icon-0">
            <a:extLst xmlns:a="http://schemas.openxmlformats.org/drawingml/2006/main">
              <a:ext uri="{FF2B5EF4-FFF2-40B4-BE49-F238E27FC236}">
                <a16:creationId xmlns:a16="http://schemas.microsoft.com/office/drawing/2014/main" id="{AA65C1C5-0A87-4B4A-B875-A329EB6DB075}"/>
              </a:ext>
            </a:extLst>
          </p:cNvPr>
          <p:cNvSpPr>
            <a:spLocks xmlns:a="http://schemas.openxmlformats.org/drawingml/2006/main" noGrp="1"/>
          </p:cNvSpPr>
          <p:nvPr/>
        </p:nvSpPr>
        <p:spPr>
          <a:xfrm xmlns:a="http://schemas.openxmlformats.org/drawingml/2006/main">
            <a:off x="8912733" y="2718721"/>
            <a:ext cx="500634" cy="375476"/>
          </a:xfrm>
          <a:prstGeom xmlns:a="http://schemas.openxmlformats.org/drawingml/2006/main" prst="roundRect">
            <a:avLst>
              <a:gd name="adj" fmla="val 20294"/>
            </a:avLst>
          </a:prstGeom>
          <a:noFill xmlns:a="http://schemas.openxmlformats.org/drawingml/2006/main"/>
          <a:ln xmlns:a="http://schemas.openxmlformats.org/drawingml/2006/main" w="26820">
            <a:solidFill>
              <a:srgbClr val="FFFFFF"/>
            </a:solidFill>
            <a:prstDash val="solid"/>
          </a:ln>
        </p:spPr>
      </p:sp>
      <p:sp>
        <p:nvSpPr>
          <p:cNvPr id="20" name="!!permission-2-icon-1">
            <a:extLst xmlns:a="http://schemas.openxmlformats.org/drawingml/2006/main">
              <a:ext uri="{FF2B5EF4-FFF2-40B4-BE49-F238E27FC236}">
                <a16:creationId xmlns:a16="http://schemas.microsoft.com/office/drawing/2014/main" id="{CE3A2F90-7DE0-4694-B116-C3D1BCAA3D9B}"/>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6820">
            <a:solidFill>
              <a:srgbClr val="FFFFFF"/>
            </a:solidFill>
            <a:prstDash val="solid"/>
          </a:ln>
        </p:spPr>
      </p:sp>
      <p:sp>
        <p:nvSpPr>
          <p:cNvPr id="21" name="!!permission-2-icon-2">
            <a:extLst xmlns:a="http://schemas.openxmlformats.org/drawingml/2006/main">
              <a:ext uri="{FF2B5EF4-FFF2-40B4-BE49-F238E27FC236}">
                <a16:creationId xmlns:a16="http://schemas.microsoft.com/office/drawing/2014/main" id="{27AE256D-0891-46E8-AF16-E8DB1407D395}"/>
              </a:ext>
            </a:extLst>
          </p:cNvPr>
          <p:cNvSpPr>
            <a:spLocks xmlns:a="http://schemas.openxmlformats.org/drawingml/2006/main" noGrp="1"/>
          </p:cNvSpPr>
          <p:nvPr/>
        </p:nvSpPr>
        <p:spPr>
          <a:xfrm xmlns:a="http://schemas.openxmlformats.org/drawingml/2006/main">
            <a:off x="9131760" y="2843879"/>
            <a:ext cx="62579" cy="62579"/>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2" name="!!permission-2-icon-3">
            <a:extLst xmlns:a="http://schemas.openxmlformats.org/drawingml/2006/main">
              <a:ext uri="{FF2B5EF4-FFF2-40B4-BE49-F238E27FC236}">
                <a16:creationId xmlns:a16="http://schemas.microsoft.com/office/drawing/2014/main" id="{749E4D3E-DD33-48C5-A421-CA53B78B8F6B}"/>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6820">
            <a:solidFill>
              <a:srgbClr val="FFFFFF"/>
            </a:solidFill>
            <a:prstDash val="solid"/>
          </a:ln>
        </p:spPr>
      </p:sp>
      <p:sp>
        <p:nvSpPr>
          <p:cNvPr id="23" name="!!permission-label-2">
            <a:extLst xmlns:a="http://schemas.openxmlformats.org/drawingml/2006/main">
              <a:ext uri="{FF2B5EF4-FFF2-40B4-BE49-F238E27FC236}">
                <a16:creationId xmlns:a16="http://schemas.microsoft.com/office/drawing/2014/main" id="{30AC35BE-6963-48C6-B2A8-1132D2F91FF9}"/>
              </a:ext>
            </a:extLst>
          </p:cNvPr>
          <p:cNvSpPr>
            <a:spLocks xmlns:a="http://schemas.openxmlformats.org/drawingml/2006/main" noGrp="1"/>
          </p:cNvSpPr>
          <p:nvPr/>
        </p:nvSpPr>
        <p:spPr>
          <a:xfrm xmlns:a="http://schemas.openxmlformats.org/drawingml/2006/main">
            <a:off x="803910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Thu hồi</a:t>
            </a:r>
          </a:p>
        </p:txBody>
      </p:sp>
      <p:sp>
        <p:nvSpPr>
          <p:cNvPr id="24" name="!!permission-detail-2">
            <a:extLst xmlns:a="http://schemas.openxmlformats.org/drawingml/2006/main">
              <a:ext uri="{FF2B5EF4-FFF2-40B4-BE49-F238E27FC236}">
                <a16:creationId xmlns:a16="http://schemas.microsoft.com/office/drawing/2014/main" id="{25FDEA44-6E68-4F06-9499-3FE0199E2560}"/>
              </a:ext>
            </a:extLst>
          </p:cNvPr>
          <p:cNvSpPr>
            <a:spLocks xmlns:a="http://schemas.openxmlformats.org/drawingml/2006/main" noGrp="1"/>
          </p:cNvSpPr>
          <p:nvPr/>
        </p:nvSpPr>
        <p:spPr>
          <a:xfrm xmlns:a="http://schemas.openxmlformats.org/drawingml/2006/main">
            <a:off x="803910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Chặn lượt đọc mới</a:t>
            </a:r>
          </a:p>
        </p:txBody>
      </p:sp>
      <p:cxnSp>
        <p:nvCxnSpPr>
          <p:cNvPr id="53" name="!!connector-9-1"/>
          <p:cNvCxnSpPr>
            <a:stCxn xmlns:a="http://schemas.openxmlformats.org/drawingml/2006/main" id="11" idx="6"/>
            <a:endCxn xmlns:a="http://schemas.openxmlformats.org/drawingml/2006/main" id="18" idx="2"/>
          </p:cNvCxnSpPr>
          <p:nvPr/>
        </p:nvCxnSpPr>
        <p:spPr>
          <a:xfrm xmlns:a="http://schemas.openxmlformats.org/drawingml/2006/main">
            <a:off x="6010275" y="2781300"/>
            <a:ext cx="24574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permission-limit">
            <a:extLst xmlns:a="http://schemas.openxmlformats.org/drawingml/2006/main">
              <a:ext uri="{FF2B5EF4-FFF2-40B4-BE49-F238E27FC236}">
                <a16:creationId xmlns:a16="http://schemas.microsoft.com/office/drawing/2014/main" id="{165DFBA7-2C52-45CE-A6BB-93BE572B0179}"/>
              </a:ext>
            </a:extLst>
          </p:cNvPr>
          <p:cNvSpPr>
            <a:spLocks xmlns:a="http://schemas.openxmlformats.org/drawingml/2006/main" noGrp="1"/>
          </p:cNvSpPr>
          <p:nvPr/>
        </p:nvSpPr>
        <p:spPr>
          <a:xfrm xmlns:a="http://schemas.openxmlformats.org/drawingml/2006/main">
            <a:off x="609600" y="57721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0">
                <a:solidFill>
                  <a:srgbClr val="C8A45B"/>
                </a:solidFill>
                <a:latin typeface="Segoe UI"/>
                <a:ea typeface="Segoe UI"/>
                <a:cs typeface="Segoe UI"/>
              </a:defRPr>
            </a:pPr>
            <a:r>
              <a:rPr sz="2250" b="0">
                <a:solidFill>
                  <a:srgbClr val="C8A45B"/>
                </a:solidFill>
                <a:latin typeface="Segoe UI"/>
                <a:ea typeface="Segoe UI"/>
                <a:cs typeface="Segoe UI"/>
              </a:rPr>
              <a:t>Không thu hồi được bản người khác đã tải</a:t>
            </a:r>
          </a:p>
        </p:txBody>
      </p:sp>
      <p:sp>
        <p:nvSpPr>
          <p:cNvPr id="27" name="!!page">
            <a:extLst xmlns:a="http://schemas.openxmlformats.org/drawingml/2006/main">
              <a:ext uri="{FF2B5EF4-FFF2-40B4-BE49-F238E27FC236}">
                <a16:creationId xmlns:a16="http://schemas.microsoft.com/office/drawing/2014/main" id="{D3C739B2-B5FA-476A-892E-B1C0D8AF2DF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28" name="!!caption">
            <a:extLst xmlns:a="http://schemas.openxmlformats.org/drawingml/2006/main">
              <a:ext uri="{FF2B5EF4-FFF2-40B4-BE49-F238E27FC236}">
                <a16:creationId xmlns:a16="http://schemas.microsoft.com/office/drawing/2014/main" id="{13108CCD-53B5-4F3F-A14E-A849D53FDB7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193160926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ab50b55a1fed431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E858BDF-100B-49AC-8E39-7F3038B2DF8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872109E-830F-47C3-BFE7-AD380E5F82C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HTX chuẩn bị hồ sơ cho bên mua</a:t>
            </a:r>
          </a:p>
        </p:txBody>
      </p:sp>
      <p:sp>
        <p:nvSpPr>
          <p:cNvPr id="4" name="!!demo-video-matte">
            <a:extLst xmlns:a="http://schemas.openxmlformats.org/drawingml/2006/main">
              <a:ext uri="{FF2B5EF4-FFF2-40B4-BE49-F238E27FC236}">
                <a16:creationId xmlns:a16="http://schemas.microsoft.com/office/drawing/2014/main" id="{713EC2E9-6697-4B4B-9D72-5E7428375A9C}"/>
              </a:ext>
            </a:extLst>
          </p:cNvPr>
          <p:cNvSpPr>
            <a:spLocks xmlns:a="http://schemas.openxmlformats.org/drawingml/2006/main" noGrp="1"/>
          </p:cNvSpPr>
          <p:nvPr/>
        </p:nvSpPr>
        <p:spPr>
          <a:xfrm xmlns:a="http://schemas.openxmlformats.org/drawingml/2006/main">
            <a:off x="609600" y="1771650"/>
            <a:ext cx="7505700" cy="4219575"/>
          </a:xfrm>
          <a:prstGeom xmlns:a="http://schemas.openxmlformats.org/drawingml/2006/main" prst="rect">
            <a:avLst/>
          </a:prstGeom>
          <a:solidFill xmlns:a="http://schemas.openxmlformats.org/drawingml/2006/main">
            <a:srgbClr val="102C21"/>
          </a:solidFill>
          <a:ln xmlns:a="http://schemas.openxmlformats.org/drawingml/2006/main" w="0">
            <a:noFill/>
          </a:ln>
        </p:spPr>
      </p:sp>
      <p:pic>
        <p:nvPicPr>
          <p:cNvPr id="16" name="!!demo-video">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DemoVideo"/>
            <p:extLst>
              <p:ext uri="{DAA4B4D4-6D71-4841-9C94-3DE7FCFB9230}">
                <p14:media xmlns:p14="http://schemas.microsoft.com/office/powerpoint/2010/main" xmlns:ns3="http://schemas.openxmlformats.org/officeDocument/2006/relationships" ns3:embed="rIdDemoMedia"/>
              </p:ext>
            </p:extLst>
          </p:nvPr>
        </p:nvPicPr>
        <p:blipFill>
          <a:blip xmlns:r="http://schemas.openxmlformats.org/officeDocument/2006/relationships" xmlns:a="http://schemas.openxmlformats.org/drawingml/2006/main" r:embed="R91a6dcd88c084e98"/>
          <a:stretch xmlns:a="http://schemas.openxmlformats.org/drawingml/2006/main"/>
        </p:blipFill>
        <p:spPr>
          <a:xfrm xmlns:a="http://schemas.openxmlformats.org/drawingml/2006/main">
            <a:off x="611717" y="1771650"/>
            <a:ext cx="7501467" cy="4219575"/>
          </a:xfrm>
          <a:prstGeom xmlns:a="http://schemas.openxmlformats.org/drawingml/2006/main" prst="rect">
            <a:avLst/>
          </a:prstGeom>
        </p:spPr>
      </p:pic>
      <p:sp>
        <p:nvSpPr>
          <p:cNvPr id="6" name="!!demo-duration">
            <a:extLst xmlns:a="http://schemas.openxmlformats.org/drawingml/2006/main">
              <a:ext uri="{FF2B5EF4-FFF2-40B4-BE49-F238E27FC236}">
                <a16:creationId xmlns:a16="http://schemas.microsoft.com/office/drawing/2014/main" id="{7BD50ACE-A336-4FE1-811F-27D3E1050108}"/>
              </a:ext>
            </a:extLst>
          </p:cNvPr>
          <p:cNvSpPr>
            <a:spLocks xmlns:a="http://schemas.openxmlformats.org/drawingml/2006/main" noGrp="1"/>
          </p:cNvSpPr>
          <p:nvPr/>
        </p:nvSpPr>
        <p:spPr>
          <a:xfrm xmlns:a="http://schemas.openxmlformats.org/drawingml/2006/main">
            <a:off x="8591550" y="1952625"/>
            <a:ext cx="2876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150" b="1">
                <a:solidFill>
                  <a:srgbClr val="C8A45B"/>
                </a:solidFill>
                <a:latin typeface="Segoe UI"/>
                <a:ea typeface="Segoe UI"/>
                <a:cs typeface="Segoe UI"/>
              </a:defRPr>
            </a:pPr>
            <a:r>
              <a:rPr sz="3150" b="1">
                <a:solidFill>
                  <a:srgbClr val="C8A45B"/>
                </a:solidFill>
                <a:latin typeface="Segoe UI"/>
                <a:ea typeface="Segoe UI"/>
                <a:cs typeface="Segoe UI"/>
              </a:rPr>
              <a:t>90 giây</a:t>
            </a:r>
          </a:p>
        </p:txBody>
      </p:sp>
      <p:sp>
        <p:nvSpPr>
          <p:cNvPr id="7" name="!!demo-start">
            <a:extLst xmlns:a="http://schemas.openxmlformats.org/drawingml/2006/main">
              <a:ext uri="{FF2B5EF4-FFF2-40B4-BE49-F238E27FC236}">
                <a16:creationId xmlns:a16="http://schemas.microsoft.com/office/drawing/2014/main" id="{894A46E4-F9FB-4722-9622-907B89D16C53}"/>
              </a:ext>
            </a:extLst>
          </p:cNvPr>
          <p:cNvSpPr>
            <a:spLocks xmlns:a="http://schemas.openxmlformats.org/drawingml/2006/main" noGrp="1"/>
          </p:cNvSpPr>
          <p:nvPr/>
        </p:nvSpPr>
        <p:spPr>
          <a:xfrm xmlns:a="http://schemas.openxmlformats.org/drawingml/2006/main">
            <a:off x="8591550" y="2762250"/>
            <a:ext cx="28765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Bấm vào video</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để phát</a:t>
            </a:r>
          </a:p>
        </p:txBody>
      </p:sp>
      <p:sp>
        <p:nvSpPr>
          <p:cNvPr id="8" name="!!demo-content">
            <a:extLst xmlns:a="http://schemas.openxmlformats.org/drawingml/2006/main">
              <a:ext uri="{FF2B5EF4-FFF2-40B4-BE49-F238E27FC236}">
                <a16:creationId xmlns:a16="http://schemas.microsoft.com/office/drawing/2014/main" id="{BED27316-94F1-4E94-8CED-D732A754C71B}"/>
              </a:ext>
            </a:extLst>
          </p:cNvPr>
          <p:cNvSpPr>
            <a:spLocks xmlns:a="http://schemas.openxmlformats.org/drawingml/2006/main" noGrp="1"/>
          </p:cNvSpPr>
          <p:nvPr/>
        </p:nvSpPr>
        <p:spPr>
          <a:xfrm xmlns:a="http://schemas.openxmlformats.org/drawingml/2006/main">
            <a:off x="8591550" y="4000500"/>
            <a:ext cx="2876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Chuẩn bị tài liệu</a:t>
            </a:r>
          </a:p>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Gửi hồ sơ qua QR</a:t>
            </a:r>
          </a:p>
        </p:txBody>
      </p:sp>
      <p:sp>
        <p:nvSpPr>
          <p:cNvPr id="9" name="!!demo-backup">
            <a:extLst xmlns:a="http://schemas.openxmlformats.org/drawingml/2006/main">
              <a:ext uri="{FF2B5EF4-FFF2-40B4-BE49-F238E27FC236}">
                <a16:creationId xmlns:a16="http://schemas.microsoft.com/office/drawing/2014/main" id="{364E21A5-64E9-4698-BFC2-99B7C4A7A769}"/>
              </a:ext>
            </a:extLst>
          </p:cNvPr>
          <p:cNvSpPr>
            <a:spLocks xmlns:a="http://schemas.openxmlformats.org/drawingml/2006/main" noGrp="1"/>
          </p:cNvSpPr>
          <p:nvPr/>
        </p:nvSpPr>
        <p:spPr>
          <a:xfrm xmlns:a="http://schemas.openxmlformats.org/drawingml/2006/main">
            <a:off x="8591550" y="5400675"/>
            <a:ext cx="2876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C8A45B"/>
                </a:solidFill>
                <a:latin typeface="Segoe UI"/>
                <a:ea typeface="Segoe UI"/>
                <a:cs typeface="Segoe UI"/>
              </a:defRPr>
            </a:pPr>
            <a:r>
              <a:rPr sz="1725" b="1">
                <a:solidFill>
                  <a:srgbClr val="C8A45B"/>
                </a:solidFill>
                <a:latin typeface="Segoe UI"/>
                <a:ea typeface="Segoe UI"/>
                <a:cs typeface="Segoe UI"/>
                <a:hlinkClick xmlns:r="http://schemas.openxmlformats.org/officeDocument/2006/relationships" r:id="Re26199ef2d5c4961"/>
              </a:rPr>
              <a:t>Mở video dự phòng</a:t>
            </a:r>
          </a:p>
        </p:txBody>
      </p:sp>
      <p:sp>
        <p:nvSpPr>
          <p:cNvPr id="10" name="!!page">
            <a:extLst xmlns:a="http://schemas.openxmlformats.org/drawingml/2006/main">
              <a:ext uri="{FF2B5EF4-FFF2-40B4-BE49-F238E27FC236}">
                <a16:creationId xmlns:a16="http://schemas.microsoft.com/office/drawing/2014/main" id="{33FDE19C-126B-4933-8BAD-EF5A9727356F}"/>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10 / 19</a:t>
            </a:r>
          </a:p>
        </p:txBody>
      </p:sp>
      <p:sp>
        <p:nvSpPr>
          <p:cNvPr id="11" name="!!caption">
            <a:extLst xmlns:a="http://schemas.openxmlformats.org/drawingml/2006/main">
              <a:ext uri="{FF2B5EF4-FFF2-40B4-BE49-F238E27FC236}">
                <a16:creationId xmlns:a16="http://schemas.microsoft.com/office/drawing/2014/main" id="{8D8E85D9-B71D-4186-A944-95E2E6CDA88B}"/>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Giao diện local ngày 28/09/2026. Auth/API mô phỏng, dữ liệu minh họa</a:t>
            </a:r>
          </a:p>
        </p:txBody>
      </p:sp>
    </p:spTree>
    <p:extLst>
      <p:ext uri="{BB962C8B-B14F-4D97-AF65-F5344CB8AC3E}">
        <p14:creationId xmlns:p14="http://schemas.microsoft.com/office/powerpoint/2010/main" val="96000476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timing>
    <p:tnLst>
      <p:par>
        <p:cTn id="1" dur="indefinite" restart="never" nodeType="tmRoot">
          <p:childTnLst>
            <p:video>
              <p:cMediaNode vol="80000">
                <p:cTn id="2" fill="hold" display="0">
                  <p:stCondLst>
                    <p:cond delay="indefinite"/>
                  </p:stCondLst>
                </p:cTn>
                <p:tgtEl>
                  <p:spTgt spid="16"/>
                </p:tgtEl>
              </p:cMediaNode>
            </p:video>
          </p:childTnLst>
        </p:cTn>
      </p:par>
    </p:tnLst>
  </p:timing>
</p:sld>
</file>

<file path=ppt/slides/slide3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4" name="!!backdrop"/>
          <p:cNvPicPr>
            <a:picLocks xmlns:a="http://schemas.openxmlformats.org/drawingml/2006/main" noChangeAspect="1"/>
          </p:cNvPicPr>
          <p:nvPr/>
        </p:nvPicPr>
        <p:blipFill>
          <a:blip xmlns:r="http://schemas.openxmlformats.org/officeDocument/2006/relationships" xmlns:a="http://schemas.openxmlformats.org/drawingml/2006/main" r:embed="R68a9012c862b421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7C21D0B-EFAD-4549-860B-509A6C02650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5399AED-D7CF-4A35-BA96-82BBF9F553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0247539F-4E50-4BEF-9C99-DA26455FD808}"/>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5" name="!!client-text">
            <a:extLst xmlns:a="http://schemas.openxmlformats.org/drawingml/2006/main">
              <a:ext uri="{FF2B5EF4-FFF2-40B4-BE49-F238E27FC236}">
                <a16:creationId xmlns:a16="http://schemas.microsoft.com/office/drawing/2014/main" id="{2C06A242-827A-4DC4-9CBD-54E4AFA99B33}"/>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React 19 + Vite 8</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Vercel · giao diện</a:t>
            </a:r>
          </a:p>
        </p:txBody>
      </p:sp>
      <p:sp>
        <p:nvSpPr>
          <p:cNvPr id="6" name="!!client-symbol-selection">
            <a:extLst xmlns:a="http://schemas.openxmlformats.org/drawingml/2006/main">
              <a:ext uri="{FF2B5EF4-FFF2-40B4-BE49-F238E27FC236}">
                <a16:creationId xmlns:a16="http://schemas.microsoft.com/office/drawing/2014/main" id="{6E786C27-1889-41C6-97DF-614164883A3E}"/>
              </a:ext>
            </a:extLst>
          </p:cNvPr>
          <p:cNvSpPr>
            <a:spLocks xmlns:a="http://schemas.openxmlformats.org/drawingml/2006/main" noGrp="1"/>
          </p:cNvSpPr>
          <p:nvPr/>
        </p:nvSpPr>
        <p:spPr>
          <a:xfrm xmlns:a="http://schemas.openxmlformats.org/drawingml/2006/main">
            <a:off x="1390650" y="1514475"/>
            <a:ext cx="742950" cy="7429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7" name="!!client-symbol-icon-0">
            <a:extLst xmlns:a="http://schemas.openxmlformats.org/drawingml/2006/main">
              <a:ext uri="{FF2B5EF4-FFF2-40B4-BE49-F238E27FC236}">
                <a16:creationId xmlns:a16="http://schemas.microsoft.com/office/drawing/2014/main" id="{AD06A2EC-7F33-40C5-ABA9-85EAE483331B}"/>
              </a:ext>
            </a:extLst>
          </p:cNvPr>
          <p:cNvSpPr>
            <a:spLocks xmlns:a="http://schemas.openxmlformats.org/drawingml/2006/main" noGrp="1"/>
          </p:cNvSpPr>
          <p:nvPr/>
        </p:nvSpPr>
        <p:spPr>
          <a:xfrm xmlns:a="http://schemas.openxmlformats.org/drawingml/2006/main">
            <a:off x="1561529" y="1685354"/>
            <a:ext cx="401193" cy="401193"/>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FFFFFF"/>
            </a:solidFill>
            <a:prstDash val="solid"/>
          </a:ln>
        </p:spPr>
      </p:sp>
      <p:sp>
        <p:nvSpPr>
          <p:cNvPr id="8" name="!!client-symbol-icon-1">
            <a:extLst xmlns:a="http://schemas.openxmlformats.org/drawingml/2006/main">
              <a:ext uri="{FF2B5EF4-FFF2-40B4-BE49-F238E27FC236}">
                <a16:creationId xmlns:a16="http://schemas.microsoft.com/office/drawing/2014/main" id="{74824335-290B-4CB3-91F3-EF8E22A54248}"/>
              </a:ext>
            </a:extLst>
          </p:cNvPr>
          <p:cNvSpPr>
            <a:spLocks xmlns:a="http://schemas.openxmlformats.org/drawingml/2006/main" noGrp="1"/>
          </p:cNvSpPr>
          <p:nvPr/>
        </p:nvSpPr>
        <p:spPr>
          <a:xfrm xmlns:a="http://schemas.openxmlformats.org/drawingml/2006/main">
            <a:off x="1561529" y="1685354"/>
            <a:ext cx="401193" cy="401193"/>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FFFFFF"/>
            </a:solidFill>
            <a:prstDash val="solid"/>
          </a:ln>
        </p:spPr>
      </p:sp>
      <p:sp>
        <p:nvSpPr>
          <p:cNvPr id="9" name="!!client-symbol-icon-2">
            <a:extLst xmlns:a="http://schemas.openxmlformats.org/drawingml/2006/main">
              <a:ext uri="{FF2B5EF4-FFF2-40B4-BE49-F238E27FC236}">
                <a16:creationId xmlns:a16="http://schemas.microsoft.com/office/drawing/2014/main" id="{F442F3D4-A3B6-46F3-B1F5-B989BC886852}"/>
              </a:ext>
            </a:extLst>
          </p:cNvPr>
          <p:cNvSpPr>
            <a:spLocks xmlns:a="http://schemas.openxmlformats.org/drawingml/2006/main" noGrp="1"/>
          </p:cNvSpPr>
          <p:nvPr/>
        </p:nvSpPr>
        <p:spPr>
          <a:xfrm xmlns:a="http://schemas.openxmlformats.org/drawingml/2006/main">
            <a:off x="1561529" y="1685354"/>
            <a:ext cx="401193" cy="401193"/>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FFFFFF"/>
            </a:solidFill>
            <a:prstDash val="solid"/>
          </a:ln>
        </p:spPr>
      </p:sp>
      <p:sp>
        <p:nvSpPr>
          <p:cNvPr id="10" name="!!client-symbol-icon-3">
            <a:extLst xmlns:a="http://schemas.openxmlformats.org/drawingml/2006/main">
              <a:ext uri="{FF2B5EF4-FFF2-40B4-BE49-F238E27FC236}">
                <a16:creationId xmlns:a16="http://schemas.microsoft.com/office/drawing/2014/main" id="{ABD7F304-36B8-4821-B83C-BF9ED2CAE1FB}"/>
              </a:ext>
            </a:extLst>
          </p:cNvPr>
          <p:cNvSpPr>
            <a:spLocks xmlns:a="http://schemas.openxmlformats.org/drawingml/2006/main" noGrp="1"/>
          </p:cNvSpPr>
          <p:nvPr/>
        </p:nvSpPr>
        <p:spPr>
          <a:xfrm xmlns:a="http://schemas.openxmlformats.org/drawingml/2006/main">
            <a:off x="1561529" y="1685354"/>
            <a:ext cx="401193" cy="401193"/>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FFFFFF"/>
            </a:solidFill>
            <a:prstDash val="solid"/>
          </a:ln>
        </p:spPr>
      </p:sp>
      <p:sp>
        <p:nvSpPr>
          <p:cNvPr id="11" name="!!client-symbol-icon-4">
            <a:extLst xmlns:a="http://schemas.openxmlformats.org/drawingml/2006/main">
              <a:ext uri="{FF2B5EF4-FFF2-40B4-BE49-F238E27FC236}">
                <a16:creationId xmlns:a16="http://schemas.microsoft.com/office/drawing/2014/main" id="{875B36C3-3E34-4B2B-9CB3-B7A9AFB4FC3F}"/>
              </a:ext>
            </a:extLst>
          </p:cNvPr>
          <p:cNvSpPr>
            <a:spLocks xmlns:a="http://schemas.openxmlformats.org/drawingml/2006/main" noGrp="1"/>
          </p:cNvSpPr>
          <p:nvPr/>
        </p:nvSpPr>
        <p:spPr>
          <a:xfrm xmlns:a="http://schemas.openxmlformats.org/drawingml/2006/main">
            <a:off x="1561529" y="1685354"/>
            <a:ext cx="401193" cy="401193"/>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FFFFFF"/>
            </a:solidFill>
            <a:prstDash val="solid"/>
          </a:ln>
        </p:spPr>
      </p:sp>
      <p:sp>
        <p:nvSpPr>
          <p:cNvPr id="12" name="!!page">
            <a:extLst xmlns:a="http://schemas.openxmlformats.org/drawingml/2006/main">
              <a:ext uri="{FF2B5EF4-FFF2-40B4-BE49-F238E27FC236}">
                <a16:creationId xmlns:a16="http://schemas.microsoft.com/office/drawing/2014/main" id="{B0614D0C-D4DB-4CB1-A430-9DAF3F2BE79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13" name="!!caption">
            <a:extLst xmlns:a="http://schemas.openxmlformats.org/drawingml/2006/main">
              <a:ext uri="{FF2B5EF4-FFF2-40B4-BE49-F238E27FC236}">
                <a16:creationId xmlns:a16="http://schemas.microsoft.com/office/drawing/2014/main" id="{9B890CD0-7428-4F73-AC91-693B7F052CC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28/09/2026 · Luồng cloud độc lập với Solana Devnet</a:t>
            </a:r>
          </a:p>
        </p:txBody>
      </p:sp>
    </p:spTree>
    <p:extLst>
      <p:ext uri="{BB962C8B-B14F-4D97-AF65-F5344CB8AC3E}">
        <p14:creationId xmlns:p14="http://schemas.microsoft.com/office/powerpoint/2010/main" val="7372074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5878ff9e0b13427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BB325D9-AC03-4A45-9730-B44FF80590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37D06C73-3D5E-4F22-9011-C75B460B35A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B093FC9B-64CF-4F7F-835A-1B38EF9D5E95}"/>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2C50E754-9B58-4CCC-BB55-F95B806672A4}"/>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6" name="!!client-symbol-selection">
            <a:extLst xmlns:a="http://schemas.openxmlformats.org/drawingml/2006/main">
              <a:ext uri="{FF2B5EF4-FFF2-40B4-BE49-F238E27FC236}">
                <a16:creationId xmlns:a16="http://schemas.microsoft.com/office/drawing/2014/main" id="{D4BA559A-A5F5-42A9-AAE2-03F50BE9516B}"/>
              </a:ext>
            </a:extLst>
          </p:cNvPr>
          <p:cNvSpPr>
            <a:spLocks xmlns:a="http://schemas.openxmlformats.org/drawingml/2006/main" noGrp="1"/>
          </p:cNvSpPr>
          <p:nvPr/>
        </p:nvSpPr>
        <p:spPr>
          <a:xfrm xmlns:a="http://schemas.openxmlformats.org/drawingml/2006/main">
            <a:off x="1457325" y="1581150"/>
            <a:ext cx="609600" cy="6096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7" name="!!client-symbol-icon-0">
            <a:extLst xmlns:a="http://schemas.openxmlformats.org/drawingml/2006/main">
              <a:ext uri="{FF2B5EF4-FFF2-40B4-BE49-F238E27FC236}">
                <a16:creationId xmlns:a16="http://schemas.microsoft.com/office/drawing/2014/main" id="{6E182F17-AE9D-40F7-955F-110AAEB2BEF1}"/>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A3BCAB"/>
            </a:solidFill>
            <a:prstDash val="solid"/>
          </a:ln>
        </p:spPr>
      </p:sp>
      <p:sp>
        <p:nvSpPr>
          <p:cNvPr id="8" name="!!client-symbol-icon-1">
            <a:extLst xmlns:a="http://schemas.openxmlformats.org/drawingml/2006/main">
              <a:ext uri="{FF2B5EF4-FFF2-40B4-BE49-F238E27FC236}">
                <a16:creationId xmlns:a16="http://schemas.microsoft.com/office/drawing/2014/main" id="{D0BF348A-2B21-4FF1-A993-2F202506E80E}"/>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A3BCAB"/>
            </a:solidFill>
            <a:prstDash val="solid"/>
          </a:ln>
        </p:spPr>
      </p:sp>
      <p:sp>
        <p:nvSpPr>
          <p:cNvPr id="9" name="!!client-symbol-icon-2">
            <a:extLst xmlns:a="http://schemas.openxmlformats.org/drawingml/2006/main">
              <a:ext uri="{FF2B5EF4-FFF2-40B4-BE49-F238E27FC236}">
                <a16:creationId xmlns:a16="http://schemas.microsoft.com/office/drawing/2014/main" id="{872FEE4B-27FB-41E1-8425-8C68F4CDB2E4}"/>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A3BCAB"/>
            </a:solidFill>
            <a:prstDash val="solid"/>
          </a:ln>
        </p:spPr>
      </p:sp>
      <p:sp>
        <p:nvSpPr>
          <p:cNvPr id="10" name="!!client-symbol-icon-3">
            <a:extLst xmlns:a="http://schemas.openxmlformats.org/drawingml/2006/main">
              <a:ext uri="{FF2B5EF4-FFF2-40B4-BE49-F238E27FC236}">
                <a16:creationId xmlns:a16="http://schemas.microsoft.com/office/drawing/2014/main" id="{E9DE62AF-223B-421C-B3C9-7403C4EEAA0A}"/>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A3BCAB"/>
            </a:solidFill>
            <a:prstDash val="solid"/>
          </a:ln>
        </p:spPr>
      </p:sp>
      <p:sp>
        <p:nvSpPr>
          <p:cNvPr id="11" name="!!client-symbol-icon-4">
            <a:extLst xmlns:a="http://schemas.openxmlformats.org/drawingml/2006/main">
              <a:ext uri="{FF2B5EF4-FFF2-40B4-BE49-F238E27FC236}">
                <a16:creationId xmlns:a16="http://schemas.microsoft.com/office/drawing/2014/main" id="{3647FC1B-95FA-46DE-8C41-7583689C5A1D}"/>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A3BCAB"/>
            </a:solidFill>
            <a:prstDash val="solid"/>
          </a:ln>
        </p:spPr>
      </p:sp>
      <p:sp>
        <p:nvSpPr>
          <p:cNvPr id="12" name="!!auth">
            <a:extLst xmlns:a="http://schemas.openxmlformats.org/drawingml/2006/main">
              <a:ext uri="{FF2B5EF4-FFF2-40B4-BE49-F238E27FC236}">
                <a16:creationId xmlns:a16="http://schemas.microsoft.com/office/drawing/2014/main" id="{38A4A214-E29B-44A4-95EE-5A6BE6B3F722}"/>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13" name="!!auth-text">
            <a:extLst xmlns:a="http://schemas.openxmlformats.org/drawingml/2006/main">
              <a:ext uri="{FF2B5EF4-FFF2-40B4-BE49-F238E27FC236}">
                <a16:creationId xmlns:a16="http://schemas.microsoft.com/office/drawing/2014/main" id="{A803BD01-5E66-43E5-AAD4-A0FE352B3AC3}"/>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Auth</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Google OAuth</a:t>
            </a:r>
          </a:p>
        </p:txBody>
      </p:sp>
      <p:cxnSp>
        <p:nvCxnSpPr>
          <p:cNvPr id="33"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818D4303-E1AC-4516-9E1D-AAFF911DA055}"/>
              </a:ext>
            </a:extLst>
          </p:cNvPr>
          <p:cNvSpPr>
            <a:spLocks xmlns:a="http://schemas.openxmlformats.org/drawingml/2006/main" noGrp="1"/>
          </p:cNvSpPr>
          <p:nvPr/>
        </p:nvSpPr>
        <p:spPr>
          <a:xfrm xmlns:a="http://schemas.openxmlformats.org/drawingml/2006/main">
            <a:off x="1704975" y="3381375"/>
            <a:ext cx="742950" cy="7429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6" name="!!auth-symbol-icon-0">
            <a:extLst xmlns:a="http://schemas.openxmlformats.org/drawingml/2006/main">
              <a:ext uri="{FF2B5EF4-FFF2-40B4-BE49-F238E27FC236}">
                <a16:creationId xmlns:a16="http://schemas.microsoft.com/office/drawing/2014/main" id="{78B30175-128D-417C-B95D-D5C32D72D2AC}"/>
              </a:ext>
            </a:extLst>
          </p:cNvPr>
          <p:cNvSpPr>
            <a:spLocks xmlns:a="http://schemas.openxmlformats.org/drawingml/2006/main" noGrp="1"/>
          </p:cNvSpPr>
          <p:nvPr/>
        </p:nvSpPr>
        <p:spPr>
          <a:xfrm xmlns:a="http://schemas.openxmlformats.org/drawingml/2006/main">
            <a:off x="2009585" y="3585686"/>
            <a:ext cx="133731" cy="133731"/>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7" name="!!auth-symbol-icon-1">
            <a:extLst xmlns:a="http://schemas.openxmlformats.org/drawingml/2006/main">
              <a:ext uri="{FF2B5EF4-FFF2-40B4-BE49-F238E27FC236}">
                <a16:creationId xmlns:a16="http://schemas.microsoft.com/office/drawing/2014/main" id="{E4D98E2B-B70A-44EC-AE07-D05761FD4281}"/>
              </a:ext>
            </a:extLst>
          </p:cNvPr>
          <p:cNvSpPr>
            <a:spLocks xmlns:a="http://schemas.openxmlformats.org/drawingml/2006/main" noGrp="1"/>
          </p:cNvSpPr>
          <p:nvPr/>
        </p:nvSpPr>
        <p:spPr>
          <a:xfrm xmlns:a="http://schemas.openxmlformats.org/drawingml/2006/main">
            <a:off x="1942719" y="3769566"/>
            <a:ext cx="267462" cy="150447"/>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8" name="!!page">
            <a:extLst xmlns:a="http://schemas.openxmlformats.org/drawingml/2006/main">
              <a:ext uri="{FF2B5EF4-FFF2-40B4-BE49-F238E27FC236}">
                <a16:creationId xmlns:a16="http://schemas.microsoft.com/office/drawing/2014/main" id="{F733F521-05E4-4956-A5D1-E1DF4F18C547}"/>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19" name="!!caption">
            <a:extLst xmlns:a="http://schemas.openxmlformats.org/drawingml/2006/main">
              <a:ext uri="{FF2B5EF4-FFF2-40B4-BE49-F238E27FC236}">
                <a16:creationId xmlns:a16="http://schemas.microsoft.com/office/drawing/2014/main" id="{E9A1B433-193D-4296-8A12-F455A749852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28/09/2026 · Luồng cloud độc lập với Solana Devnet</a:t>
            </a:r>
          </a:p>
        </p:txBody>
      </p:sp>
    </p:spTree>
    <p:extLst>
      <p:ext uri="{BB962C8B-B14F-4D97-AF65-F5344CB8AC3E}">
        <p14:creationId xmlns:p14="http://schemas.microsoft.com/office/powerpoint/2010/main" val="68206629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5.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4" name="!!backdrop"/>
          <p:cNvPicPr>
            <a:picLocks xmlns:a="http://schemas.openxmlformats.org/drawingml/2006/main" noChangeAspect="1"/>
          </p:cNvPicPr>
          <p:nvPr/>
        </p:nvPicPr>
        <p:blipFill>
          <a:blip xmlns:r="http://schemas.openxmlformats.org/officeDocument/2006/relationships" xmlns:a="http://schemas.openxmlformats.org/drawingml/2006/main" r:embed="Rd6f1133ec8bf44e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14D43C6-7955-4F02-A18D-3CDC46B8A5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F2F82607-B21E-4E6B-83C6-78FA3C90E02C}"/>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C55B7865-70D0-420B-9780-EB2372758DBF}"/>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88D962F3-DE2E-4765-8A39-7DA70A8B4228}"/>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6" name="!!client-symbol-selection">
            <a:extLst xmlns:a="http://schemas.openxmlformats.org/drawingml/2006/main">
              <a:ext uri="{FF2B5EF4-FFF2-40B4-BE49-F238E27FC236}">
                <a16:creationId xmlns:a16="http://schemas.microsoft.com/office/drawing/2014/main" id="{925F08E6-0A93-4926-A7E4-9C1E57D74393}"/>
              </a:ext>
            </a:extLst>
          </p:cNvPr>
          <p:cNvSpPr>
            <a:spLocks xmlns:a="http://schemas.openxmlformats.org/drawingml/2006/main" noGrp="1"/>
          </p:cNvSpPr>
          <p:nvPr/>
        </p:nvSpPr>
        <p:spPr>
          <a:xfrm xmlns:a="http://schemas.openxmlformats.org/drawingml/2006/main">
            <a:off x="1457325" y="1581150"/>
            <a:ext cx="609600" cy="6096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7" name="!!client-symbol-icon-0">
            <a:extLst xmlns:a="http://schemas.openxmlformats.org/drawingml/2006/main">
              <a:ext uri="{FF2B5EF4-FFF2-40B4-BE49-F238E27FC236}">
                <a16:creationId xmlns:a16="http://schemas.microsoft.com/office/drawing/2014/main" id="{5F360048-E419-4E56-8FA2-74484AC76EAC}"/>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A3BCAB"/>
            </a:solidFill>
            <a:prstDash val="solid"/>
          </a:ln>
        </p:spPr>
      </p:sp>
      <p:sp>
        <p:nvSpPr>
          <p:cNvPr id="8" name="!!client-symbol-icon-1">
            <a:extLst xmlns:a="http://schemas.openxmlformats.org/drawingml/2006/main">
              <a:ext uri="{FF2B5EF4-FFF2-40B4-BE49-F238E27FC236}">
                <a16:creationId xmlns:a16="http://schemas.microsoft.com/office/drawing/2014/main" id="{F4B74AC1-828C-4D4B-898E-4D6AAB13D8EF}"/>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A3BCAB"/>
            </a:solidFill>
            <a:prstDash val="solid"/>
          </a:ln>
        </p:spPr>
      </p:sp>
      <p:sp>
        <p:nvSpPr>
          <p:cNvPr id="9" name="!!client-symbol-icon-2">
            <a:extLst xmlns:a="http://schemas.openxmlformats.org/drawingml/2006/main">
              <a:ext uri="{FF2B5EF4-FFF2-40B4-BE49-F238E27FC236}">
                <a16:creationId xmlns:a16="http://schemas.microsoft.com/office/drawing/2014/main" id="{AB63AA15-6A58-4F62-AA44-F2195E00149F}"/>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A3BCAB"/>
            </a:solidFill>
            <a:prstDash val="solid"/>
          </a:ln>
        </p:spPr>
      </p:sp>
      <p:sp>
        <p:nvSpPr>
          <p:cNvPr id="10" name="!!client-symbol-icon-3">
            <a:extLst xmlns:a="http://schemas.openxmlformats.org/drawingml/2006/main">
              <a:ext uri="{FF2B5EF4-FFF2-40B4-BE49-F238E27FC236}">
                <a16:creationId xmlns:a16="http://schemas.microsoft.com/office/drawing/2014/main" id="{7B6FEE96-CDF2-4FC8-9C56-634F9835B3C8}"/>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A3BCAB"/>
            </a:solidFill>
            <a:prstDash val="solid"/>
          </a:ln>
        </p:spPr>
      </p:sp>
      <p:sp>
        <p:nvSpPr>
          <p:cNvPr id="11" name="!!client-symbol-icon-4">
            <a:extLst xmlns:a="http://schemas.openxmlformats.org/drawingml/2006/main">
              <a:ext uri="{FF2B5EF4-FFF2-40B4-BE49-F238E27FC236}">
                <a16:creationId xmlns:a16="http://schemas.microsoft.com/office/drawing/2014/main" id="{638850B2-B094-4909-B84A-5D2138824C1B}"/>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A3BCAB"/>
            </a:solidFill>
            <a:prstDash val="solid"/>
          </a:ln>
        </p:spPr>
      </p:sp>
      <p:sp>
        <p:nvSpPr>
          <p:cNvPr id="12" name="!!auth">
            <a:extLst xmlns:a="http://schemas.openxmlformats.org/drawingml/2006/main">
              <a:ext uri="{FF2B5EF4-FFF2-40B4-BE49-F238E27FC236}">
                <a16:creationId xmlns:a16="http://schemas.microsoft.com/office/drawing/2014/main" id="{A0FB76BC-A5E6-4F3B-9F63-C6FFD67185E4}"/>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3" name="!!auth-text">
            <a:extLst xmlns:a="http://schemas.openxmlformats.org/drawingml/2006/main">
              <a:ext uri="{FF2B5EF4-FFF2-40B4-BE49-F238E27FC236}">
                <a16:creationId xmlns:a16="http://schemas.microsoft.com/office/drawing/2014/main" id="{10EE88DC-A3F5-481B-8DFF-3189585DAE09}"/>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Supabase Auth</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Google OAuth</a:t>
            </a:r>
          </a:p>
        </p:txBody>
      </p:sp>
      <p:cxnSp>
        <p:nvCxnSpPr>
          <p:cNvPr id="47"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E925E5B0-F399-40D2-A073-40638A3CBE7E}"/>
              </a:ext>
            </a:extLst>
          </p:cNvPr>
          <p:cNvSpPr>
            <a:spLocks xmlns:a="http://schemas.openxmlformats.org/drawingml/2006/main" noGrp="1"/>
          </p:cNvSpPr>
          <p:nvPr/>
        </p:nvSpPr>
        <p:spPr>
          <a:xfrm xmlns:a="http://schemas.openxmlformats.org/drawingml/2006/main">
            <a:off x="1771650" y="3448050"/>
            <a:ext cx="609600" cy="6096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6" name="!!auth-symbol-icon-0">
            <a:extLst xmlns:a="http://schemas.openxmlformats.org/drawingml/2006/main">
              <a:ext uri="{FF2B5EF4-FFF2-40B4-BE49-F238E27FC236}">
                <a16:creationId xmlns:a16="http://schemas.microsoft.com/office/drawing/2014/main" id="{AB28D13C-F232-46F7-9C7B-59F65717538C}"/>
              </a:ext>
            </a:extLst>
          </p:cNvPr>
          <p:cNvSpPr>
            <a:spLocks xmlns:a="http://schemas.openxmlformats.org/drawingml/2006/main" noGrp="1"/>
          </p:cNvSpPr>
          <p:nvPr/>
        </p:nvSpPr>
        <p:spPr>
          <a:xfrm xmlns:a="http://schemas.openxmlformats.org/drawingml/2006/main">
            <a:off x="2021586" y="3615690"/>
            <a:ext cx="109728" cy="109728"/>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7" name="!!auth-symbol-icon-1">
            <a:extLst xmlns:a="http://schemas.openxmlformats.org/drawingml/2006/main">
              <a:ext uri="{FF2B5EF4-FFF2-40B4-BE49-F238E27FC236}">
                <a16:creationId xmlns:a16="http://schemas.microsoft.com/office/drawing/2014/main" id="{F339CBE2-48C1-4408-8DB6-5813A423AFBE}"/>
              </a:ext>
            </a:extLst>
          </p:cNvPr>
          <p:cNvSpPr>
            <a:spLocks xmlns:a="http://schemas.openxmlformats.org/drawingml/2006/main" noGrp="1"/>
          </p:cNvSpPr>
          <p:nvPr/>
        </p:nvSpPr>
        <p:spPr>
          <a:xfrm xmlns:a="http://schemas.openxmlformats.org/drawingml/2006/main">
            <a:off x="1966722" y="3766566"/>
            <a:ext cx="219456" cy="123444"/>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18" name="!!render">
            <a:extLst xmlns:a="http://schemas.openxmlformats.org/drawingml/2006/main">
              <a:ext uri="{FF2B5EF4-FFF2-40B4-BE49-F238E27FC236}">
                <a16:creationId xmlns:a16="http://schemas.microsoft.com/office/drawing/2014/main" id="{F518E113-BD73-401B-BB3D-38FDFA35802C}"/>
              </a:ext>
            </a:extLst>
          </p:cNvPr>
          <p:cNvSpPr>
            <a:spLocks xmlns:a="http://schemas.openxmlformats.org/drawingml/2006/main" noGrp="1"/>
          </p:cNvSpPr>
          <p:nvPr/>
        </p:nvSpPr>
        <p:spPr>
          <a:xfrm xmlns:a="http://schemas.openxmlformats.org/drawingml/2006/main">
            <a:off x="3886200" y="2295525"/>
            <a:ext cx="2905125"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19" name="!!render-text">
            <a:extLst xmlns:a="http://schemas.openxmlformats.org/drawingml/2006/main">
              <a:ext uri="{FF2B5EF4-FFF2-40B4-BE49-F238E27FC236}">
                <a16:creationId xmlns:a16="http://schemas.microsoft.com/office/drawing/2014/main" id="{A0C7B4DB-80E2-4D18-9F3B-73CD3B640D74}"/>
              </a:ext>
            </a:extLst>
          </p:cNvPr>
          <p:cNvSpPr>
            <a:spLocks xmlns:a="http://schemas.openxmlformats.org/drawingml/2006/main" noGrp="1"/>
          </p:cNvSpPr>
          <p:nvPr/>
        </p:nvSpPr>
        <p:spPr>
          <a:xfrm xmlns:a="http://schemas.openxmlformats.org/drawingml/2006/main">
            <a:off x="4057650" y="2447925"/>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FastAPI · Python</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Render · REST API</a:t>
            </a:r>
          </a:p>
        </p:txBody>
      </p:sp>
      <p:cxnSp>
        <p:nvCxnSpPr>
          <p:cNvPr id="53" name="!!connector-11-1"/>
          <p:cNvCxnSpPr>
            <a:stCxn xmlns:a="http://schemas.openxmlformats.org/drawingml/2006/main" id="4" idx="3"/>
            <a:endCxn xmlns:a="http://schemas.openxmlformats.org/drawingml/2006/main" id="18" idx="1"/>
          </p:cNvCxnSpPr>
          <p:nvPr/>
        </p:nvCxnSpPr>
        <p:spPr>
          <a:xfrm xmlns:a="http://schemas.openxmlformats.org/drawingml/2006/main">
            <a:off x="2933700" y="2867025"/>
            <a:ext cx="9525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1" name="!!render-symbol-selection">
            <a:extLst xmlns:a="http://schemas.openxmlformats.org/drawingml/2006/main">
              <a:ext uri="{FF2B5EF4-FFF2-40B4-BE49-F238E27FC236}">
                <a16:creationId xmlns:a16="http://schemas.microsoft.com/office/drawing/2014/main" id="{85815BF2-9E2A-4D26-AF1F-658866550430}"/>
              </a:ext>
            </a:extLst>
          </p:cNvPr>
          <p:cNvSpPr>
            <a:spLocks xmlns:a="http://schemas.openxmlformats.org/drawingml/2006/main" noGrp="1"/>
          </p:cNvSpPr>
          <p:nvPr/>
        </p:nvSpPr>
        <p:spPr>
          <a:xfrm xmlns:a="http://schemas.openxmlformats.org/drawingml/2006/main">
            <a:off x="4962525" y="1514475"/>
            <a:ext cx="742950" cy="742950"/>
          </a:xfrm>
          <a:prstGeom xmlns:a="http://schemas.openxmlformats.org/drawingml/2006/main" prst="hexagon">
            <a:avLst/>
          </a:prstGeom>
          <a:solidFill xmlns:a="http://schemas.openxmlformats.org/drawingml/2006/main">
            <a:srgbClr val="166447"/>
          </a:solidFill>
          <a:ln xmlns:a="http://schemas.openxmlformats.org/drawingml/2006/main" w="28575">
            <a:solidFill>
              <a:srgbClr val="C8A45B"/>
            </a:solidFill>
          </a:ln>
        </p:spPr>
      </p:sp>
      <p:sp>
        <p:nvSpPr>
          <p:cNvPr id="22" name="!!render-symbol-icon-0">
            <a:extLst xmlns:a="http://schemas.openxmlformats.org/drawingml/2006/main">
              <a:ext uri="{FF2B5EF4-FFF2-40B4-BE49-F238E27FC236}">
                <a16:creationId xmlns:a16="http://schemas.microsoft.com/office/drawing/2014/main" id="{2E0F4C75-E3CE-4EF0-A525-85A154964A20}"/>
              </a:ext>
            </a:extLst>
          </p:cNvPr>
          <p:cNvSpPr>
            <a:spLocks xmlns:a="http://schemas.openxmlformats.org/drawingml/2006/main" noGrp="1"/>
          </p:cNvSpPr>
          <p:nvPr/>
        </p:nvSpPr>
        <p:spPr>
          <a:xfrm xmlns:a="http://schemas.openxmlformats.org/drawingml/2006/main">
            <a:off x="5252276" y="1804226"/>
            <a:ext cx="163449" cy="163449"/>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23" name="!!render-symbol-icon-1">
            <a:extLst xmlns:a="http://schemas.openxmlformats.org/drawingml/2006/main">
              <a:ext uri="{FF2B5EF4-FFF2-40B4-BE49-F238E27FC236}">
                <a16:creationId xmlns:a16="http://schemas.microsoft.com/office/drawing/2014/main" id="{6886B820-07E1-4F6C-A521-911D272FFDA8}"/>
              </a:ext>
            </a:extLst>
          </p:cNvPr>
          <p:cNvSpPr>
            <a:spLocks xmlns:a="http://schemas.openxmlformats.org/drawingml/2006/main" noGrp="1"/>
          </p:cNvSpPr>
          <p:nvPr/>
        </p:nvSpPr>
        <p:spPr>
          <a:xfrm xmlns:a="http://schemas.openxmlformats.org/drawingml/2006/main">
            <a:off x="5293138" y="1845088"/>
            <a:ext cx="81724" cy="81724"/>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24" name="!!render-symbol-icon-2">
            <a:extLst xmlns:a="http://schemas.openxmlformats.org/drawingml/2006/main">
              <a:ext uri="{FF2B5EF4-FFF2-40B4-BE49-F238E27FC236}">
                <a16:creationId xmlns:a16="http://schemas.microsoft.com/office/drawing/2014/main" id="{8D5E93F3-B6DE-4F88-BAFA-184A7F13E96B}"/>
              </a:ext>
            </a:extLst>
          </p:cNvPr>
          <p:cNvSpPr>
            <a:spLocks xmlns:a="http://schemas.openxmlformats.org/drawingml/2006/main" noGrp="1"/>
          </p:cNvSpPr>
          <p:nvPr/>
        </p:nvSpPr>
        <p:spPr>
          <a:xfrm xmlns:a="http://schemas.openxmlformats.org/drawingml/2006/main">
            <a:off x="5170551" y="1722501"/>
            <a:ext cx="326898" cy="326898"/>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FFFFFF"/>
            </a:solidFill>
            <a:prstDash val="solid"/>
          </a:ln>
        </p:spPr>
      </p:sp>
      <p:sp>
        <p:nvSpPr>
          <p:cNvPr id="25" name="!!render-symbol-icon-3">
            <a:extLst xmlns:a="http://schemas.openxmlformats.org/drawingml/2006/main">
              <a:ext uri="{FF2B5EF4-FFF2-40B4-BE49-F238E27FC236}">
                <a16:creationId xmlns:a16="http://schemas.microsoft.com/office/drawing/2014/main" id="{0622CD1A-DF06-4B4C-B359-30F4C82898CD}"/>
              </a:ext>
            </a:extLst>
          </p:cNvPr>
          <p:cNvSpPr>
            <a:spLocks xmlns:a="http://schemas.openxmlformats.org/drawingml/2006/main" noGrp="1"/>
          </p:cNvSpPr>
          <p:nvPr/>
        </p:nvSpPr>
        <p:spPr>
          <a:xfrm xmlns:a="http://schemas.openxmlformats.org/drawingml/2006/main">
            <a:off x="5170551" y="1722501"/>
            <a:ext cx="326898" cy="326898"/>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FFFFFF"/>
            </a:solidFill>
            <a:prstDash val="solid"/>
          </a:ln>
        </p:spPr>
      </p:sp>
      <p:sp>
        <p:nvSpPr>
          <p:cNvPr id="26" name="!!render-symbol-icon-4">
            <a:extLst xmlns:a="http://schemas.openxmlformats.org/drawingml/2006/main">
              <a:ext uri="{FF2B5EF4-FFF2-40B4-BE49-F238E27FC236}">
                <a16:creationId xmlns:a16="http://schemas.microsoft.com/office/drawing/2014/main" id="{461E6218-83A9-422C-BFD5-ACC134B9EB50}"/>
              </a:ext>
            </a:extLst>
          </p:cNvPr>
          <p:cNvSpPr>
            <a:spLocks xmlns:a="http://schemas.openxmlformats.org/drawingml/2006/main" noGrp="1"/>
          </p:cNvSpPr>
          <p:nvPr/>
        </p:nvSpPr>
        <p:spPr>
          <a:xfrm xmlns:a="http://schemas.openxmlformats.org/drawingml/2006/main">
            <a:off x="5170551" y="1722501"/>
            <a:ext cx="326898" cy="326898"/>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FFFFFF"/>
            </a:solidFill>
            <a:prstDash val="solid"/>
          </a:ln>
        </p:spPr>
      </p:sp>
      <p:sp>
        <p:nvSpPr>
          <p:cNvPr id="27" name="!!render-symbol-icon-5">
            <a:extLst xmlns:a="http://schemas.openxmlformats.org/drawingml/2006/main">
              <a:ext uri="{FF2B5EF4-FFF2-40B4-BE49-F238E27FC236}">
                <a16:creationId xmlns:a16="http://schemas.microsoft.com/office/drawing/2014/main" id="{AEC89C9C-EF52-4624-801B-4ABD26A9F1C1}"/>
              </a:ext>
            </a:extLst>
          </p:cNvPr>
          <p:cNvSpPr>
            <a:spLocks xmlns:a="http://schemas.openxmlformats.org/drawingml/2006/main" noGrp="1"/>
          </p:cNvSpPr>
          <p:nvPr/>
        </p:nvSpPr>
        <p:spPr>
          <a:xfrm xmlns:a="http://schemas.openxmlformats.org/drawingml/2006/main">
            <a:off x="5170551" y="1722501"/>
            <a:ext cx="326898" cy="326898"/>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FFFFFF"/>
            </a:solidFill>
            <a:prstDash val="solid"/>
          </a:ln>
        </p:spPr>
      </p:sp>
      <p:sp>
        <p:nvSpPr>
          <p:cNvPr id="28" name="!!render-symbol-icon-6">
            <a:extLst xmlns:a="http://schemas.openxmlformats.org/drawingml/2006/main">
              <a:ext uri="{FF2B5EF4-FFF2-40B4-BE49-F238E27FC236}">
                <a16:creationId xmlns:a16="http://schemas.microsoft.com/office/drawing/2014/main" id="{90AC8472-CAF5-4BFD-AD23-4F4CDE45309D}"/>
              </a:ext>
            </a:extLst>
          </p:cNvPr>
          <p:cNvSpPr>
            <a:spLocks xmlns:a="http://schemas.openxmlformats.org/drawingml/2006/main" noGrp="1"/>
          </p:cNvSpPr>
          <p:nvPr/>
        </p:nvSpPr>
        <p:spPr>
          <a:xfrm xmlns:a="http://schemas.openxmlformats.org/drawingml/2006/main">
            <a:off x="5170551" y="1722501"/>
            <a:ext cx="326898" cy="326898"/>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FFFFFF"/>
            </a:solidFill>
            <a:prstDash val="solid"/>
          </a:ln>
        </p:spPr>
      </p:sp>
      <p:sp>
        <p:nvSpPr>
          <p:cNvPr id="29" name="!!render-symbol-icon-7">
            <a:extLst xmlns:a="http://schemas.openxmlformats.org/drawingml/2006/main">
              <a:ext uri="{FF2B5EF4-FFF2-40B4-BE49-F238E27FC236}">
                <a16:creationId xmlns:a16="http://schemas.microsoft.com/office/drawing/2014/main" id="{77CCE1EE-4736-420B-9BA9-957C767C3A4A}"/>
              </a:ext>
            </a:extLst>
          </p:cNvPr>
          <p:cNvSpPr>
            <a:spLocks xmlns:a="http://schemas.openxmlformats.org/drawingml/2006/main" noGrp="1"/>
          </p:cNvSpPr>
          <p:nvPr/>
        </p:nvSpPr>
        <p:spPr>
          <a:xfrm xmlns:a="http://schemas.openxmlformats.org/drawingml/2006/main">
            <a:off x="5170551" y="1722501"/>
            <a:ext cx="326898" cy="326898"/>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FFFFFF"/>
            </a:solidFill>
            <a:prstDash val="solid"/>
          </a:ln>
        </p:spPr>
      </p:sp>
      <p:sp>
        <p:nvSpPr>
          <p:cNvPr id="30" name="!!render-symbol-icon-8">
            <a:extLst xmlns:a="http://schemas.openxmlformats.org/drawingml/2006/main">
              <a:ext uri="{FF2B5EF4-FFF2-40B4-BE49-F238E27FC236}">
                <a16:creationId xmlns:a16="http://schemas.microsoft.com/office/drawing/2014/main" id="{44AC34DD-3DC7-44A3-BF96-DAC16413A014}"/>
              </a:ext>
            </a:extLst>
          </p:cNvPr>
          <p:cNvSpPr>
            <a:spLocks xmlns:a="http://schemas.openxmlformats.org/drawingml/2006/main" noGrp="1"/>
          </p:cNvSpPr>
          <p:nvPr/>
        </p:nvSpPr>
        <p:spPr>
          <a:xfrm xmlns:a="http://schemas.openxmlformats.org/drawingml/2006/main">
            <a:off x="5170551" y="1722501"/>
            <a:ext cx="326898" cy="326898"/>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FFFFFF"/>
            </a:solidFill>
            <a:prstDash val="solid"/>
          </a:ln>
        </p:spPr>
      </p:sp>
      <p:sp>
        <p:nvSpPr>
          <p:cNvPr id="31" name="!!render-symbol-icon-9">
            <a:extLst xmlns:a="http://schemas.openxmlformats.org/drawingml/2006/main">
              <a:ext uri="{FF2B5EF4-FFF2-40B4-BE49-F238E27FC236}">
                <a16:creationId xmlns:a16="http://schemas.microsoft.com/office/drawing/2014/main" id="{CB4C3904-EF2B-4220-BB46-9CADF17FD31A}"/>
              </a:ext>
            </a:extLst>
          </p:cNvPr>
          <p:cNvSpPr>
            <a:spLocks xmlns:a="http://schemas.openxmlformats.org/drawingml/2006/main" noGrp="1"/>
          </p:cNvSpPr>
          <p:nvPr/>
        </p:nvSpPr>
        <p:spPr>
          <a:xfrm xmlns:a="http://schemas.openxmlformats.org/drawingml/2006/main">
            <a:off x="5170551" y="1722501"/>
            <a:ext cx="326898" cy="326898"/>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FFFFFF"/>
            </a:solidFill>
            <a:prstDash val="solid"/>
          </a:ln>
        </p:spPr>
      </p:sp>
      <p:sp>
        <p:nvSpPr>
          <p:cNvPr id="32" name="!!page">
            <a:extLst xmlns:a="http://schemas.openxmlformats.org/drawingml/2006/main">
              <a:ext uri="{FF2B5EF4-FFF2-40B4-BE49-F238E27FC236}">
                <a16:creationId xmlns:a16="http://schemas.microsoft.com/office/drawing/2014/main" id="{8EACE44B-7C3A-4FBD-AE1C-CD119C0CF51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33" name="!!caption">
            <a:extLst xmlns:a="http://schemas.openxmlformats.org/drawingml/2006/main">
              <a:ext uri="{FF2B5EF4-FFF2-40B4-BE49-F238E27FC236}">
                <a16:creationId xmlns:a16="http://schemas.microsoft.com/office/drawing/2014/main" id="{352AF713-3869-45A4-938B-01B6DB94F18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28/09/2026 · Luồng cloud độc lập với Solana Devnet</a:t>
            </a:r>
          </a:p>
        </p:txBody>
      </p:sp>
    </p:spTree>
    <p:extLst>
      <p:ext uri="{BB962C8B-B14F-4D97-AF65-F5344CB8AC3E}">
        <p14:creationId xmlns:p14="http://schemas.microsoft.com/office/powerpoint/2010/main" val="40619013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6.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46" name="!!backdrop"/>
          <p:cNvPicPr>
            <a:picLocks xmlns:a="http://schemas.openxmlformats.org/drawingml/2006/main" noChangeAspect="1"/>
          </p:cNvPicPr>
          <p:nvPr/>
        </p:nvPicPr>
        <p:blipFill>
          <a:blip xmlns:r="http://schemas.openxmlformats.org/officeDocument/2006/relationships" xmlns:a="http://schemas.openxmlformats.org/drawingml/2006/main" r:embed="R853020a19e2b4a9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0D6231E-6689-4566-B64C-E8B5796FAB4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828FBA9-4669-45D4-AB44-A1B7DFA7451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02C05EEF-D0B8-41A3-89BD-ED9C3B0B140A}"/>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A2DCE1C1-0F78-4133-9DFB-F022B1AC4B32}"/>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6" name="!!client-symbol-selection">
            <a:extLst xmlns:a="http://schemas.openxmlformats.org/drawingml/2006/main">
              <a:ext uri="{FF2B5EF4-FFF2-40B4-BE49-F238E27FC236}">
                <a16:creationId xmlns:a16="http://schemas.microsoft.com/office/drawing/2014/main" id="{0094FBC1-C1D6-4B5F-A264-9A5638C0B167}"/>
              </a:ext>
            </a:extLst>
          </p:cNvPr>
          <p:cNvSpPr>
            <a:spLocks xmlns:a="http://schemas.openxmlformats.org/drawingml/2006/main" noGrp="1"/>
          </p:cNvSpPr>
          <p:nvPr/>
        </p:nvSpPr>
        <p:spPr>
          <a:xfrm xmlns:a="http://schemas.openxmlformats.org/drawingml/2006/main">
            <a:off x="1457325" y="1581150"/>
            <a:ext cx="609600" cy="6096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7" name="!!client-symbol-icon-0">
            <a:extLst xmlns:a="http://schemas.openxmlformats.org/drawingml/2006/main">
              <a:ext uri="{FF2B5EF4-FFF2-40B4-BE49-F238E27FC236}">
                <a16:creationId xmlns:a16="http://schemas.microsoft.com/office/drawing/2014/main" id="{8ACD1B68-CA6E-4520-BC16-939325BDDDF6}"/>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A3BCAB"/>
            </a:solidFill>
            <a:prstDash val="solid"/>
          </a:ln>
        </p:spPr>
      </p:sp>
      <p:sp>
        <p:nvSpPr>
          <p:cNvPr id="8" name="!!client-symbol-icon-1">
            <a:extLst xmlns:a="http://schemas.openxmlformats.org/drawingml/2006/main">
              <a:ext uri="{FF2B5EF4-FFF2-40B4-BE49-F238E27FC236}">
                <a16:creationId xmlns:a16="http://schemas.microsoft.com/office/drawing/2014/main" id="{C48A206B-B287-456D-AE81-079058DCC3A1}"/>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A3BCAB"/>
            </a:solidFill>
            <a:prstDash val="solid"/>
          </a:ln>
        </p:spPr>
      </p:sp>
      <p:sp>
        <p:nvSpPr>
          <p:cNvPr id="9" name="!!client-symbol-icon-2">
            <a:extLst xmlns:a="http://schemas.openxmlformats.org/drawingml/2006/main">
              <a:ext uri="{FF2B5EF4-FFF2-40B4-BE49-F238E27FC236}">
                <a16:creationId xmlns:a16="http://schemas.microsoft.com/office/drawing/2014/main" id="{F15088F0-C4AF-42FF-9138-C9A1F40A7E63}"/>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A3BCAB"/>
            </a:solidFill>
            <a:prstDash val="solid"/>
          </a:ln>
        </p:spPr>
      </p:sp>
      <p:sp>
        <p:nvSpPr>
          <p:cNvPr id="10" name="!!client-symbol-icon-3">
            <a:extLst xmlns:a="http://schemas.openxmlformats.org/drawingml/2006/main">
              <a:ext uri="{FF2B5EF4-FFF2-40B4-BE49-F238E27FC236}">
                <a16:creationId xmlns:a16="http://schemas.microsoft.com/office/drawing/2014/main" id="{93746755-77A2-4008-B6D8-1E550601E150}"/>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A3BCAB"/>
            </a:solidFill>
            <a:prstDash val="solid"/>
          </a:ln>
        </p:spPr>
      </p:sp>
      <p:sp>
        <p:nvSpPr>
          <p:cNvPr id="11" name="!!client-symbol-icon-4">
            <a:extLst xmlns:a="http://schemas.openxmlformats.org/drawingml/2006/main">
              <a:ext uri="{FF2B5EF4-FFF2-40B4-BE49-F238E27FC236}">
                <a16:creationId xmlns:a16="http://schemas.microsoft.com/office/drawing/2014/main" id="{7A9F7E77-41C0-4FB1-9236-75C25E6383AE}"/>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A3BCAB"/>
            </a:solidFill>
            <a:prstDash val="solid"/>
          </a:ln>
        </p:spPr>
      </p:sp>
      <p:sp>
        <p:nvSpPr>
          <p:cNvPr id="12" name="!!auth">
            <a:extLst xmlns:a="http://schemas.openxmlformats.org/drawingml/2006/main">
              <a:ext uri="{FF2B5EF4-FFF2-40B4-BE49-F238E27FC236}">
                <a16:creationId xmlns:a16="http://schemas.microsoft.com/office/drawing/2014/main" id="{6FEB6A53-3BFE-43D2-969B-08DB813B4760}"/>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3" name="!!auth-text">
            <a:extLst xmlns:a="http://schemas.openxmlformats.org/drawingml/2006/main">
              <a:ext uri="{FF2B5EF4-FFF2-40B4-BE49-F238E27FC236}">
                <a16:creationId xmlns:a16="http://schemas.microsoft.com/office/drawing/2014/main" id="{2CB7A0B6-C4A3-4D7E-9DEB-3286C1EB4BD1}"/>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Supabase Auth</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Google OAuth</a:t>
            </a:r>
          </a:p>
        </p:txBody>
      </p:sp>
      <p:cxnSp>
        <p:nvCxnSpPr>
          <p:cNvPr id="59"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7C52B530-61C5-4070-A374-A97622660237}"/>
              </a:ext>
            </a:extLst>
          </p:cNvPr>
          <p:cNvSpPr>
            <a:spLocks xmlns:a="http://schemas.openxmlformats.org/drawingml/2006/main" noGrp="1"/>
          </p:cNvSpPr>
          <p:nvPr/>
        </p:nvSpPr>
        <p:spPr>
          <a:xfrm xmlns:a="http://schemas.openxmlformats.org/drawingml/2006/main">
            <a:off x="1771650" y="3448050"/>
            <a:ext cx="609600" cy="6096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6" name="!!auth-symbol-icon-0">
            <a:extLst xmlns:a="http://schemas.openxmlformats.org/drawingml/2006/main">
              <a:ext uri="{FF2B5EF4-FFF2-40B4-BE49-F238E27FC236}">
                <a16:creationId xmlns:a16="http://schemas.microsoft.com/office/drawing/2014/main" id="{E0BD2E6C-A7DF-43BF-8F0C-600D47B12DCC}"/>
              </a:ext>
            </a:extLst>
          </p:cNvPr>
          <p:cNvSpPr>
            <a:spLocks xmlns:a="http://schemas.openxmlformats.org/drawingml/2006/main" noGrp="1"/>
          </p:cNvSpPr>
          <p:nvPr/>
        </p:nvSpPr>
        <p:spPr>
          <a:xfrm xmlns:a="http://schemas.openxmlformats.org/drawingml/2006/main">
            <a:off x="2021586" y="3615690"/>
            <a:ext cx="109728" cy="109728"/>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7" name="!!auth-symbol-icon-1">
            <a:extLst xmlns:a="http://schemas.openxmlformats.org/drawingml/2006/main">
              <a:ext uri="{FF2B5EF4-FFF2-40B4-BE49-F238E27FC236}">
                <a16:creationId xmlns:a16="http://schemas.microsoft.com/office/drawing/2014/main" id="{D21C5499-8F67-449B-B7BB-3085929B144A}"/>
              </a:ext>
            </a:extLst>
          </p:cNvPr>
          <p:cNvSpPr>
            <a:spLocks xmlns:a="http://schemas.openxmlformats.org/drawingml/2006/main" noGrp="1"/>
          </p:cNvSpPr>
          <p:nvPr/>
        </p:nvSpPr>
        <p:spPr>
          <a:xfrm xmlns:a="http://schemas.openxmlformats.org/drawingml/2006/main">
            <a:off x="1966722" y="3766566"/>
            <a:ext cx="219456" cy="123444"/>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18" name="!!render">
            <a:extLst xmlns:a="http://schemas.openxmlformats.org/drawingml/2006/main">
              <a:ext uri="{FF2B5EF4-FFF2-40B4-BE49-F238E27FC236}">
                <a16:creationId xmlns:a16="http://schemas.microsoft.com/office/drawing/2014/main" id="{8B371532-73DF-4655-8AFA-3D6BA92EA70A}"/>
              </a:ext>
            </a:extLst>
          </p:cNvPr>
          <p:cNvSpPr>
            <a:spLocks xmlns:a="http://schemas.openxmlformats.org/drawingml/2006/main" noGrp="1"/>
          </p:cNvSpPr>
          <p:nvPr/>
        </p:nvSpPr>
        <p:spPr>
          <a:xfrm xmlns:a="http://schemas.openxmlformats.org/drawingml/2006/main">
            <a:off x="3886200" y="2295525"/>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9" name="!!render-text">
            <a:extLst xmlns:a="http://schemas.openxmlformats.org/drawingml/2006/main">
              <a:ext uri="{FF2B5EF4-FFF2-40B4-BE49-F238E27FC236}">
                <a16:creationId xmlns:a16="http://schemas.microsoft.com/office/drawing/2014/main" id="{1C55F9B5-72F6-4BD1-A6FD-60A71006DB22}"/>
              </a:ext>
            </a:extLst>
          </p:cNvPr>
          <p:cNvSpPr>
            <a:spLocks xmlns:a="http://schemas.openxmlformats.org/drawingml/2006/main" noGrp="1"/>
          </p:cNvSpPr>
          <p:nvPr/>
        </p:nvSpPr>
        <p:spPr>
          <a:xfrm xmlns:a="http://schemas.openxmlformats.org/drawingml/2006/main">
            <a:off x="4057650" y="2447925"/>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FastAPI · Python</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Render · REST API</a:t>
            </a:r>
          </a:p>
        </p:txBody>
      </p:sp>
      <p:cxnSp>
        <p:nvCxnSpPr>
          <p:cNvPr id="65" name="!!connector-11-1"/>
          <p:cNvCxnSpPr>
            <a:stCxn xmlns:a="http://schemas.openxmlformats.org/drawingml/2006/main" id="4" idx="3"/>
            <a:endCxn xmlns:a="http://schemas.openxmlformats.org/drawingml/2006/main" id="18" idx="1"/>
          </p:cNvCxnSpPr>
          <p:nvPr/>
        </p:nvCxnSpPr>
        <p:spPr>
          <a:xfrm xmlns:a="http://schemas.openxmlformats.org/drawingml/2006/main">
            <a:off x="2933700" y="2867025"/>
            <a:ext cx="9525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1" name="!!render-symbol-selection">
            <a:extLst xmlns:a="http://schemas.openxmlformats.org/drawingml/2006/main">
              <a:ext uri="{FF2B5EF4-FFF2-40B4-BE49-F238E27FC236}">
                <a16:creationId xmlns:a16="http://schemas.microsoft.com/office/drawing/2014/main" id="{85A1ACEB-9CDF-4D07-8A6E-222CA3F4659C}"/>
              </a:ext>
            </a:extLst>
          </p:cNvPr>
          <p:cNvSpPr>
            <a:spLocks xmlns:a="http://schemas.openxmlformats.org/drawingml/2006/main" noGrp="1"/>
          </p:cNvSpPr>
          <p:nvPr/>
        </p:nvSpPr>
        <p:spPr>
          <a:xfrm xmlns:a="http://schemas.openxmlformats.org/drawingml/2006/main">
            <a:off x="5029200" y="1581150"/>
            <a:ext cx="609600" cy="609600"/>
          </a:xfrm>
          <a:prstGeom xmlns:a="http://schemas.openxmlformats.org/drawingml/2006/main" prst="hexagon">
            <a:avLst/>
          </a:prstGeom>
          <a:solidFill xmlns:a="http://schemas.openxmlformats.org/drawingml/2006/main">
            <a:srgbClr val="183A2C"/>
          </a:solidFill>
          <a:ln xmlns:a="http://schemas.openxmlformats.org/drawingml/2006/main" w="9525">
            <a:solidFill>
              <a:srgbClr val="A3BCAB"/>
            </a:solidFill>
          </a:ln>
        </p:spPr>
      </p:sp>
      <p:sp>
        <p:nvSpPr>
          <p:cNvPr id="22" name="!!render-symbol-icon-0">
            <a:extLst xmlns:a="http://schemas.openxmlformats.org/drawingml/2006/main">
              <a:ext uri="{FF2B5EF4-FFF2-40B4-BE49-F238E27FC236}">
                <a16:creationId xmlns:a16="http://schemas.microsoft.com/office/drawing/2014/main" id="{83E56AC6-51C6-414E-8C25-C53FF876E727}"/>
              </a:ext>
            </a:extLst>
          </p:cNvPr>
          <p:cNvSpPr>
            <a:spLocks xmlns:a="http://schemas.openxmlformats.org/drawingml/2006/main" noGrp="1"/>
          </p:cNvSpPr>
          <p:nvPr/>
        </p:nvSpPr>
        <p:spPr>
          <a:xfrm xmlns:a="http://schemas.openxmlformats.org/drawingml/2006/main">
            <a:off x="5266944" y="1818894"/>
            <a:ext cx="134112" cy="134112"/>
          </a:xfrm>
          <a:prstGeom xmlns:a="http://schemas.openxmlformats.org/drawingml/2006/main" prst="rect">
            <a:avLst/>
          </a:prstGeom>
          <a:noFill xmlns:a="http://schemas.openxmlformats.org/drawingml/2006/main"/>
          <a:ln xmlns:a="http://schemas.openxmlformats.org/drawingml/2006/main" w="19050">
            <a:solidFill>
              <a:srgbClr val="A3BCAB"/>
            </a:solidFill>
            <a:prstDash val="solid"/>
          </a:ln>
        </p:spPr>
      </p:sp>
      <p:sp>
        <p:nvSpPr>
          <p:cNvPr id="23" name="!!render-symbol-icon-1">
            <a:extLst xmlns:a="http://schemas.openxmlformats.org/drawingml/2006/main">
              <a:ext uri="{FF2B5EF4-FFF2-40B4-BE49-F238E27FC236}">
                <a16:creationId xmlns:a16="http://schemas.microsoft.com/office/drawing/2014/main" id="{806BAE82-0822-46B0-A8BE-92E83AB53A22}"/>
              </a:ext>
            </a:extLst>
          </p:cNvPr>
          <p:cNvSpPr>
            <a:spLocks xmlns:a="http://schemas.openxmlformats.org/drawingml/2006/main" noGrp="1"/>
          </p:cNvSpPr>
          <p:nvPr/>
        </p:nvSpPr>
        <p:spPr>
          <a:xfrm xmlns:a="http://schemas.openxmlformats.org/drawingml/2006/main">
            <a:off x="5300472" y="1852422"/>
            <a:ext cx="67056" cy="67056"/>
          </a:xfrm>
          <a:prstGeom xmlns:a="http://schemas.openxmlformats.org/drawingml/2006/main" prst="rect">
            <a:avLst/>
          </a:prstGeom>
          <a:noFill xmlns:a="http://schemas.openxmlformats.org/drawingml/2006/main"/>
          <a:ln xmlns:a="http://schemas.openxmlformats.org/drawingml/2006/main" w="19050">
            <a:solidFill>
              <a:srgbClr val="A3BCAB"/>
            </a:solidFill>
            <a:prstDash val="solid"/>
          </a:ln>
        </p:spPr>
      </p:sp>
      <p:sp>
        <p:nvSpPr>
          <p:cNvPr id="24" name="!!render-symbol-icon-2">
            <a:extLst xmlns:a="http://schemas.openxmlformats.org/drawingml/2006/main">
              <a:ext uri="{FF2B5EF4-FFF2-40B4-BE49-F238E27FC236}">
                <a16:creationId xmlns:a16="http://schemas.microsoft.com/office/drawing/2014/main" id="{44D7A03E-FFEC-45EF-B509-B1C113E5C298}"/>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A3BCAB"/>
            </a:solidFill>
            <a:prstDash val="solid"/>
          </a:ln>
        </p:spPr>
      </p:sp>
      <p:sp>
        <p:nvSpPr>
          <p:cNvPr id="25" name="!!render-symbol-icon-3">
            <a:extLst xmlns:a="http://schemas.openxmlformats.org/drawingml/2006/main">
              <a:ext uri="{FF2B5EF4-FFF2-40B4-BE49-F238E27FC236}">
                <a16:creationId xmlns:a16="http://schemas.microsoft.com/office/drawing/2014/main" id="{63871692-8861-4080-AFDB-A69EEB939ECE}"/>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A3BCAB"/>
            </a:solidFill>
            <a:prstDash val="solid"/>
          </a:ln>
        </p:spPr>
      </p:sp>
      <p:sp>
        <p:nvSpPr>
          <p:cNvPr id="26" name="!!render-symbol-icon-4">
            <a:extLst xmlns:a="http://schemas.openxmlformats.org/drawingml/2006/main">
              <a:ext uri="{FF2B5EF4-FFF2-40B4-BE49-F238E27FC236}">
                <a16:creationId xmlns:a16="http://schemas.microsoft.com/office/drawing/2014/main" id="{E1AD9293-CF22-4717-B0A8-9D28FEDBFC79}"/>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A3BCAB"/>
            </a:solidFill>
            <a:prstDash val="solid"/>
          </a:ln>
        </p:spPr>
      </p:sp>
      <p:sp>
        <p:nvSpPr>
          <p:cNvPr id="27" name="!!render-symbol-icon-5">
            <a:extLst xmlns:a="http://schemas.openxmlformats.org/drawingml/2006/main">
              <a:ext uri="{FF2B5EF4-FFF2-40B4-BE49-F238E27FC236}">
                <a16:creationId xmlns:a16="http://schemas.microsoft.com/office/drawing/2014/main" id="{89DEAAA7-CB24-482D-95FF-DA83D2AB3954}"/>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A3BCAB"/>
            </a:solidFill>
            <a:prstDash val="solid"/>
          </a:ln>
        </p:spPr>
      </p:sp>
      <p:sp>
        <p:nvSpPr>
          <p:cNvPr id="28" name="!!render-symbol-icon-6">
            <a:extLst xmlns:a="http://schemas.openxmlformats.org/drawingml/2006/main">
              <a:ext uri="{FF2B5EF4-FFF2-40B4-BE49-F238E27FC236}">
                <a16:creationId xmlns:a16="http://schemas.microsoft.com/office/drawing/2014/main" id="{D7B2A3C8-8683-4155-9563-F909EE7ACE46}"/>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A3BCAB"/>
            </a:solidFill>
            <a:prstDash val="solid"/>
          </a:ln>
        </p:spPr>
      </p:sp>
      <p:sp>
        <p:nvSpPr>
          <p:cNvPr id="29" name="!!render-symbol-icon-7">
            <a:extLst xmlns:a="http://schemas.openxmlformats.org/drawingml/2006/main">
              <a:ext uri="{FF2B5EF4-FFF2-40B4-BE49-F238E27FC236}">
                <a16:creationId xmlns:a16="http://schemas.microsoft.com/office/drawing/2014/main" id="{59DE9949-3B97-4F51-B7E4-DD62E3091F49}"/>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A3BCAB"/>
            </a:solidFill>
            <a:prstDash val="solid"/>
          </a:ln>
        </p:spPr>
      </p:sp>
      <p:sp>
        <p:nvSpPr>
          <p:cNvPr id="30" name="!!render-symbol-icon-8">
            <a:extLst xmlns:a="http://schemas.openxmlformats.org/drawingml/2006/main">
              <a:ext uri="{FF2B5EF4-FFF2-40B4-BE49-F238E27FC236}">
                <a16:creationId xmlns:a16="http://schemas.microsoft.com/office/drawing/2014/main" id="{CF951710-2D80-4320-A63C-DB9B3DA853B4}"/>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A3BCAB"/>
            </a:solidFill>
            <a:prstDash val="solid"/>
          </a:ln>
        </p:spPr>
      </p:sp>
      <p:sp>
        <p:nvSpPr>
          <p:cNvPr id="31" name="!!render-symbol-icon-9">
            <a:extLst xmlns:a="http://schemas.openxmlformats.org/drawingml/2006/main">
              <a:ext uri="{FF2B5EF4-FFF2-40B4-BE49-F238E27FC236}">
                <a16:creationId xmlns:a16="http://schemas.microsoft.com/office/drawing/2014/main" id="{D3B29B7F-6333-432A-A4B8-E364C1C260A1}"/>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A3BCAB"/>
            </a:solidFill>
            <a:prstDash val="solid"/>
          </a:ln>
        </p:spPr>
      </p:sp>
      <p:sp>
        <p:nvSpPr>
          <p:cNvPr id="32" name="!!db">
            <a:extLst xmlns:a="http://schemas.openxmlformats.org/drawingml/2006/main">
              <a:ext uri="{FF2B5EF4-FFF2-40B4-BE49-F238E27FC236}">
                <a16:creationId xmlns:a16="http://schemas.microsoft.com/office/drawing/2014/main" id="{5EF90799-05B6-4DAF-8020-668DDACC86CA}"/>
              </a:ext>
            </a:extLst>
          </p:cNvPr>
          <p:cNvSpPr>
            <a:spLocks xmlns:a="http://schemas.openxmlformats.org/drawingml/2006/main" noGrp="1"/>
          </p:cNvSpPr>
          <p:nvPr/>
        </p:nvSpPr>
        <p:spPr>
          <a:xfrm xmlns:a="http://schemas.openxmlformats.org/drawingml/2006/main">
            <a:off x="8010525" y="2295525"/>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3" name="!!db-text">
            <a:extLst xmlns:a="http://schemas.openxmlformats.org/drawingml/2006/main">
              <a:ext uri="{FF2B5EF4-FFF2-40B4-BE49-F238E27FC236}">
                <a16:creationId xmlns:a16="http://schemas.microsoft.com/office/drawing/2014/main" id="{052DE448-AEA7-4EFD-91FB-F34025918B79}"/>
              </a:ext>
            </a:extLst>
          </p:cNvPr>
          <p:cNvSpPr>
            <a:spLocks xmlns:a="http://schemas.openxmlformats.org/drawingml/2006/main" noGrp="1"/>
          </p:cNvSpPr>
          <p:nvPr/>
        </p:nvSpPr>
        <p:spPr>
          <a:xfrm xmlns:a="http://schemas.openxmlformats.org/drawingml/2006/main">
            <a:off x="8181975" y="2447925"/>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PostgreSQL</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RLS · lô và lịch sử</a:t>
            </a:r>
          </a:p>
        </p:txBody>
      </p:sp>
      <p:sp>
        <p:nvSpPr>
          <p:cNvPr id="34" name="!!storage">
            <a:extLst xmlns:a="http://schemas.openxmlformats.org/drawingml/2006/main">
              <a:ext uri="{FF2B5EF4-FFF2-40B4-BE49-F238E27FC236}">
                <a16:creationId xmlns:a16="http://schemas.microsoft.com/office/drawing/2014/main" id="{07C84B4C-459D-4064-B4DE-FD68EEB78FA0}"/>
              </a:ext>
            </a:extLst>
          </p:cNvPr>
          <p:cNvSpPr>
            <a:spLocks xmlns:a="http://schemas.openxmlformats.org/drawingml/2006/main" noGrp="1"/>
          </p:cNvSpPr>
          <p:nvPr/>
        </p:nvSpPr>
        <p:spPr>
          <a:xfrm xmlns:a="http://schemas.openxmlformats.org/drawingml/2006/main">
            <a:off x="4762500" y="4152900"/>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5" name="!!storage-text">
            <a:extLst xmlns:a="http://schemas.openxmlformats.org/drawingml/2006/main">
              <a:ext uri="{FF2B5EF4-FFF2-40B4-BE49-F238E27FC236}">
                <a16:creationId xmlns:a16="http://schemas.microsoft.com/office/drawing/2014/main" id="{6376F472-174F-40E1-9339-203E7A2CAF87}"/>
              </a:ext>
            </a:extLst>
          </p:cNvPr>
          <p:cNvSpPr>
            <a:spLocks xmlns:a="http://schemas.openxmlformats.org/drawingml/2006/main" noGrp="1"/>
          </p:cNvSpPr>
          <p:nvPr/>
        </p:nvSpPr>
        <p:spPr>
          <a:xfrm xmlns:a="http://schemas.openxmlformats.org/drawingml/2006/main">
            <a:off x="4933950" y="4305300"/>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Storage</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JPG / PNG / PDF</a:t>
            </a:r>
          </a:p>
        </p:txBody>
      </p:sp>
      <p:cxnSp>
        <p:nvCxnSpPr>
          <p:cNvPr id="81" name="!!connector-11-2"/>
          <p:cNvCxnSpPr>
            <a:stCxn xmlns:a="http://schemas.openxmlformats.org/drawingml/2006/main" id="18" idx="3"/>
            <a:endCxn xmlns:a="http://schemas.openxmlformats.org/drawingml/2006/main" id="32" idx="1"/>
          </p:cNvCxnSpPr>
          <p:nvPr/>
        </p:nvCxnSpPr>
        <p:spPr>
          <a:xfrm xmlns:a="http://schemas.openxmlformats.org/drawingml/2006/main">
            <a:off x="6791325" y="2867025"/>
            <a:ext cx="12192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cxnSp>
        <p:nvCxnSpPr>
          <p:cNvPr id="82" name="!!connector-11-3"/>
          <p:cNvCxnSpPr>
            <a:stCxn xmlns:a="http://schemas.openxmlformats.org/drawingml/2006/main" id="4" idx="3"/>
            <a:endCxn xmlns:a="http://schemas.openxmlformats.org/drawingml/2006/main" id="34" idx="1"/>
          </p:cNvCxnSpPr>
          <p:nvPr/>
        </p:nvCxnSpPr>
        <p:spPr>
          <a:xfrm xmlns:a="http://schemas.openxmlformats.org/drawingml/2006/main">
            <a:off x="2933700" y="2867025"/>
            <a:ext cx="1828800" cy="1857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38" name="!!db-symbol-selection">
            <a:extLst xmlns:a="http://schemas.openxmlformats.org/drawingml/2006/main">
              <a:ext uri="{FF2B5EF4-FFF2-40B4-BE49-F238E27FC236}">
                <a16:creationId xmlns:a16="http://schemas.microsoft.com/office/drawing/2014/main" id="{9F52476F-F80B-452B-B335-0F2F0B1CC61F}"/>
              </a:ext>
            </a:extLst>
          </p:cNvPr>
          <p:cNvSpPr>
            <a:spLocks xmlns:a="http://schemas.openxmlformats.org/drawingml/2006/main" noGrp="1"/>
          </p:cNvSpPr>
          <p:nvPr/>
        </p:nvSpPr>
        <p:spPr>
          <a:xfrm xmlns:a="http://schemas.openxmlformats.org/drawingml/2006/main">
            <a:off x="9372600" y="1514475"/>
            <a:ext cx="742950" cy="742950"/>
          </a:xfrm>
          <a:prstGeom xmlns:a="http://schemas.openxmlformats.org/drawingml/2006/main" prst="hexagon">
            <a:avLst/>
          </a:prstGeom>
          <a:solidFill xmlns:a="http://schemas.openxmlformats.org/drawingml/2006/main">
            <a:srgbClr val="166447"/>
          </a:solidFill>
          <a:ln xmlns:a="http://schemas.openxmlformats.org/drawingml/2006/main" w="28575">
            <a:solidFill>
              <a:srgbClr val="C8A45B"/>
            </a:solidFill>
          </a:ln>
        </p:spPr>
      </p:sp>
      <p:sp>
        <p:nvSpPr>
          <p:cNvPr id="39" name="!!db-symbol-icon-0">
            <a:extLst xmlns:a="http://schemas.openxmlformats.org/drawingml/2006/main">
              <a:ext uri="{FF2B5EF4-FFF2-40B4-BE49-F238E27FC236}">
                <a16:creationId xmlns:a16="http://schemas.microsoft.com/office/drawing/2014/main" id="{66775D35-3339-41B1-BA75-6754FC8C9A09}"/>
              </a:ext>
            </a:extLst>
          </p:cNvPr>
          <p:cNvSpPr>
            <a:spLocks xmlns:a="http://schemas.openxmlformats.org/drawingml/2006/main" noGrp="1"/>
          </p:cNvSpPr>
          <p:nvPr/>
        </p:nvSpPr>
        <p:spPr>
          <a:xfrm xmlns:a="http://schemas.openxmlformats.org/drawingml/2006/main">
            <a:off x="9635109" y="1749743"/>
            <a:ext cx="217932" cy="272415"/>
          </a:xfrm>
          <a:prstGeom xmlns:a="http://schemas.openxmlformats.org/drawingml/2006/main" prst="can">
            <a:avLst/>
          </a:prstGeom>
          <a:noFill xmlns:a="http://schemas.openxmlformats.org/drawingml/2006/main"/>
          <a:ln xmlns:a="http://schemas.openxmlformats.org/drawingml/2006/main" w="19050">
            <a:solidFill>
              <a:srgbClr val="FFFFFF"/>
            </a:solidFill>
            <a:prstDash val="solid"/>
          </a:ln>
        </p:spPr>
      </p:sp>
      <p:sp>
        <p:nvSpPr>
          <p:cNvPr id="40" name="!!storage-symbol-selection">
            <a:extLst xmlns:a="http://schemas.openxmlformats.org/drawingml/2006/main">
              <a:ext uri="{FF2B5EF4-FFF2-40B4-BE49-F238E27FC236}">
                <a16:creationId xmlns:a16="http://schemas.microsoft.com/office/drawing/2014/main" id="{BA8E77F2-FEEB-43E4-91B0-11AA978B0394}"/>
              </a:ext>
            </a:extLst>
          </p:cNvPr>
          <p:cNvSpPr>
            <a:spLocks xmlns:a="http://schemas.openxmlformats.org/drawingml/2006/main" noGrp="1"/>
          </p:cNvSpPr>
          <p:nvPr/>
        </p:nvSpPr>
        <p:spPr>
          <a:xfrm xmlns:a="http://schemas.openxmlformats.org/drawingml/2006/main">
            <a:off x="6115050" y="3381375"/>
            <a:ext cx="742950" cy="7429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1" name="!!storage-symbol-icon-0">
            <a:extLst xmlns:a="http://schemas.openxmlformats.org/drawingml/2006/main">
              <a:ext uri="{FF2B5EF4-FFF2-40B4-BE49-F238E27FC236}">
                <a16:creationId xmlns:a16="http://schemas.microsoft.com/office/drawing/2014/main" id="{9261E4E9-179B-4099-AE7E-F514A59472A7}"/>
              </a:ext>
            </a:extLst>
          </p:cNvPr>
          <p:cNvSpPr>
            <a:spLocks xmlns:a="http://schemas.openxmlformats.org/drawingml/2006/main" noGrp="1"/>
          </p:cNvSpPr>
          <p:nvPr/>
        </p:nvSpPr>
        <p:spPr>
          <a:xfrm xmlns:a="http://schemas.openxmlformats.org/drawingml/2006/main">
            <a:off x="6285929" y="3552254"/>
            <a:ext cx="401193" cy="401193"/>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42" name="!!db-rel">
            <a:extLst xmlns:a="http://schemas.openxmlformats.org/drawingml/2006/main">
              <a:ext uri="{FF2B5EF4-FFF2-40B4-BE49-F238E27FC236}">
                <a16:creationId xmlns:a16="http://schemas.microsoft.com/office/drawing/2014/main" id="{547716D4-DAD9-425C-B408-FB49218DFFF5}"/>
              </a:ext>
            </a:extLst>
          </p:cNvPr>
          <p:cNvSpPr>
            <a:spLocks xmlns:a="http://schemas.openxmlformats.org/drawingml/2006/main" noGrp="1"/>
          </p:cNvSpPr>
          <p:nvPr/>
        </p:nvSpPr>
        <p:spPr>
          <a:xfrm xmlns:a="http://schemas.openxmlformats.org/drawingml/2006/main">
            <a:off x="8010525" y="3638550"/>
            <a:ext cx="3533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A3BCAB"/>
                </a:solidFill>
                <a:latin typeface="Segoe UI"/>
                <a:ea typeface="Segoe UI"/>
                <a:cs typeface="Segoe UI"/>
              </a:defRPr>
            </a:pPr>
            <a:r>
              <a:rPr sz="1650" b="0">
                <a:solidFill>
                  <a:srgbClr val="A3BCAB"/>
                </a:solidFill>
                <a:latin typeface="Segoe UI"/>
                <a:ea typeface="Segoe UI"/>
                <a:cs typeface="Segoe UI"/>
              </a:rPr>
              <a:t>API đọc / ghi theo quyền</a:t>
            </a:r>
          </a:p>
        </p:txBody>
      </p:sp>
      <p:sp>
        <p:nvSpPr>
          <p:cNvPr id="43" name="!!storage-rel">
            <a:extLst xmlns:a="http://schemas.openxmlformats.org/drawingml/2006/main">
              <a:ext uri="{FF2B5EF4-FFF2-40B4-BE49-F238E27FC236}">
                <a16:creationId xmlns:a16="http://schemas.microsoft.com/office/drawing/2014/main" id="{FD467B2F-63A8-4414-9CE6-6FA0115E03AE}"/>
              </a:ext>
            </a:extLst>
          </p:cNvPr>
          <p:cNvSpPr>
            <a:spLocks xmlns:a="http://schemas.openxmlformats.org/drawingml/2006/main" noGrp="1"/>
          </p:cNvSpPr>
          <p:nvPr/>
        </p:nvSpPr>
        <p:spPr>
          <a:xfrm xmlns:a="http://schemas.openxmlformats.org/drawingml/2006/main">
            <a:off x="4762500" y="5600700"/>
            <a:ext cx="442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Browser tải tệp trực tiếp</a:t>
            </a:r>
          </a:p>
        </p:txBody>
      </p:sp>
      <p:sp>
        <p:nvSpPr>
          <p:cNvPr id="44" name="!!page">
            <a:extLst xmlns:a="http://schemas.openxmlformats.org/drawingml/2006/main">
              <a:ext uri="{FF2B5EF4-FFF2-40B4-BE49-F238E27FC236}">
                <a16:creationId xmlns:a16="http://schemas.microsoft.com/office/drawing/2014/main" id="{FA9CA6F8-4F20-4C0D-9A68-5703FCCB646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45" name="!!caption">
            <a:extLst xmlns:a="http://schemas.openxmlformats.org/drawingml/2006/main">
              <a:ext uri="{FF2B5EF4-FFF2-40B4-BE49-F238E27FC236}">
                <a16:creationId xmlns:a16="http://schemas.microsoft.com/office/drawing/2014/main" id="{50649360-FDB7-4C18-9533-2B9EA69E11A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28/09/2026 · Luồng cloud độc lập với Solana Devnet</a:t>
            </a:r>
          </a:p>
        </p:txBody>
      </p:sp>
    </p:spTree>
    <p:extLst>
      <p:ext uri="{BB962C8B-B14F-4D97-AF65-F5344CB8AC3E}">
        <p14:creationId xmlns:p14="http://schemas.microsoft.com/office/powerpoint/2010/main" val="103493199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225747e159ae407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8C30F379-2ACB-4816-BBDB-A306336351B7}"/>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3" name="!!chain-framework">
            <a:extLst xmlns:a="http://schemas.openxmlformats.org/drawingml/2006/main">
              <a:ext uri="{FF2B5EF4-FFF2-40B4-BE49-F238E27FC236}">
                <a16:creationId xmlns:a16="http://schemas.microsoft.com/office/drawing/2014/main" id="{D307197A-CE60-4339-AC14-540391FEC24E}"/>
              </a:ext>
            </a:extLst>
          </p:cNvPr>
          <p:cNvSpPr>
            <a:spLocks xmlns:a="http://schemas.openxmlformats.org/drawingml/2006/main" noGrp="1"/>
          </p:cNvSpPr>
          <p:nvPr/>
        </p:nvSpPr>
        <p:spPr>
          <a:xfrm xmlns:a="http://schemas.openxmlformats.org/drawingml/2006/main">
            <a:off x="609600" y="150495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166447"/>
                </a:solidFill>
                <a:latin typeface="Segoe UI"/>
                <a:ea typeface="Segoe UI"/>
                <a:cs typeface="Segoe UI"/>
              </a:defRPr>
            </a:pPr>
            <a:r>
              <a:rPr sz="1725" b="1">
                <a:solidFill>
                  <a:srgbClr val="166447"/>
                </a:solidFill>
                <a:latin typeface="Segoe UI"/>
                <a:ea typeface="Segoe UI"/>
                <a:cs typeface="Segoe UI"/>
              </a:rPr>
              <a:t>Rust + Anchor 0.31 · Solana Devnet</a:t>
            </a:r>
          </a:p>
        </p:txBody>
      </p:sp>
      <p:sp>
        <p:nvSpPr>
          <p:cNvPr id="4" name="!!custody-0-selection">
            <a:extLst xmlns:a="http://schemas.openxmlformats.org/drawingml/2006/main">
              <a:ext uri="{FF2B5EF4-FFF2-40B4-BE49-F238E27FC236}">
                <a16:creationId xmlns:a16="http://schemas.microsoft.com/office/drawing/2014/main" id="{E0D2EADF-3976-4226-92E2-C8CA90E6203B}"/>
              </a:ext>
            </a:extLst>
          </p:cNvPr>
          <p:cNvSpPr>
            <a:spLocks xmlns:a="http://schemas.openxmlformats.org/drawingml/2006/main" noGrp="1"/>
          </p:cNvSpPr>
          <p:nvPr/>
        </p:nvSpPr>
        <p:spPr>
          <a:xfrm xmlns:a="http://schemas.openxmlformats.org/drawingml/2006/main">
            <a:off x="581025" y="1971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custody-0-icon-0">
            <a:extLst xmlns:a="http://schemas.openxmlformats.org/drawingml/2006/main">
              <a:ext uri="{FF2B5EF4-FFF2-40B4-BE49-F238E27FC236}">
                <a16:creationId xmlns:a16="http://schemas.microsoft.com/office/drawing/2014/main" id="{A3267BEC-3A88-4EA9-B5AB-FB655ADA010B}"/>
              </a:ext>
            </a:extLst>
          </p:cNvPr>
          <p:cNvSpPr>
            <a:spLocks xmlns:a="http://schemas.openxmlformats.org/drawingml/2006/main" noGrp="1"/>
          </p:cNvSpPr>
          <p:nvPr/>
        </p:nvSpPr>
        <p:spPr>
          <a:xfrm xmlns:a="http://schemas.openxmlformats.org/drawingml/2006/main">
            <a:off x="747522" y="2138172"/>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6" name="!!custody-0-icon-1">
            <a:extLst xmlns:a="http://schemas.openxmlformats.org/drawingml/2006/main">
              <a:ext uri="{FF2B5EF4-FFF2-40B4-BE49-F238E27FC236}">
                <a16:creationId xmlns:a16="http://schemas.microsoft.com/office/drawing/2014/main" id="{D3761793-928F-49F5-BDEE-3AA39BFD2C5B}"/>
              </a:ext>
            </a:extLst>
          </p:cNvPr>
          <p:cNvSpPr>
            <a:spLocks xmlns:a="http://schemas.openxmlformats.org/drawingml/2006/main" noGrp="1"/>
          </p:cNvSpPr>
          <p:nvPr/>
        </p:nvSpPr>
        <p:spPr>
          <a:xfrm xmlns:a="http://schemas.openxmlformats.org/drawingml/2006/main">
            <a:off x="747522" y="2138172"/>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7" name="!!custody-0-icon-2">
            <a:extLst xmlns:a="http://schemas.openxmlformats.org/drawingml/2006/main">
              <a:ext uri="{FF2B5EF4-FFF2-40B4-BE49-F238E27FC236}">
                <a16:creationId xmlns:a16="http://schemas.microsoft.com/office/drawing/2014/main" id="{2E00B783-BEDA-4F15-845D-488F02C7A0BE}"/>
              </a:ext>
            </a:extLst>
          </p:cNvPr>
          <p:cNvSpPr>
            <a:spLocks xmlns:a="http://schemas.openxmlformats.org/drawingml/2006/main" noGrp="1"/>
          </p:cNvSpPr>
          <p:nvPr/>
        </p:nvSpPr>
        <p:spPr>
          <a:xfrm xmlns:a="http://schemas.openxmlformats.org/drawingml/2006/main">
            <a:off x="747522" y="2138172"/>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8" name="!!custody-0-label">
            <a:extLst xmlns:a="http://schemas.openxmlformats.org/drawingml/2006/main">
              <a:ext uri="{FF2B5EF4-FFF2-40B4-BE49-F238E27FC236}">
                <a16:creationId xmlns:a16="http://schemas.microsoft.com/office/drawing/2014/main" id="{3E2A75E7-37CC-4CAD-877E-B39387E54FB6}"/>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D268972E-3AFB-4BED-86DC-589B79066422}"/>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page">
            <a:extLst xmlns:a="http://schemas.openxmlformats.org/drawingml/2006/main">
              <a:ext uri="{FF2B5EF4-FFF2-40B4-BE49-F238E27FC236}">
                <a16:creationId xmlns:a16="http://schemas.microsoft.com/office/drawing/2014/main" id="{34EAA38F-757D-4F32-B2E8-2EF3B12B97A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11" name="!!caption">
            <a:extLst xmlns:a="http://schemas.openxmlformats.org/drawingml/2006/main">
              <a:ext uri="{FF2B5EF4-FFF2-40B4-BE49-F238E27FC236}">
                <a16:creationId xmlns:a16="http://schemas.microsoft.com/office/drawing/2014/main" id="{3FFE2226-4878-447D-BAA1-81F9E710DDF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spTree>
    <p:extLst>
      <p:ext uri="{BB962C8B-B14F-4D97-AF65-F5344CB8AC3E}">
        <p14:creationId xmlns:p14="http://schemas.microsoft.com/office/powerpoint/2010/main" val="161420634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9" name="!!backdrop"/>
          <p:cNvPicPr>
            <a:picLocks xmlns:a="http://schemas.openxmlformats.org/drawingml/2006/main" noChangeAspect="1"/>
          </p:cNvPicPr>
          <p:nvPr/>
        </p:nvPicPr>
        <p:blipFill>
          <a:blip xmlns:r="http://schemas.openxmlformats.org/officeDocument/2006/relationships" xmlns:a="http://schemas.openxmlformats.org/drawingml/2006/main" r:embed="R8162b3e568d9434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FD2BB6B-D2A0-4050-9FA0-2A3FFE0F1BDC}"/>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3" name="!!chain-framework">
            <a:extLst xmlns:a="http://schemas.openxmlformats.org/drawingml/2006/main">
              <a:ext uri="{FF2B5EF4-FFF2-40B4-BE49-F238E27FC236}">
                <a16:creationId xmlns:a16="http://schemas.microsoft.com/office/drawing/2014/main" id="{3C48AE72-8C97-4B68-B78B-A1EBF7BD1305}"/>
              </a:ext>
            </a:extLst>
          </p:cNvPr>
          <p:cNvSpPr>
            <a:spLocks xmlns:a="http://schemas.openxmlformats.org/drawingml/2006/main" noGrp="1"/>
          </p:cNvSpPr>
          <p:nvPr/>
        </p:nvSpPr>
        <p:spPr>
          <a:xfrm xmlns:a="http://schemas.openxmlformats.org/drawingml/2006/main">
            <a:off x="609600" y="150495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166447"/>
                </a:solidFill>
                <a:latin typeface="Segoe UI"/>
                <a:ea typeface="Segoe UI"/>
                <a:cs typeface="Segoe UI"/>
              </a:defRPr>
            </a:pPr>
            <a:r>
              <a:rPr sz="1725" b="1">
                <a:solidFill>
                  <a:srgbClr val="166447"/>
                </a:solidFill>
                <a:latin typeface="Segoe UI"/>
                <a:ea typeface="Segoe UI"/>
                <a:cs typeface="Segoe UI"/>
              </a:rPr>
              <a:t>Rust + Anchor 0.31 · Solana Devnet</a:t>
            </a:r>
          </a:p>
        </p:txBody>
      </p:sp>
      <p:sp>
        <p:nvSpPr>
          <p:cNvPr id="4" name="!!custody-0-selection">
            <a:extLst xmlns:a="http://schemas.openxmlformats.org/drawingml/2006/main">
              <a:ext uri="{FF2B5EF4-FFF2-40B4-BE49-F238E27FC236}">
                <a16:creationId xmlns:a16="http://schemas.microsoft.com/office/drawing/2014/main" id="{5FEE1845-586D-45D3-8227-649015AA2956}"/>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FCDE12B1-5DFC-45E2-81E1-86D8027C36F9}"/>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D0DF087B-D6A4-4866-8F2D-867C00FE3881}"/>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66838987-7BCD-4DAA-801D-75DF33DDEA5D}"/>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C223026D-DC94-4432-AB0D-44B5B27BAD5A}"/>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92EA1740-EDCE-49B7-A2B5-468D19C3CDD1}"/>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6187CFE2-9B63-4B2C-80ED-50E0D0FB9159}"/>
              </a:ext>
            </a:extLst>
          </p:cNvPr>
          <p:cNvSpPr>
            <a:spLocks xmlns:a="http://schemas.openxmlformats.org/drawingml/2006/main" noGrp="1"/>
          </p:cNvSpPr>
          <p:nvPr/>
        </p:nvSpPr>
        <p:spPr>
          <a:xfrm xmlns:a="http://schemas.openxmlformats.org/drawingml/2006/main">
            <a:off x="581025" y="3114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1" name="!!custody-1-icon-0">
            <a:extLst xmlns:a="http://schemas.openxmlformats.org/drawingml/2006/main">
              <a:ext uri="{FF2B5EF4-FFF2-40B4-BE49-F238E27FC236}">
                <a16:creationId xmlns:a16="http://schemas.microsoft.com/office/drawing/2014/main" id="{12A13EE7-94B0-43AA-BB2A-2018771170D4}"/>
              </a:ext>
            </a:extLst>
          </p:cNvPr>
          <p:cNvSpPr>
            <a:spLocks xmlns:a="http://schemas.openxmlformats.org/drawingml/2006/main" noGrp="1"/>
          </p:cNvSpPr>
          <p:nvPr/>
        </p:nvSpPr>
        <p:spPr>
          <a:xfrm xmlns:a="http://schemas.openxmlformats.org/drawingml/2006/main">
            <a:off x="747522" y="3281172"/>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12" name="!!custody-1-icon-1">
            <a:extLst xmlns:a="http://schemas.openxmlformats.org/drawingml/2006/main">
              <a:ext uri="{FF2B5EF4-FFF2-40B4-BE49-F238E27FC236}">
                <a16:creationId xmlns:a16="http://schemas.microsoft.com/office/drawing/2014/main" id="{DA5D31D6-0B36-4EBB-8F4A-E48BE4C94C1B}"/>
              </a:ext>
            </a:extLst>
          </p:cNvPr>
          <p:cNvSpPr>
            <a:spLocks xmlns:a="http://schemas.openxmlformats.org/drawingml/2006/main" noGrp="1"/>
          </p:cNvSpPr>
          <p:nvPr/>
        </p:nvSpPr>
        <p:spPr>
          <a:xfrm xmlns:a="http://schemas.openxmlformats.org/drawingml/2006/main">
            <a:off x="747522" y="3281172"/>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13" name="!!custody-1-icon-2">
            <a:extLst xmlns:a="http://schemas.openxmlformats.org/drawingml/2006/main">
              <a:ext uri="{FF2B5EF4-FFF2-40B4-BE49-F238E27FC236}">
                <a16:creationId xmlns:a16="http://schemas.microsoft.com/office/drawing/2014/main" id="{11D6C92C-CD9B-4F62-AD14-A64290D1D5A4}"/>
              </a:ext>
            </a:extLst>
          </p:cNvPr>
          <p:cNvSpPr>
            <a:spLocks xmlns:a="http://schemas.openxmlformats.org/drawingml/2006/main" noGrp="1"/>
          </p:cNvSpPr>
          <p:nvPr/>
        </p:nvSpPr>
        <p:spPr>
          <a:xfrm xmlns:a="http://schemas.openxmlformats.org/drawingml/2006/main">
            <a:off x="747522" y="3281172"/>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cxnSp>
        <p:nvCxnSpPr>
          <p:cNvPr id="32"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461D8A07-B222-42BF-A632-597C18257F57}"/>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EB42050E-90D4-436E-9389-8DF5573B2C7F}"/>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page">
            <a:extLst xmlns:a="http://schemas.openxmlformats.org/drawingml/2006/main">
              <a:ext uri="{FF2B5EF4-FFF2-40B4-BE49-F238E27FC236}">
                <a16:creationId xmlns:a16="http://schemas.microsoft.com/office/drawing/2014/main" id="{A78C4847-8618-46BA-AD49-E18D701EC71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18" name="!!caption">
            <a:extLst xmlns:a="http://schemas.openxmlformats.org/drawingml/2006/main">
              <a:ext uri="{FF2B5EF4-FFF2-40B4-BE49-F238E27FC236}">
                <a16:creationId xmlns:a16="http://schemas.microsoft.com/office/drawing/2014/main" id="{8F43B972-52D7-4F26-9572-F2E7C800FFB1}"/>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spTree>
    <p:extLst>
      <p:ext uri="{BB962C8B-B14F-4D97-AF65-F5344CB8AC3E}">
        <p14:creationId xmlns:p14="http://schemas.microsoft.com/office/powerpoint/2010/main" val="67437412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9.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6" name="!!backdrop"/>
          <p:cNvPicPr>
            <a:picLocks xmlns:a="http://schemas.openxmlformats.org/drawingml/2006/main" noChangeAspect="1"/>
          </p:cNvPicPr>
          <p:nvPr/>
        </p:nvPicPr>
        <p:blipFill>
          <a:blip xmlns:r="http://schemas.openxmlformats.org/officeDocument/2006/relationships" xmlns:a="http://schemas.openxmlformats.org/drawingml/2006/main" r:embed="R4056399d3bb9436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445984E3-2660-4BCC-ACE1-54DCE013A3E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3" name="!!chain-framework">
            <a:extLst xmlns:a="http://schemas.openxmlformats.org/drawingml/2006/main">
              <a:ext uri="{FF2B5EF4-FFF2-40B4-BE49-F238E27FC236}">
                <a16:creationId xmlns:a16="http://schemas.microsoft.com/office/drawing/2014/main" id="{A25913AB-718C-4480-93FB-71EB6691DC13}"/>
              </a:ext>
            </a:extLst>
          </p:cNvPr>
          <p:cNvSpPr>
            <a:spLocks xmlns:a="http://schemas.openxmlformats.org/drawingml/2006/main" noGrp="1"/>
          </p:cNvSpPr>
          <p:nvPr/>
        </p:nvSpPr>
        <p:spPr>
          <a:xfrm xmlns:a="http://schemas.openxmlformats.org/drawingml/2006/main">
            <a:off x="609600" y="150495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166447"/>
                </a:solidFill>
                <a:latin typeface="Segoe UI"/>
                <a:ea typeface="Segoe UI"/>
                <a:cs typeface="Segoe UI"/>
              </a:defRPr>
            </a:pPr>
            <a:r>
              <a:rPr sz="1725" b="1">
                <a:solidFill>
                  <a:srgbClr val="166447"/>
                </a:solidFill>
                <a:latin typeface="Segoe UI"/>
                <a:ea typeface="Segoe UI"/>
                <a:cs typeface="Segoe UI"/>
              </a:rPr>
              <a:t>Rust + Anchor 0.31 · Solana Devnet</a:t>
            </a:r>
          </a:p>
        </p:txBody>
      </p:sp>
      <p:sp>
        <p:nvSpPr>
          <p:cNvPr id="4" name="!!custody-0-selection">
            <a:extLst xmlns:a="http://schemas.openxmlformats.org/drawingml/2006/main">
              <a:ext uri="{FF2B5EF4-FFF2-40B4-BE49-F238E27FC236}">
                <a16:creationId xmlns:a16="http://schemas.microsoft.com/office/drawing/2014/main" id="{84AED978-80ED-421C-A1CE-A9D721233C16}"/>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931F9A92-79CE-4543-9E73-F3900F4696E1}"/>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9B26521C-A9FB-4974-8A7D-690CB201FADB}"/>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ED6C5D22-65CD-4F38-AC10-D5E478491104}"/>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2FEE077B-0192-4788-91DF-DBAC33BE75A4}"/>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CB4B2538-EDAD-4241-9EDE-5F436172B259}"/>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CFBA64C0-C77C-4309-8AA6-0CDF707F9EA4}"/>
              </a:ext>
            </a:extLst>
          </p:cNvPr>
          <p:cNvSpPr>
            <a:spLocks xmlns:a="http://schemas.openxmlformats.org/drawingml/2006/main" noGrp="1"/>
          </p:cNvSpPr>
          <p:nvPr/>
        </p:nvSpPr>
        <p:spPr>
          <a:xfrm xmlns:a="http://schemas.openxmlformats.org/drawingml/2006/main">
            <a:off x="657225" y="3190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1" name="!!custody-1-icon-0">
            <a:extLst xmlns:a="http://schemas.openxmlformats.org/drawingml/2006/main">
              <a:ext uri="{FF2B5EF4-FFF2-40B4-BE49-F238E27FC236}">
                <a16:creationId xmlns:a16="http://schemas.microsoft.com/office/drawing/2014/main" id="{B8B8F70C-3E63-4629-9FED-1BB7C45A986B}"/>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12" name="!!custody-1-icon-1">
            <a:extLst xmlns:a="http://schemas.openxmlformats.org/drawingml/2006/main">
              <a:ext uri="{FF2B5EF4-FFF2-40B4-BE49-F238E27FC236}">
                <a16:creationId xmlns:a16="http://schemas.microsoft.com/office/drawing/2014/main" id="{7E34EB2B-88C4-406F-A5E3-81673E9B440D}"/>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3" name="!!custody-1-icon-2">
            <a:extLst xmlns:a="http://schemas.openxmlformats.org/drawingml/2006/main">
              <a:ext uri="{FF2B5EF4-FFF2-40B4-BE49-F238E27FC236}">
                <a16:creationId xmlns:a16="http://schemas.microsoft.com/office/drawing/2014/main" id="{E630845E-1504-4D4C-82C9-5B8F1439B2D2}"/>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cxnSp>
        <p:nvCxnSpPr>
          <p:cNvPr id="39"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5715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E82EA6C9-3D90-4FFD-A3A3-AEB3AD6552AB}"/>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D8374183-51AA-482C-837A-F65ED4FC9B05}"/>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custody-2-selection">
            <a:extLst xmlns:a="http://schemas.openxmlformats.org/drawingml/2006/main">
              <a:ext uri="{FF2B5EF4-FFF2-40B4-BE49-F238E27FC236}">
                <a16:creationId xmlns:a16="http://schemas.microsoft.com/office/drawing/2014/main" id="{1222E1D3-C346-4883-8B95-EA8F40F80723}"/>
              </a:ext>
            </a:extLst>
          </p:cNvPr>
          <p:cNvSpPr>
            <a:spLocks xmlns:a="http://schemas.openxmlformats.org/drawingml/2006/main" noGrp="1"/>
          </p:cNvSpPr>
          <p:nvPr/>
        </p:nvSpPr>
        <p:spPr>
          <a:xfrm xmlns:a="http://schemas.openxmlformats.org/drawingml/2006/main">
            <a:off x="581025" y="4257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custody-2-icon-0">
            <a:extLst xmlns:a="http://schemas.openxmlformats.org/drawingml/2006/main">
              <a:ext uri="{FF2B5EF4-FFF2-40B4-BE49-F238E27FC236}">
                <a16:creationId xmlns:a16="http://schemas.microsoft.com/office/drawing/2014/main" id="{B438526F-1F94-49FD-AD8C-D39C1B1A209A}"/>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9" name="!!custody-2-icon-1">
            <a:extLst xmlns:a="http://schemas.openxmlformats.org/drawingml/2006/main">
              <a:ext uri="{FF2B5EF4-FFF2-40B4-BE49-F238E27FC236}">
                <a16:creationId xmlns:a16="http://schemas.microsoft.com/office/drawing/2014/main" id="{F92646D6-89CC-4C13-9969-DBBEBD71F67C}"/>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20" name="!!custody-2-icon-2">
            <a:extLst xmlns:a="http://schemas.openxmlformats.org/drawingml/2006/main">
              <a:ext uri="{FF2B5EF4-FFF2-40B4-BE49-F238E27FC236}">
                <a16:creationId xmlns:a16="http://schemas.microsoft.com/office/drawing/2014/main" id="{934688CF-2C97-4D36-B89E-C0EF5F77B9D1}"/>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cxnSp>
        <p:nvCxnSpPr>
          <p:cNvPr id="46" name="!!connector-12-1"/>
          <p:cNvCxnSpPr>
            <a:stCxn xmlns:a="http://schemas.openxmlformats.org/drawingml/2006/main" id="10" idx="4"/>
            <a:endCxn xmlns:a="http://schemas.openxmlformats.org/drawingml/2006/main" id="17" idx="0"/>
          </p:cNvCxnSpPr>
          <p:nvPr/>
        </p:nvCxnSpPr>
        <p:spPr>
          <a:xfrm xmlns:a="http://schemas.openxmlformats.org/drawingml/2006/main">
            <a:off x="942975" y="3762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22" name="!!custody-2-label">
            <a:extLst xmlns:a="http://schemas.openxmlformats.org/drawingml/2006/main">
              <a:ext uri="{FF2B5EF4-FFF2-40B4-BE49-F238E27FC236}">
                <a16:creationId xmlns:a16="http://schemas.microsoft.com/office/drawing/2014/main" id="{020AE27D-7021-4450-8EC9-8FF399454C6E}"/>
              </a:ext>
            </a:extLst>
          </p:cNvPr>
          <p:cNvSpPr>
            <a:spLocks xmlns:a="http://schemas.openxmlformats.org/drawingml/2006/main" noGrp="1"/>
          </p:cNvSpPr>
          <p:nvPr/>
        </p:nvSpPr>
        <p:spPr>
          <a:xfrm xmlns:a="http://schemas.openxmlformats.org/drawingml/2006/main">
            <a:off x="1447800" y="4314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Custody đổi trạng thái</a:t>
            </a:r>
          </a:p>
        </p:txBody>
      </p:sp>
      <p:sp>
        <p:nvSpPr>
          <p:cNvPr id="23" name="!!custody-2-detail">
            <a:extLst xmlns:a="http://schemas.openxmlformats.org/drawingml/2006/main">
              <a:ext uri="{FF2B5EF4-FFF2-40B4-BE49-F238E27FC236}">
                <a16:creationId xmlns:a16="http://schemas.microsoft.com/office/drawing/2014/main" id="{6EEAC286-A915-49FF-8D1F-75103F7D7335}"/>
              </a:ext>
            </a:extLst>
          </p:cNvPr>
          <p:cNvSpPr>
            <a:spLocks xmlns:a="http://schemas.openxmlformats.org/drawingml/2006/main" noGrp="1"/>
          </p:cNvSpPr>
          <p:nvPr/>
        </p:nvSpPr>
        <p:spPr>
          <a:xfrm xmlns:a="http://schemas.openxmlformats.org/drawingml/2006/main">
            <a:off x="1447800" y="4886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Chỉ sau chữ ký chấp nhận</a:t>
            </a:r>
          </a:p>
        </p:txBody>
      </p:sp>
      <p:sp>
        <p:nvSpPr>
          <p:cNvPr id="24" name="!!page">
            <a:extLst xmlns:a="http://schemas.openxmlformats.org/drawingml/2006/main">
              <a:ext uri="{FF2B5EF4-FFF2-40B4-BE49-F238E27FC236}">
                <a16:creationId xmlns:a16="http://schemas.microsoft.com/office/drawing/2014/main" id="{F19B53AE-E0ED-4B8A-80AD-DC46D415C54D}"/>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25" name="!!caption">
            <a:extLst xmlns:a="http://schemas.openxmlformats.org/drawingml/2006/main">
              <a:ext uri="{FF2B5EF4-FFF2-40B4-BE49-F238E27FC236}">
                <a16:creationId xmlns:a16="http://schemas.microsoft.com/office/drawing/2014/main" id="{87196568-BBED-4773-B7FB-5F4BE0739332}"/>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spTree>
    <p:extLst>
      <p:ext uri="{BB962C8B-B14F-4D97-AF65-F5344CB8AC3E}">
        <p14:creationId xmlns:p14="http://schemas.microsoft.com/office/powerpoint/2010/main" val="17328832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0.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7" name="!!backdrop"/>
          <p:cNvPicPr>
            <a:picLocks xmlns:a="http://schemas.openxmlformats.org/drawingml/2006/main" noChangeAspect="1"/>
          </p:cNvPicPr>
          <p:nvPr/>
        </p:nvPicPr>
        <p:blipFill>
          <a:blip xmlns:r="http://schemas.openxmlformats.org/officeDocument/2006/relationships" xmlns:a="http://schemas.openxmlformats.org/drawingml/2006/main" r:embed="R2c84fe5be9e64ff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68FEEDE-3570-4BA0-8F57-A2E24BF4439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3" name="!!chain-framework">
            <a:extLst xmlns:a="http://schemas.openxmlformats.org/drawingml/2006/main">
              <a:ext uri="{FF2B5EF4-FFF2-40B4-BE49-F238E27FC236}">
                <a16:creationId xmlns:a16="http://schemas.microsoft.com/office/drawing/2014/main" id="{341F6D6B-D384-40C7-AA9F-960D27ADDFBA}"/>
              </a:ext>
            </a:extLst>
          </p:cNvPr>
          <p:cNvSpPr>
            <a:spLocks xmlns:a="http://schemas.openxmlformats.org/drawingml/2006/main" noGrp="1"/>
          </p:cNvSpPr>
          <p:nvPr/>
        </p:nvSpPr>
        <p:spPr>
          <a:xfrm xmlns:a="http://schemas.openxmlformats.org/drawingml/2006/main">
            <a:off x="609600" y="150495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166447"/>
                </a:solidFill>
                <a:latin typeface="Segoe UI"/>
                <a:ea typeface="Segoe UI"/>
                <a:cs typeface="Segoe UI"/>
              </a:defRPr>
            </a:pPr>
            <a:r>
              <a:rPr sz="1725" b="1">
                <a:solidFill>
                  <a:srgbClr val="166447"/>
                </a:solidFill>
                <a:latin typeface="Segoe UI"/>
                <a:ea typeface="Segoe UI"/>
                <a:cs typeface="Segoe UI"/>
              </a:rPr>
              <a:t>Rust + Anchor 0.31 · Solana Devnet</a:t>
            </a:r>
          </a:p>
        </p:txBody>
      </p:sp>
      <p:sp>
        <p:nvSpPr>
          <p:cNvPr id="4" name="!!custody-0-selection">
            <a:extLst xmlns:a="http://schemas.openxmlformats.org/drawingml/2006/main">
              <a:ext uri="{FF2B5EF4-FFF2-40B4-BE49-F238E27FC236}">
                <a16:creationId xmlns:a16="http://schemas.microsoft.com/office/drawing/2014/main" id="{FFAF1C2C-930B-4F5F-81A0-F3672C47217F}"/>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376BE38E-308E-4415-BE8E-20B727294646}"/>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9E805ED0-3C02-42ED-B0FB-BB7F1FBDFF0F}"/>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4AD948F0-F20B-497A-9847-05E52DF2D41D}"/>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15D3439A-FDE7-42F5-B121-728513BF72B8}"/>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4A2925FD-6170-4216-A249-9504FC1A4BE1}"/>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55AF4E73-3D41-4BC3-824D-F1DFFA56B57D}"/>
              </a:ext>
            </a:extLst>
          </p:cNvPr>
          <p:cNvSpPr>
            <a:spLocks xmlns:a="http://schemas.openxmlformats.org/drawingml/2006/main" noGrp="1"/>
          </p:cNvSpPr>
          <p:nvPr/>
        </p:nvSpPr>
        <p:spPr>
          <a:xfrm xmlns:a="http://schemas.openxmlformats.org/drawingml/2006/main">
            <a:off x="657225" y="3190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1" name="!!custody-1-icon-0">
            <a:extLst xmlns:a="http://schemas.openxmlformats.org/drawingml/2006/main">
              <a:ext uri="{FF2B5EF4-FFF2-40B4-BE49-F238E27FC236}">
                <a16:creationId xmlns:a16="http://schemas.microsoft.com/office/drawing/2014/main" id="{10908D45-38E8-494F-81CC-6BF01D4A85DC}"/>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12" name="!!custody-1-icon-1">
            <a:extLst xmlns:a="http://schemas.openxmlformats.org/drawingml/2006/main">
              <a:ext uri="{FF2B5EF4-FFF2-40B4-BE49-F238E27FC236}">
                <a16:creationId xmlns:a16="http://schemas.microsoft.com/office/drawing/2014/main" id="{F45E2D75-80D2-43DC-AFD4-74A5728D2C16}"/>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3" name="!!custody-1-icon-2">
            <a:extLst xmlns:a="http://schemas.openxmlformats.org/drawingml/2006/main">
              <a:ext uri="{FF2B5EF4-FFF2-40B4-BE49-F238E27FC236}">
                <a16:creationId xmlns:a16="http://schemas.microsoft.com/office/drawing/2014/main" id="{8F7E1105-A034-40A7-903A-9912A02DA5D1}"/>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cxnSp>
        <p:nvCxnSpPr>
          <p:cNvPr id="40"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5715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35803B08-DBEC-4BE7-88FE-B899A72CCDCD}"/>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7C3D33B2-C6E1-499F-8391-0405CC607198}"/>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custody-2-selection">
            <a:extLst xmlns:a="http://schemas.openxmlformats.org/drawingml/2006/main">
              <a:ext uri="{FF2B5EF4-FFF2-40B4-BE49-F238E27FC236}">
                <a16:creationId xmlns:a16="http://schemas.microsoft.com/office/drawing/2014/main" id="{304269A4-9285-4F59-847F-7AFBFA30485E}"/>
              </a:ext>
            </a:extLst>
          </p:cNvPr>
          <p:cNvSpPr>
            <a:spLocks xmlns:a="http://schemas.openxmlformats.org/drawingml/2006/main" noGrp="1"/>
          </p:cNvSpPr>
          <p:nvPr/>
        </p:nvSpPr>
        <p:spPr>
          <a:xfrm xmlns:a="http://schemas.openxmlformats.org/drawingml/2006/main">
            <a:off x="581025" y="4257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custody-2-icon-0">
            <a:extLst xmlns:a="http://schemas.openxmlformats.org/drawingml/2006/main">
              <a:ext uri="{FF2B5EF4-FFF2-40B4-BE49-F238E27FC236}">
                <a16:creationId xmlns:a16="http://schemas.microsoft.com/office/drawing/2014/main" id="{C77EC338-3F6C-4F76-9DBA-158821142BA2}"/>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9" name="!!custody-2-icon-1">
            <a:extLst xmlns:a="http://schemas.openxmlformats.org/drawingml/2006/main">
              <a:ext uri="{FF2B5EF4-FFF2-40B4-BE49-F238E27FC236}">
                <a16:creationId xmlns:a16="http://schemas.microsoft.com/office/drawing/2014/main" id="{9EC5D341-163D-44FA-BF2B-D23F584E76A8}"/>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20" name="!!custody-2-icon-2">
            <a:extLst xmlns:a="http://schemas.openxmlformats.org/drawingml/2006/main">
              <a:ext uri="{FF2B5EF4-FFF2-40B4-BE49-F238E27FC236}">
                <a16:creationId xmlns:a16="http://schemas.microsoft.com/office/drawing/2014/main" id="{092F2B65-FD52-4515-8E2A-3B5FEB712B9C}"/>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cxnSp>
        <p:nvCxnSpPr>
          <p:cNvPr id="47" name="!!connector-12-1"/>
          <p:cNvCxnSpPr>
            <a:stCxn xmlns:a="http://schemas.openxmlformats.org/drawingml/2006/main" id="10" idx="4"/>
            <a:endCxn xmlns:a="http://schemas.openxmlformats.org/drawingml/2006/main" id="17" idx="0"/>
          </p:cNvCxnSpPr>
          <p:nvPr/>
        </p:nvCxnSpPr>
        <p:spPr>
          <a:xfrm xmlns:a="http://schemas.openxmlformats.org/drawingml/2006/main">
            <a:off x="942975" y="3762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22" name="!!custody-2-label">
            <a:extLst xmlns:a="http://schemas.openxmlformats.org/drawingml/2006/main">
              <a:ext uri="{FF2B5EF4-FFF2-40B4-BE49-F238E27FC236}">
                <a16:creationId xmlns:a16="http://schemas.microsoft.com/office/drawing/2014/main" id="{369D6144-E41D-40A4-B327-E3C0D3C84DB4}"/>
              </a:ext>
            </a:extLst>
          </p:cNvPr>
          <p:cNvSpPr>
            <a:spLocks xmlns:a="http://schemas.openxmlformats.org/drawingml/2006/main" noGrp="1"/>
          </p:cNvSpPr>
          <p:nvPr/>
        </p:nvSpPr>
        <p:spPr>
          <a:xfrm xmlns:a="http://schemas.openxmlformats.org/drawingml/2006/main">
            <a:off x="1447800" y="4314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Custody đổi trạng thái</a:t>
            </a:r>
          </a:p>
        </p:txBody>
      </p:sp>
      <p:sp>
        <p:nvSpPr>
          <p:cNvPr id="23" name="!!custody-2-detail">
            <a:extLst xmlns:a="http://schemas.openxmlformats.org/drawingml/2006/main">
              <a:ext uri="{FF2B5EF4-FFF2-40B4-BE49-F238E27FC236}">
                <a16:creationId xmlns:a16="http://schemas.microsoft.com/office/drawing/2014/main" id="{C7E6E951-E80B-4D1A-A2E7-0093955C92E9}"/>
              </a:ext>
            </a:extLst>
          </p:cNvPr>
          <p:cNvSpPr>
            <a:spLocks xmlns:a="http://schemas.openxmlformats.org/drawingml/2006/main" noGrp="1"/>
          </p:cNvSpPr>
          <p:nvPr/>
        </p:nvSpPr>
        <p:spPr>
          <a:xfrm xmlns:a="http://schemas.openxmlformats.org/drawingml/2006/main">
            <a:off x="1447800" y="4886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Chỉ sau chữ ký chấp nhận</a:t>
            </a:r>
          </a:p>
        </p:txBody>
      </p:sp>
      <p:sp>
        <p:nvSpPr>
          <p:cNvPr id="24" name="!!custody-boundary">
            <a:extLst xmlns:a="http://schemas.openxmlformats.org/drawingml/2006/main">
              <a:ext uri="{FF2B5EF4-FFF2-40B4-BE49-F238E27FC236}">
                <a16:creationId xmlns:a16="http://schemas.microsoft.com/office/drawing/2014/main" id="{8299242F-C042-42A1-9D8B-CDD3D16ABE20}"/>
              </a:ext>
            </a:extLst>
          </p:cNvPr>
          <p:cNvSpPr>
            <a:spLocks xmlns:a="http://schemas.openxmlformats.org/drawingml/2006/main" noGrp="1"/>
          </p:cNvSpPr>
          <p:nvPr/>
        </p:nvSpPr>
        <p:spPr>
          <a:xfrm xmlns:a="http://schemas.openxmlformats.org/drawingml/2006/main">
            <a:off x="609600" y="5581650"/>
            <a:ext cx="561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Trạng thái số cần bằng chứng</a:t>
            </a:r>
          </a:p>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về giao hàng ngoài đời</a:t>
            </a:r>
          </a:p>
        </p:txBody>
      </p:sp>
      <p:sp>
        <p:nvSpPr>
          <p:cNvPr id="25" name="!!page">
            <a:extLst xmlns:a="http://schemas.openxmlformats.org/drawingml/2006/main">
              <a:ext uri="{FF2B5EF4-FFF2-40B4-BE49-F238E27FC236}">
                <a16:creationId xmlns:a16="http://schemas.microsoft.com/office/drawing/2014/main" id="{A2F2DC18-C4D7-4D7E-9473-87056443BC5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26" name="!!caption">
            <a:extLst xmlns:a="http://schemas.openxmlformats.org/drawingml/2006/main">
              <a:ext uri="{FF2B5EF4-FFF2-40B4-BE49-F238E27FC236}">
                <a16:creationId xmlns:a16="http://schemas.microsoft.com/office/drawing/2014/main" id="{C3843852-3B51-470A-B567-B9342A8569C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spTree>
    <p:extLst>
      <p:ext uri="{BB962C8B-B14F-4D97-AF65-F5344CB8AC3E}">
        <p14:creationId xmlns:p14="http://schemas.microsoft.com/office/powerpoint/2010/main" val="1507870710"/>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404cf01b23ad426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39C1AA44-0842-46F3-A496-4E4BC74AC9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BA8EA891-5496-4BC2-9B61-241498383DF1}"/>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6154451F-7D6C-4FDF-B4DC-E630A490DFF0}"/>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signed-icon-0">
            <a:extLst xmlns:a="http://schemas.openxmlformats.org/drawingml/2006/main">
              <a:ext uri="{FF2B5EF4-FFF2-40B4-BE49-F238E27FC236}">
                <a16:creationId xmlns:a16="http://schemas.microsoft.com/office/drawing/2014/main" id="{9840341E-EA63-453E-B456-AD5F1B1B0563}"/>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6" name="!!signed-icon-1">
            <a:extLst xmlns:a="http://schemas.openxmlformats.org/drawingml/2006/main">
              <a:ext uri="{FF2B5EF4-FFF2-40B4-BE49-F238E27FC236}">
                <a16:creationId xmlns:a16="http://schemas.microsoft.com/office/drawing/2014/main" id="{67D13101-C789-4771-8483-82902615863F}"/>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7" name="!!signed-icon-2">
            <a:extLst xmlns:a="http://schemas.openxmlformats.org/drawingml/2006/main">
              <a:ext uri="{FF2B5EF4-FFF2-40B4-BE49-F238E27FC236}">
                <a16:creationId xmlns:a16="http://schemas.microsoft.com/office/drawing/2014/main" id="{2F272C83-E481-4514-8818-82E35ABAC9ED}"/>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8" name="!!signed-label">
            <a:extLst xmlns:a="http://schemas.openxmlformats.org/drawingml/2006/main">
              <a:ext uri="{FF2B5EF4-FFF2-40B4-BE49-F238E27FC236}">
                <a16:creationId xmlns:a16="http://schemas.microsoft.com/office/drawing/2014/main" id="{3B0D7838-08AE-4881-BD6D-F2DF63AA47D7}"/>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FC6BE21F-53F0-4EF5-907A-308ABF8BE0DC}"/>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page">
            <a:extLst xmlns:a="http://schemas.openxmlformats.org/drawingml/2006/main">
              <a:ext uri="{FF2B5EF4-FFF2-40B4-BE49-F238E27FC236}">
                <a16:creationId xmlns:a16="http://schemas.microsoft.com/office/drawing/2014/main" id="{019FF3D9-CD56-4090-90EB-847FA86A046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11" name="!!caption">
            <a:extLst xmlns:a="http://schemas.openxmlformats.org/drawingml/2006/main">
              <a:ext uri="{FF2B5EF4-FFF2-40B4-BE49-F238E27FC236}">
                <a16:creationId xmlns:a16="http://schemas.microsoft.com/office/drawing/2014/main" id="{859B5B30-8000-4AAF-A76F-D57099E4AA1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79035749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7" name="!!backdrop"/>
          <p:cNvPicPr>
            <a:picLocks xmlns:a="http://schemas.openxmlformats.org/drawingml/2006/main" noChangeAspect="1"/>
          </p:cNvPicPr>
          <p:nvPr/>
        </p:nvPicPr>
        <p:blipFill>
          <a:blip xmlns:r="http://schemas.openxmlformats.org/officeDocument/2006/relationships" xmlns:a="http://schemas.openxmlformats.org/drawingml/2006/main" r:embed="Ra78ab7e7c45343e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F89715F-4A3B-4E22-8E8C-3D0F116D44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47B30C26-471B-4CB8-B80D-21A0E86FC56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0D9E280C-D880-4041-84BC-B23AD6E39F76}"/>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signed-icon-0">
            <a:extLst xmlns:a="http://schemas.openxmlformats.org/drawingml/2006/main">
              <a:ext uri="{FF2B5EF4-FFF2-40B4-BE49-F238E27FC236}">
                <a16:creationId xmlns:a16="http://schemas.microsoft.com/office/drawing/2014/main" id="{22E3DA49-55D7-45A7-AE60-F136A55D1FD5}"/>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A3BCAB"/>
            </a:solidFill>
            <a:prstDash val="solid"/>
          </a:ln>
        </p:spPr>
      </p:sp>
      <p:sp>
        <p:nvSpPr>
          <p:cNvPr id="6" name="!!signed-icon-1">
            <a:extLst xmlns:a="http://schemas.openxmlformats.org/drawingml/2006/main">
              <a:ext uri="{FF2B5EF4-FFF2-40B4-BE49-F238E27FC236}">
                <a16:creationId xmlns:a16="http://schemas.microsoft.com/office/drawing/2014/main" id="{E5A189C3-9491-4643-B1FC-581DA713AA22}"/>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A3BCAB"/>
            </a:solidFill>
            <a:prstDash val="solid"/>
          </a:ln>
        </p:spPr>
      </p:sp>
      <p:sp>
        <p:nvSpPr>
          <p:cNvPr id="7" name="!!signed-icon-2">
            <a:extLst xmlns:a="http://schemas.openxmlformats.org/drawingml/2006/main">
              <a:ext uri="{FF2B5EF4-FFF2-40B4-BE49-F238E27FC236}">
                <a16:creationId xmlns:a16="http://schemas.microsoft.com/office/drawing/2014/main" id="{CBC8F4D1-90DD-407C-B4F7-D88BA04915FE}"/>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A3BCAB"/>
            </a:solidFill>
            <a:prstDash val="solid"/>
          </a:ln>
        </p:spPr>
      </p:sp>
      <p:sp>
        <p:nvSpPr>
          <p:cNvPr id="8" name="!!signed-label">
            <a:extLst xmlns:a="http://schemas.openxmlformats.org/drawingml/2006/main">
              <a:ext uri="{FF2B5EF4-FFF2-40B4-BE49-F238E27FC236}">
                <a16:creationId xmlns:a16="http://schemas.microsoft.com/office/drawing/2014/main" id="{C2A914E4-3C68-44F8-A38F-86817CEB0649}"/>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0227F83E-ADE4-4204-B812-649D21044D25}"/>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audit-selection">
            <a:extLst xmlns:a="http://schemas.openxmlformats.org/drawingml/2006/main">
              <a:ext uri="{FF2B5EF4-FFF2-40B4-BE49-F238E27FC236}">
                <a16:creationId xmlns:a16="http://schemas.microsoft.com/office/drawing/2014/main" id="{CDFA7008-3EB1-4320-9077-25F2C09ABD61}"/>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1" name="!!audit-icon-0">
            <a:extLst xmlns:a="http://schemas.openxmlformats.org/drawingml/2006/main">
              <a:ext uri="{FF2B5EF4-FFF2-40B4-BE49-F238E27FC236}">
                <a16:creationId xmlns:a16="http://schemas.microsoft.com/office/drawing/2014/main" id="{4A4C8797-97A9-47B4-A581-B0E7E0ABC1B8}"/>
              </a:ext>
            </a:extLst>
          </p:cNvPr>
          <p:cNvSpPr>
            <a:spLocks xmlns:a="http://schemas.openxmlformats.org/drawingml/2006/main" noGrp="1"/>
          </p:cNvSpPr>
          <p:nvPr/>
        </p:nvSpPr>
        <p:spPr>
          <a:xfrm xmlns:a="http://schemas.openxmlformats.org/drawingml/2006/main">
            <a:off x="789622" y="3551873"/>
            <a:ext cx="325755"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2" name="!!audit-icon-1">
            <a:extLst xmlns:a="http://schemas.openxmlformats.org/drawingml/2006/main">
              <a:ext uri="{FF2B5EF4-FFF2-40B4-BE49-F238E27FC236}">
                <a16:creationId xmlns:a16="http://schemas.microsoft.com/office/drawing/2014/main" id="{20B02FB0-1AE8-4A29-803B-2BE6559F0F74}"/>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13" name="!!audit-label">
            <a:extLst xmlns:a="http://schemas.openxmlformats.org/drawingml/2006/main">
              <a:ext uri="{FF2B5EF4-FFF2-40B4-BE49-F238E27FC236}">
                <a16:creationId xmlns:a16="http://schemas.microsoft.com/office/drawing/2014/main" id="{4E9C5E18-4E04-43FC-AF0F-FFC84A179DEC}"/>
              </a:ext>
            </a:extLst>
          </p:cNvPr>
          <p:cNvSpPr>
            <a:spLocks xmlns:a="http://schemas.openxmlformats.org/drawingml/2006/main" noGrp="1"/>
          </p:cNvSpPr>
          <p:nvPr/>
        </p:nvSpPr>
        <p:spPr>
          <a:xfrm xmlns:a="http://schemas.openxmlformats.org/drawingml/2006/main">
            <a:off x="1524000" y="337185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Lịch sử để đối chiếu</a:t>
            </a:r>
          </a:p>
        </p:txBody>
      </p:sp>
      <p:sp>
        <p:nvSpPr>
          <p:cNvPr id="14" name="!!audit-detail">
            <a:extLst xmlns:a="http://schemas.openxmlformats.org/drawingml/2006/main">
              <a:ext uri="{FF2B5EF4-FFF2-40B4-BE49-F238E27FC236}">
                <a16:creationId xmlns:a16="http://schemas.microsoft.com/office/drawing/2014/main" id="{AB2ABDF8-F810-4E2A-A580-CFB9A3509DA9}"/>
              </a:ext>
            </a:extLst>
          </p:cNvPr>
          <p:cNvSpPr>
            <a:spLocks xmlns:a="http://schemas.openxmlformats.org/drawingml/2006/main" noGrp="1"/>
          </p:cNvSpPr>
          <p:nvPr/>
        </p:nvSpPr>
        <p:spPr>
          <a:xfrm xmlns:a="http://schemas.openxmlformats.org/drawingml/2006/main">
            <a:off x="1524000" y="394335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Bản ghi số và transaction liên quan</a:t>
            </a:r>
          </a:p>
        </p:txBody>
      </p:sp>
      <p:sp>
        <p:nvSpPr>
          <p:cNvPr id="15" name="!!page">
            <a:extLst xmlns:a="http://schemas.openxmlformats.org/drawingml/2006/main">
              <a:ext uri="{FF2B5EF4-FFF2-40B4-BE49-F238E27FC236}">
                <a16:creationId xmlns:a16="http://schemas.microsoft.com/office/drawing/2014/main" id="{809540F1-9738-4038-9A3F-E4AE1CC2630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16" name="!!caption">
            <a:extLst xmlns:a="http://schemas.openxmlformats.org/drawingml/2006/main">
              <a:ext uri="{FF2B5EF4-FFF2-40B4-BE49-F238E27FC236}">
                <a16:creationId xmlns:a16="http://schemas.microsoft.com/office/drawing/2014/main" id="{30639737-599A-4528-A036-8984F58DCEC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177108767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91cd821c9a224b1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F1CBF3A-B838-4597-A7B3-64BD2B5425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56527D43-51DB-4DBE-A9C6-8A4ABD7CE96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47A2C0F1-A313-4F78-B393-A1D588875262}"/>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signed-icon-0">
            <a:extLst xmlns:a="http://schemas.openxmlformats.org/drawingml/2006/main">
              <a:ext uri="{FF2B5EF4-FFF2-40B4-BE49-F238E27FC236}">
                <a16:creationId xmlns:a16="http://schemas.microsoft.com/office/drawing/2014/main" id="{976EF3DA-AA0B-482D-8A13-2CE03104C0C3}"/>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A3BCAB"/>
            </a:solidFill>
            <a:prstDash val="solid"/>
          </a:ln>
        </p:spPr>
      </p:sp>
      <p:sp>
        <p:nvSpPr>
          <p:cNvPr id="6" name="!!signed-icon-1">
            <a:extLst xmlns:a="http://schemas.openxmlformats.org/drawingml/2006/main">
              <a:ext uri="{FF2B5EF4-FFF2-40B4-BE49-F238E27FC236}">
                <a16:creationId xmlns:a16="http://schemas.microsoft.com/office/drawing/2014/main" id="{A50AB892-549D-4A78-91C8-A37F77984774}"/>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A3BCAB"/>
            </a:solidFill>
            <a:prstDash val="solid"/>
          </a:ln>
        </p:spPr>
      </p:sp>
      <p:sp>
        <p:nvSpPr>
          <p:cNvPr id="7" name="!!signed-icon-2">
            <a:extLst xmlns:a="http://schemas.openxmlformats.org/drawingml/2006/main">
              <a:ext uri="{FF2B5EF4-FFF2-40B4-BE49-F238E27FC236}">
                <a16:creationId xmlns:a16="http://schemas.microsoft.com/office/drawing/2014/main" id="{9A590B83-3B3A-42C3-B054-2C24D6E86F9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A3BCAB"/>
            </a:solidFill>
            <a:prstDash val="solid"/>
          </a:ln>
        </p:spPr>
      </p:sp>
      <p:sp>
        <p:nvSpPr>
          <p:cNvPr id="8" name="!!signed-label">
            <a:extLst xmlns:a="http://schemas.openxmlformats.org/drawingml/2006/main">
              <a:ext uri="{FF2B5EF4-FFF2-40B4-BE49-F238E27FC236}">
                <a16:creationId xmlns:a16="http://schemas.microsoft.com/office/drawing/2014/main" id="{9F36482F-B29A-40BB-A566-260367A881E6}"/>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8C93A965-A1DE-4627-AD6D-23DC670C72C9}"/>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audit-selection">
            <a:extLst xmlns:a="http://schemas.openxmlformats.org/drawingml/2006/main">
              <a:ext uri="{FF2B5EF4-FFF2-40B4-BE49-F238E27FC236}">
                <a16:creationId xmlns:a16="http://schemas.microsoft.com/office/drawing/2014/main" id="{1FEB3BBB-FBBF-4AD5-9641-CB14498028DF}"/>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1" name="!!audit-icon-0">
            <a:extLst xmlns:a="http://schemas.openxmlformats.org/drawingml/2006/main">
              <a:ext uri="{FF2B5EF4-FFF2-40B4-BE49-F238E27FC236}">
                <a16:creationId xmlns:a16="http://schemas.microsoft.com/office/drawing/2014/main" id="{84FF18BA-18C1-4FAA-8641-0EA413DFD991}"/>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2" name="!!audit-icon-1">
            <a:extLst xmlns:a="http://schemas.openxmlformats.org/drawingml/2006/main">
              <a:ext uri="{FF2B5EF4-FFF2-40B4-BE49-F238E27FC236}">
                <a16:creationId xmlns:a16="http://schemas.microsoft.com/office/drawing/2014/main" id="{C1E1C025-A959-4E94-82BA-4253E02B2090}"/>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3" name="!!audit-label">
            <a:extLst xmlns:a="http://schemas.openxmlformats.org/drawingml/2006/main">
              <a:ext uri="{FF2B5EF4-FFF2-40B4-BE49-F238E27FC236}">
                <a16:creationId xmlns:a16="http://schemas.microsoft.com/office/drawing/2014/main" id="{1E651111-19B3-484A-8568-CE8AF99DF992}"/>
              </a:ext>
            </a:extLst>
          </p:cNvPr>
          <p:cNvSpPr>
            <a:spLocks xmlns:a="http://schemas.openxmlformats.org/drawingml/2006/main" noGrp="1"/>
          </p:cNvSpPr>
          <p:nvPr/>
        </p:nvSpPr>
        <p:spPr>
          <a:xfrm xmlns:a="http://schemas.openxmlformats.org/drawingml/2006/main">
            <a:off x="1524000" y="337185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Lịch sử để đối chiếu</a:t>
            </a:r>
          </a:p>
        </p:txBody>
      </p:sp>
      <p:sp>
        <p:nvSpPr>
          <p:cNvPr id="14" name="!!audit-detail">
            <a:extLst xmlns:a="http://schemas.openxmlformats.org/drawingml/2006/main">
              <a:ext uri="{FF2B5EF4-FFF2-40B4-BE49-F238E27FC236}">
                <a16:creationId xmlns:a16="http://schemas.microsoft.com/office/drawing/2014/main" id="{BD59FF6F-3A07-4299-91C2-8899EC2FA137}"/>
              </a:ext>
            </a:extLst>
          </p:cNvPr>
          <p:cNvSpPr>
            <a:spLocks xmlns:a="http://schemas.openxmlformats.org/drawingml/2006/main" noGrp="1"/>
          </p:cNvSpPr>
          <p:nvPr/>
        </p:nvSpPr>
        <p:spPr>
          <a:xfrm xmlns:a="http://schemas.openxmlformats.org/drawingml/2006/main">
            <a:off x="1524000" y="394335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Bản ghi số và transaction liên quan</a:t>
            </a:r>
          </a:p>
        </p:txBody>
      </p:sp>
      <p:sp>
        <p:nvSpPr>
          <p:cNvPr id="15" name="!!external-source-selection">
            <a:extLst xmlns:a="http://schemas.openxmlformats.org/drawingml/2006/main">
              <a:ext uri="{FF2B5EF4-FFF2-40B4-BE49-F238E27FC236}">
                <a16:creationId xmlns:a16="http://schemas.microsoft.com/office/drawing/2014/main" id="{02C11275-88D8-4A59-A8FF-4FD87C5765D0}"/>
              </a:ext>
            </a:extLst>
          </p:cNvPr>
          <p:cNvSpPr>
            <a:spLocks xmlns:a="http://schemas.openxmlformats.org/drawingml/2006/main" noGrp="1"/>
          </p:cNvSpPr>
          <p:nvPr/>
        </p:nvSpPr>
        <p:spPr>
          <a:xfrm xmlns:a="http://schemas.openxmlformats.org/drawingml/2006/main">
            <a:off x="600075" y="48672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6" name="!!external-source-icon-0">
            <a:extLst xmlns:a="http://schemas.openxmlformats.org/drawingml/2006/main">
              <a:ext uri="{FF2B5EF4-FFF2-40B4-BE49-F238E27FC236}">
                <a16:creationId xmlns:a16="http://schemas.microsoft.com/office/drawing/2014/main" id="{511ED26F-866D-4ACA-B8CC-4C464453FA63}"/>
              </a:ext>
            </a:extLst>
          </p:cNvPr>
          <p:cNvSpPr>
            <a:spLocks xmlns:a="http://schemas.openxmlformats.org/drawingml/2006/main" noGrp="1"/>
          </p:cNvSpPr>
          <p:nvPr/>
        </p:nvSpPr>
        <p:spPr>
          <a:xfrm xmlns:a="http://schemas.openxmlformats.org/drawingml/2006/main">
            <a:off x="799147" y="5066348"/>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7" name="!!external-source-icon-1">
            <a:extLst xmlns:a="http://schemas.openxmlformats.org/drawingml/2006/main">
              <a:ext uri="{FF2B5EF4-FFF2-40B4-BE49-F238E27FC236}">
                <a16:creationId xmlns:a16="http://schemas.microsoft.com/office/drawing/2014/main" id="{F2235E93-E971-4E67-963A-F057DEC9971B}"/>
              </a:ext>
            </a:extLst>
          </p:cNvPr>
          <p:cNvSpPr>
            <a:spLocks xmlns:a="http://schemas.openxmlformats.org/drawingml/2006/main" noGrp="1"/>
          </p:cNvSpPr>
          <p:nvPr/>
        </p:nvSpPr>
        <p:spPr>
          <a:xfrm xmlns:a="http://schemas.openxmlformats.org/drawingml/2006/main">
            <a:off x="766572" y="5033772"/>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8" name="!!external-evidence">
            <a:extLst xmlns:a="http://schemas.openxmlformats.org/drawingml/2006/main">
              <a:ext uri="{FF2B5EF4-FFF2-40B4-BE49-F238E27FC236}">
                <a16:creationId xmlns:a16="http://schemas.microsoft.com/office/drawing/2014/main" id="{335F3F31-13EF-4143-A549-E378130348E2}"/>
              </a:ext>
            </a:extLst>
          </p:cNvPr>
          <p:cNvSpPr>
            <a:spLocks xmlns:a="http://schemas.openxmlformats.org/drawingml/2006/main" noGrp="1"/>
          </p:cNvSpPr>
          <p:nvPr/>
        </p:nvSpPr>
        <p:spPr>
          <a:xfrm xmlns:a="http://schemas.openxmlformats.org/drawingml/2006/main">
            <a:off x="1524000" y="4867275"/>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75" b="1">
                <a:solidFill>
                  <a:srgbClr val="C8A45B"/>
                </a:solidFill>
                <a:latin typeface="Segoe UI"/>
                <a:ea typeface="Segoe UI"/>
                <a:cs typeface="Segoe UI"/>
              </a:defRPr>
            </a:pPr>
            <a:r>
              <a:rPr sz="2775" b="1">
                <a:solidFill>
                  <a:srgbClr val="C8A45B"/>
                </a:solidFill>
                <a:latin typeface="Segoe UI"/>
                <a:ea typeface="Segoe UI"/>
                <a:cs typeface="Segoe UI"/>
              </a:rPr>
              <a:t>Cần xác minh ngoài hệ thống</a:t>
            </a:r>
          </a:p>
        </p:txBody>
      </p:sp>
      <p:sp>
        <p:nvSpPr>
          <p:cNvPr id="19" name="!!physical-evidence">
            <a:extLst xmlns:a="http://schemas.openxmlformats.org/drawingml/2006/main">
              <a:ext uri="{FF2B5EF4-FFF2-40B4-BE49-F238E27FC236}">
                <a16:creationId xmlns:a16="http://schemas.microsoft.com/office/drawing/2014/main" id="{4616C914-A99A-47EE-B95B-64F52C444C7A}"/>
              </a:ext>
            </a:extLst>
          </p:cNvPr>
          <p:cNvSpPr>
            <a:spLocks xmlns:a="http://schemas.openxmlformats.org/drawingml/2006/main" noGrp="1"/>
          </p:cNvSpPr>
          <p:nvPr/>
        </p:nvSpPr>
        <p:spPr>
          <a:xfrm xmlns:a="http://schemas.openxmlformats.org/drawingml/2006/main">
            <a:off x="1524000" y="5562600"/>
            <a:ext cx="962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0">
                <a:solidFill>
                  <a:srgbClr val="F4F1E8"/>
                </a:solidFill>
                <a:latin typeface="Segoe UI"/>
                <a:ea typeface="Segoe UI"/>
                <a:cs typeface="Segoe UI"/>
              </a:defRPr>
            </a:pPr>
            <a:r>
              <a:rPr sz="2100" b="0">
                <a:solidFill>
                  <a:srgbClr val="F4F1E8"/>
                </a:solidFill>
                <a:latin typeface="Segoe UI"/>
                <a:ea typeface="Segoe UI"/>
                <a:cs typeface="Segoe UI"/>
              </a:rPr>
              <a:t>Mẫu vật, chứng thư lab và bàn giao vật lý</a:t>
            </a:r>
          </a:p>
        </p:txBody>
      </p:sp>
      <p:sp>
        <p:nvSpPr>
          <p:cNvPr id="20" name="!!page">
            <a:extLst xmlns:a="http://schemas.openxmlformats.org/drawingml/2006/main">
              <a:ext uri="{FF2B5EF4-FFF2-40B4-BE49-F238E27FC236}">
                <a16:creationId xmlns:a16="http://schemas.microsoft.com/office/drawing/2014/main" id="{05193CFA-1532-4345-8E56-A2A3951F3EB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21" name="!!caption">
            <a:extLst xmlns:a="http://schemas.openxmlformats.org/drawingml/2006/main">
              <a:ext uri="{FF2B5EF4-FFF2-40B4-BE49-F238E27FC236}">
                <a16:creationId xmlns:a16="http://schemas.microsoft.com/office/drawing/2014/main" id="{9DE73EAB-4159-40B6-9906-AC0D9E23F6E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192730250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0" name="!!backdrop"/>
          <p:cNvPicPr>
            <a:picLocks xmlns:a="http://schemas.openxmlformats.org/drawingml/2006/main" noChangeAspect="1"/>
          </p:cNvPicPr>
          <p:nvPr/>
        </p:nvPicPr>
        <p:blipFill>
          <a:blip xmlns:r="http://schemas.openxmlformats.org/officeDocument/2006/relationships" xmlns:a="http://schemas.openxmlformats.org/drawingml/2006/main" r:embed="R370104696a1a433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22CAD3B3-CA4D-4E5A-B554-DE0A6D8FD24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sp>
        <p:nvSpPr>
          <p:cNvPr id="3" name="!!leaf-input-selection">
            <a:extLst xmlns:a="http://schemas.openxmlformats.org/drawingml/2006/main">
              <a:ext uri="{FF2B5EF4-FFF2-40B4-BE49-F238E27FC236}">
                <a16:creationId xmlns:a16="http://schemas.microsoft.com/office/drawing/2014/main" id="{BE19F0C0-C198-47A1-9C1C-048575DC03CC}"/>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leaf-input-icon-0">
            <a:extLst xmlns:a="http://schemas.openxmlformats.org/drawingml/2006/main">
              <a:ext uri="{FF2B5EF4-FFF2-40B4-BE49-F238E27FC236}">
                <a16:creationId xmlns:a16="http://schemas.microsoft.com/office/drawing/2014/main" id="{B756D657-466E-4451-A2E6-128F83D9ADBF}"/>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FFFFFF"/>
            </a:solidFill>
            <a:prstDash val="solid"/>
          </a:ln>
        </p:spPr>
      </p:sp>
      <p:sp>
        <p:nvSpPr>
          <p:cNvPr id="5" name="!!leaf-input-icon-1">
            <a:extLst xmlns:a="http://schemas.openxmlformats.org/drawingml/2006/main">
              <a:ext uri="{FF2B5EF4-FFF2-40B4-BE49-F238E27FC236}">
                <a16:creationId xmlns:a16="http://schemas.microsoft.com/office/drawing/2014/main" id="{9565E5BE-8BCD-4A0F-B7E5-7F1FBC054AD5}"/>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FFFFFF"/>
            </a:solidFill>
            <a:prstDash val="solid"/>
          </a:ln>
        </p:spPr>
      </p:sp>
      <p:sp>
        <p:nvSpPr>
          <p:cNvPr id="6" name="!!leaf-input-label">
            <a:extLst xmlns:a="http://schemas.openxmlformats.org/drawingml/2006/main">
              <a:ext uri="{FF2B5EF4-FFF2-40B4-BE49-F238E27FC236}">
                <a16:creationId xmlns:a16="http://schemas.microsoft.com/office/drawing/2014/main" id="{132E24BA-84A0-4A19-A2E6-543147A8A105}"/>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Ảnh lá</a:t>
            </a:r>
          </a:p>
        </p:txBody>
      </p:sp>
      <p:sp>
        <p:nvSpPr>
          <p:cNvPr id="7" name="!!leaf-input-detail">
            <a:extLst xmlns:a="http://schemas.openxmlformats.org/drawingml/2006/main">
              <a:ext uri="{FF2B5EF4-FFF2-40B4-BE49-F238E27FC236}">
                <a16:creationId xmlns:a16="http://schemas.microsoft.com/office/drawing/2014/main" id="{DA172BE3-CCB6-44BB-8172-C2C5E881207D}"/>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Pillow + NumPy xử lý ảnh</a:t>
            </a:r>
          </a:p>
        </p:txBody>
      </p:sp>
      <p:sp>
        <p:nvSpPr>
          <p:cNvPr id="8" name="!!page">
            <a:extLst xmlns:a="http://schemas.openxmlformats.org/drawingml/2006/main">
              <a:ext uri="{FF2B5EF4-FFF2-40B4-BE49-F238E27FC236}">
                <a16:creationId xmlns:a16="http://schemas.microsoft.com/office/drawing/2014/main" id="{5C96A22A-D6C0-42CA-9548-0828B0114D1D}"/>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9" name="!!caption">
            <a:extLst xmlns:a="http://schemas.openxmlformats.org/drawingml/2006/main">
              <a:ext uri="{FF2B5EF4-FFF2-40B4-BE49-F238E27FC236}">
                <a16:creationId xmlns:a16="http://schemas.microsoft.com/office/drawing/2014/main" id="{F076A0E3-7BDD-4F1F-94AA-56C98C26505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Ảnh giao diện/API ngày 26/09/2026. Hình nền tạo bằng AI</a:t>
            </a:r>
          </a:p>
        </p:txBody>
      </p:sp>
    </p:spTree>
    <p:extLst>
      <p:ext uri="{BB962C8B-B14F-4D97-AF65-F5344CB8AC3E}">
        <p14:creationId xmlns:p14="http://schemas.microsoft.com/office/powerpoint/2010/main" val="92088738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3" name="!!backdrop"/>
          <p:cNvPicPr>
            <a:picLocks xmlns:a="http://schemas.openxmlformats.org/drawingml/2006/main" noChangeAspect="1"/>
          </p:cNvPicPr>
          <p:nvPr/>
        </p:nvPicPr>
        <p:blipFill>
          <a:blip xmlns:r="http://schemas.openxmlformats.org/officeDocument/2006/relationships" xmlns:a="http://schemas.openxmlformats.org/drawingml/2006/main" r:embed="R6396ee0363824c7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46EC514B-9E4F-4FFF-9B7F-9157BC5313E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sp>
        <p:nvSpPr>
          <p:cNvPr id="3" name="!!leaf-input-selection">
            <a:extLst xmlns:a="http://schemas.openxmlformats.org/drawingml/2006/main">
              <a:ext uri="{FF2B5EF4-FFF2-40B4-BE49-F238E27FC236}">
                <a16:creationId xmlns:a16="http://schemas.microsoft.com/office/drawing/2014/main" id="{7B4055F1-D644-4075-BD3A-B0A3D124C195}"/>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leaf-input-icon-0">
            <a:extLst xmlns:a="http://schemas.openxmlformats.org/drawingml/2006/main">
              <a:ext uri="{FF2B5EF4-FFF2-40B4-BE49-F238E27FC236}">
                <a16:creationId xmlns:a16="http://schemas.microsoft.com/office/drawing/2014/main" id="{5DC2A864-EC94-41E5-8EC6-6FBC72BC1BBD}"/>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5" name="!!leaf-input-icon-1">
            <a:extLst xmlns:a="http://schemas.openxmlformats.org/drawingml/2006/main">
              <a:ext uri="{FF2B5EF4-FFF2-40B4-BE49-F238E27FC236}">
                <a16:creationId xmlns:a16="http://schemas.microsoft.com/office/drawing/2014/main" id="{BCA1E282-4461-4983-9AB9-01F0EC1E3F7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6" name="!!leaf-input-label">
            <a:extLst xmlns:a="http://schemas.openxmlformats.org/drawingml/2006/main">
              <a:ext uri="{FF2B5EF4-FFF2-40B4-BE49-F238E27FC236}">
                <a16:creationId xmlns:a16="http://schemas.microsoft.com/office/drawing/2014/main" id="{7463D367-9841-47A2-8769-8307D3CFADF4}"/>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lá</a:t>
            </a:r>
          </a:p>
        </p:txBody>
      </p:sp>
      <p:sp>
        <p:nvSpPr>
          <p:cNvPr id="7" name="!!leaf-input-detail">
            <a:extLst xmlns:a="http://schemas.openxmlformats.org/drawingml/2006/main">
              <a:ext uri="{FF2B5EF4-FFF2-40B4-BE49-F238E27FC236}">
                <a16:creationId xmlns:a16="http://schemas.microsoft.com/office/drawing/2014/main" id="{AC654F7B-161D-4DE6-AB99-3ABD53E0E743}"/>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Pillow + NumPy xử lý ảnh</a:t>
            </a:r>
          </a:p>
        </p:txBody>
      </p:sp>
      <p:sp>
        <p:nvSpPr>
          <p:cNvPr id="8" name="!!leaf-output-selection">
            <a:extLst xmlns:a="http://schemas.openxmlformats.org/drawingml/2006/main">
              <a:ext uri="{FF2B5EF4-FFF2-40B4-BE49-F238E27FC236}">
                <a16:creationId xmlns:a16="http://schemas.microsoft.com/office/drawing/2014/main" id="{59A6B94E-03C6-4271-9BC9-AE104BA21D80}"/>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9" name="!!leaf-output-icon-0">
            <a:extLst xmlns:a="http://schemas.openxmlformats.org/drawingml/2006/main">
              <a:ext uri="{FF2B5EF4-FFF2-40B4-BE49-F238E27FC236}">
                <a16:creationId xmlns:a16="http://schemas.microsoft.com/office/drawing/2014/main" id="{A1F669D0-C035-4D06-835D-955304AECD9A}"/>
              </a:ext>
            </a:extLst>
          </p:cNvPr>
          <p:cNvSpPr>
            <a:spLocks xmlns:a="http://schemas.openxmlformats.org/drawingml/2006/main" noGrp="1"/>
          </p:cNvSpPr>
          <p:nvPr/>
        </p:nvSpPr>
        <p:spPr>
          <a:xfrm xmlns:a="http://schemas.openxmlformats.org/drawingml/2006/main">
            <a:off x="854774" y="3617024"/>
            <a:ext cx="195453" cy="195453"/>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0" name="!!leaf-output-icon-1">
            <a:extLst xmlns:a="http://schemas.openxmlformats.org/drawingml/2006/main">
              <a:ext uri="{FF2B5EF4-FFF2-40B4-BE49-F238E27FC236}">
                <a16:creationId xmlns:a16="http://schemas.microsoft.com/office/drawing/2014/main" id="{05A18995-B30C-43EC-9FF1-9D087FDF55AB}"/>
              </a:ext>
            </a:extLst>
          </p:cNvPr>
          <p:cNvSpPr>
            <a:spLocks xmlns:a="http://schemas.openxmlformats.org/drawingml/2006/main" noGrp="1"/>
          </p:cNvSpPr>
          <p:nvPr/>
        </p:nvSpPr>
        <p:spPr>
          <a:xfrm xmlns:a="http://schemas.openxmlformats.org/drawingml/2006/main">
            <a:off x="903637" y="3665887"/>
            <a:ext cx="97727" cy="97727"/>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1" name="!!leaf-output-icon-2">
            <a:extLst xmlns:a="http://schemas.openxmlformats.org/drawingml/2006/main">
              <a:ext uri="{FF2B5EF4-FFF2-40B4-BE49-F238E27FC236}">
                <a16:creationId xmlns:a16="http://schemas.microsoft.com/office/drawing/2014/main" id="{D53737EE-3FED-410C-98AE-63E8E287EA4D}"/>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FFFFFF"/>
            </a:solidFill>
            <a:prstDash val="solid"/>
          </a:ln>
        </p:spPr>
      </p:sp>
      <p:sp>
        <p:nvSpPr>
          <p:cNvPr id="12" name="!!leaf-output-icon-3">
            <a:extLst xmlns:a="http://schemas.openxmlformats.org/drawingml/2006/main">
              <a:ext uri="{FF2B5EF4-FFF2-40B4-BE49-F238E27FC236}">
                <a16:creationId xmlns:a16="http://schemas.microsoft.com/office/drawing/2014/main" id="{E808608F-D27D-4542-9F09-A8EDF1CEAC1B}"/>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FFFFFF"/>
            </a:solidFill>
            <a:prstDash val="solid"/>
          </a:ln>
        </p:spPr>
      </p:sp>
      <p:sp>
        <p:nvSpPr>
          <p:cNvPr id="13" name="!!leaf-output-icon-4">
            <a:extLst xmlns:a="http://schemas.openxmlformats.org/drawingml/2006/main">
              <a:ext uri="{FF2B5EF4-FFF2-40B4-BE49-F238E27FC236}">
                <a16:creationId xmlns:a16="http://schemas.microsoft.com/office/drawing/2014/main" id="{4B751F72-C483-4891-BDEC-D62399364B2A}"/>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FFFFFF"/>
            </a:solidFill>
            <a:prstDash val="solid"/>
          </a:ln>
        </p:spPr>
      </p:sp>
      <p:sp>
        <p:nvSpPr>
          <p:cNvPr id="14" name="!!leaf-output-icon-5">
            <a:extLst xmlns:a="http://schemas.openxmlformats.org/drawingml/2006/main">
              <a:ext uri="{FF2B5EF4-FFF2-40B4-BE49-F238E27FC236}">
                <a16:creationId xmlns:a16="http://schemas.microsoft.com/office/drawing/2014/main" id="{505C689F-380E-4E56-AD95-25D4CF34C4E9}"/>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FFFFFF"/>
            </a:solidFill>
            <a:prstDash val="solid"/>
          </a:ln>
        </p:spPr>
      </p:sp>
      <p:sp>
        <p:nvSpPr>
          <p:cNvPr id="15" name="!!leaf-output-icon-6">
            <a:extLst xmlns:a="http://schemas.openxmlformats.org/drawingml/2006/main">
              <a:ext uri="{FF2B5EF4-FFF2-40B4-BE49-F238E27FC236}">
                <a16:creationId xmlns:a16="http://schemas.microsoft.com/office/drawing/2014/main" id="{AB5E4A5F-CF46-4062-9FFC-AE7F71E9B36E}"/>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FFFFFF"/>
            </a:solidFill>
            <a:prstDash val="solid"/>
          </a:ln>
        </p:spPr>
      </p:sp>
      <p:sp>
        <p:nvSpPr>
          <p:cNvPr id="16" name="!!leaf-output-icon-7">
            <a:extLst xmlns:a="http://schemas.openxmlformats.org/drawingml/2006/main">
              <a:ext uri="{FF2B5EF4-FFF2-40B4-BE49-F238E27FC236}">
                <a16:creationId xmlns:a16="http://schemas.microsoft.com/office/drawing/2014/main" id="{BA40229B-FDEA-4C8D-8AE3-53069816B3BA}"/>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FFFFFF"/>
            </a:solidFill>
            <a:prstDash val="solid"/>
          </a:ln>
        </p:spPr>
      </p:sp>
      <p:sp>
        <p:nvSpPr>
          <p:cNvPr id="17" name="!!leaf-output-icon-8">
            <a:extLst xmlns:a="http://schemas.openxmlformats.org/drawingml/2006/main">
              <a:ext uri="{FF2B5EF4-FFF2-40B4-BE49-F238E27FC236}">
                <a16:creationId xmlns:a16="http://schemas.microsoft.com/office/drawing/2014/main" id="{D190EE09-DD8D-4234-8652-76FC6A5716BA}"/>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FFFFFF"/>
            </a:solidFill>
            <a:prstDash val="solid"/>
          </a:ln>
        </p:spPr>
      </p:sp>
      <p:sp>
        <p:nvSpPr>
          <p:cNvPr id="18" name="!!leaf-output-icon-9">
            <a:extLst xmlns:a="http://schemas.openxmlformats.org/drawingml/2006/main">
              <a:ext uri="{FF2B5EF4-FFF2-40B4-BE49-F238E27FC236}">
                <a16:creationId xmlns:a16="http://schemas.microsoft.com/office/drawing/2014/main" id="{CD8A70F4-0BEB-4366-8AA5-4A5058C267FC}"/>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FFFFFF"/>
            </a:solidFill>
            <a:prstDash val="solid"/>
          </a:ln>
        </p:spPr>
      </p:sp>
      <p:sp>
        <p:nvSpPr>
          <p:cNvPr id="19" name="!!leaf-output-label">
            <a:extLst xmlns:a="http://schemas.openxmlformats.org/drawingml/2006/main">
              <a:ext uri="{FF2B5EF4-FFF2-40B4-BE49-F238E27FC236}">
                <a16:creationId xmlns:a16="http://schemas.microsoft.com/office/drawing/2014/main" id="{5273D198-C698-4AD3-84B0-DCCDC23ABBBC}"/>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Gợi ý từ classifier</a:t>
            </a:r>
          </a:p>
        </p:txBody>
      </p:sp>
      <p:sp>
        <p:nvSpPr>
          <p:cNvPr id="20" name="!!leaf-output-detail">
            <a:extLst xmlns:a="http://schemas.openxmlformats.org/drawingml/2006/main">
              <a:ext uri="{FF2B5EF4-FFF2-40B4-BE49-F238E27FC236}">
                <a16:creationId xmlns:a16="http://schemas.microsoft.com/office/drawing/2014/main" id="{1AF1CCB1-883D-47F4-9D3D-72017EE326D8}"/>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ONNX Runtime trên FastAPI</a:t>
            </a:r>
          </a:p>
        </p:txBody>
      </p:sp>
      <p:sp>
        <p:nvSpPr>
          <p:cNvPr id="21" name="!!page">
            <a:extLst xmlns:a="http://schemas.openxmlformats.org/drawingml/2006/main">
              <a:ext uri="{FF2B5EF4-FFF2-40B4-BE49-F238E27FC236}">
                <a16:creationId xmlns:a16="http://schemas.microsoft.com/office/drawing/2014/main" id="{82AC85A4-C1F6-4C47-A87B-7342CCD7596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22" name="!!caption">
            <a:extLst xmlns:a="http://schemas.openxmlformats.org/drawingml/2006/main">
              <a:ext uri="{FF2B5EF4-FFF2-40B4-BE49-F238E27FC236}">
                <a16:creationId xmlns:a16="http://schemas.microsoft.com/office/drawing/2014/main" id="{43B7CC4C-63D1-4A5A-881B-7850A13D864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Ảnh giao diện/API ngày 26/09/2026. Hình nền tạo bằng AI</a:t>
            </a:r>
          </a:p>
        </p:txBody>
      </p:sp>
    </p:spTree>
    <p:extLst>
      <p:ext uri="{BB962C8B-B14F-4D97-AF65-F5344CB8AC3E}">
        <p14:creationId xmlns:p14="http://schemas.microsoft.com/office/powerpoint/2010/main" val="11961946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179e90e8fecf46f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CF09167-1149-41CC-B75D-D9481B90DC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sp>
        <p:nvSpPr>
          <p:cNvPr id="3" name="!!leaf-result-symbol-selection">
            <a:extLst xmlns:a="http://schemas.openxmlformats.org/drawingml/2006/main">
              <a:ext uri="{FF2B5EF4-FFF2-40B4-BE49-F238E27FC236}">
                <a16:creationId xmlns:a16="http://schemas.microsoft.com/office/drawing/2014/main" id="{2656F201-D8D3-4E5A-AA13-EE0758105C7F}"/>
              </a:ext>
            </a:extLst>
          </p:cNvPr>
          <p:cNvSpPr>
            <a:spLocks xmlns:a="http://schemas.openxmlformats.org/drawingml/2006/main" noGrp="1"/>
          </p:cNvSpPr>
          <p:nvPr/>
        </p:nvSpPr>
        <p:spPr>
          <a:xfrm xmlns:a="http://schemas.openxmlformats.org/drawingml/2006/main">
            <a:off x="600075" y="1400175"/>
            <a:ext cx="723900" cy="723900"/>
          </a:xfrm>
          <a:prstGeom xmlns:a="http://schemas.openxmlformats.org/drawingml/2006/main" prst="hexagon">
            <a:avLst/>
          </a:prstGeom>
          <a:solidFill xmlns:a="http://schemas.openxmlformats.org/drawingml/2006/main">
            <a:srgbClr val="166447"/>
          </a:solidFill>
          <a:ln xmlns:a="http://schemas.openxmlformats.org/drawingml/2006/main" w="28575">
            <a:solidFill>
              <a:srgbClr val="C8A45B"/>
            </a:solidFill>
          </a:ln>
        </p:spPr>
      </p:sp>
      <p:sp>
        <p:nvSpPr>
          <p:cNvPr id="4" name="!!leaf-result-symbol-icon-0">
            <a:extLst xmlns:a="http://schemas.openxmlformats.org/drawingml/2006/main">
              <a:ext uri="{FF2B5EF4-FFF2-40B4-BE49-F238E27FC236}">
                <a16:creationId xmlns:a16="http://schemas.microsoft.com/office/drawing/2014/main" id="{E6A04C06-C691-45B6-A0CD-349E6BD9CD0D}"/>
              </a:ext>
            </a:extLst>
          </p:cNvPr>
          <p:cNvSpPr>
            <a:spLocks xmlns:a="http://schemas.openxmlformats.org/drawingml/2006/main" noGrp="1"/>
          </p:cNvSpPr>
          <p:nvPr/>
        </p:nvSpPr>
        <p:spPr>
          <a:xfrm xmlns:a="http://schemas.openxmlformats.org/drawingml/2006/main">
            <a:off x="882396" y="1682496"/>
            <a:ext cx="159258" cy="159258"/>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5" name="!!leaf-result-symbol-icon-1">
            <a:extLst xmlns:a="http://schemas.openxmlformats.org/drawingml/2006/main">
              <a:ext uri="{FF2B5EF4-FFF2-40B4-BE49-F238E27FC236}">
                <a16:creationId xmlns:a16="http://schemas.microsoft.com/office/drawing/2014/main" id="{492F6FCB-1EDC-42AB-B8E9-C9F89C230B21}"/>
              </a:ext>
            </a:extLst>
          </p:cNvPr>
          <p:cNvSpPr>
            <a:spLocks xmlns:a="http://schemas.openxmlformats.org/drawingml/2006/main" noGrp="1"/>
          </p:cNvSpPr>
          <p:nvPr/>
        </p:nvSpPr>
        <p:spPr>
          <a:xfrm xmlns:a="http://schemas.openxmlformats.org/drawingml/2006/main">
            <a:off x="922210" y="1722311"/>
            <a:ext cx="79629" cy="79629"/>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6" name="!!leaf-result-symbol-icon-2">
            <a:extLst xmlns:a="http://schemas.openxmlformats.org/drawingml/2006/main">
              <a:ext uri="{FF2B5EF4-FFF2-40B4-BE49-F238E27FC236}">
                <a16:creationId xmlns:a16="http://schemas.microsoft.com/office/drawing/2014/main" id="{97A398E4-6941-41FD-A977-420EB2860B7C}"/>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FFFFFF"/>
            </a:solidFill>
            <a:prstDash val="solid"/>
          </a:ln>
        </p:spPr>
      </p:sp>
      <p:sp>
        <p:nvSpPr>
          <p:cNvPr id="7" name="!!leaf-result-symbol-icon-3">
            <a:extLst xmlns:a="http://schemas.openxmlformats.org/drawingml/2006/main">
              <a:ext uri="{FF2B5EF4-FFF2-40B4-BE49-F238E27FC236}">
                <a16:creationId xmlns:a16="http://schemas.microsoft.com/office/drawing/2014/main" id="{D95BA12D-6FE2-4EF1-9DF0-B303FA1BE29A}"/>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FFFFFF"/>
            </a:solidFill>
            <a:prstDash val="solid"/>
          </a:ln>
        </p:spPr>
      </p:sp>
      <p:sp>
        <p:nvSpPr>
          <p:cNvPr id="8" name="!!leaf-result-symbol-icon-4">
            <a:extLst xmlns:a="http://schemas.openxmlformats.org/drawingml/2006/main">
              <a:ext uri="{FF2B5EF4-FFF2-40B4-BE49-F238E27FC236}">
                <a16:creationId xmlns:a16="http://schemas.microsoft.com/office/drawing/2014/main" id="{7FCC24EA-BFF9-4C06-A0AB-B319593513C2}"/>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FFFFFF"/>
            </a:solidFill>
            <a:prstDash val="solid"/>
          </a:ln>
        </p:spPr>
      </p:sp>
      <p:sp>
        <p:nvSpPr>
          <p:cNvPr id="9" name="!!leaf-result-symbol-icon-5">
            <a:extLst xmlns:a="http://schemas.openxmlformats.org/drawingml/2006/main">
              <a:ext uri="{FF2B5EF4-FFF2-40B4-BE49-F238E27FC236}">
                <a16:creationId xmlns:a16="http://schemas.microsoft.com/office/drawing/2014/main" id="{744A486B-92C0-46E4-A646-992CD372B667}"/>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FFFFFF"/>
            </a:solidFill>
            <a:prstDash val="solid"/>
          </a:ln>
        </p:spPr>
      </p:sp>
      <p:sp>
        <p:nvSpPr>
          <p:cNvPr id="10" name="!!leaf-result-symbol-icon-6">
            <a:extLst xmlns:a="http://schemas.openxmlformats.org/drawingml/2006/main">
              <a:ext uri="{FF2B5EF4-FFF2-40B4-BE49-F238E27FC236}">
                <a16:creationId xmlns:a16="http://schemas.microsoft.com/office/drawing/2014/main" id="{CFE7BB15-874A-4635-89A7-9DFD21D290DC}"/>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FFFFFF"/>
            </a:solidFill>
            <a:prstDash val="solid"/>
          </a:ln>
        </p:spPr>
      </p:sp>
      <p:sp>
        <p:nvSpPr>
          <p:cNvPr id="11" name="!!leaf-result-symbol-icon-7">
            <a:extLst xmlns:a="http://schemas.openxmlformats.org/drawingml/2006/main">
              <a:ext uri="{FF2B5EF4-FFF2-40B4-BE49-F238E27FC236}">
                <a16:creationId xmlns:a16="http://schemas.microsoft.com/office/drawing/2014/main" id="{CBBC97A9-3FA4-48D4-AD3E-82576FB1CB9A}"/>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FFFFFF"/>
            </a:solidFill>
            <a:prstDash val="solid"/>
          </a:ln>
        </p:spPr>
      </p:sp>
      <p:sp>
        <p:nvSpPr>
          <p:cNvPr id="12" name="!!leaf-result-symbol-icon-8">
            <a:extLst xmlns:a="http://schemas.openxmlformats.org/drawingml/2006/main">
              <a:ext uri="{FF2B5EF4-FFF2-40B4-BE49-F238E27FC236}">
                <a16:creationId xmlns:a16="http://schemas.microsoft.com/office/drawing/2014/main" id="{DABB53B1-8C48-4B19-95B7-061C07D63B10}"/>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FFFFFF"/>
            </a:solidFill>
            <a:prstDash val="solid"/>
          </a:ln>
        </p:spPr>
      </p:sp>
      <p:sp>
        <p:nvSpPr>
          <p:cNvPr id="13" name="!!leaf-result-symbol-icon-9">
            <a:extLst xmlns:a="http://schemas.openxmlformats.org/drawingml/2006/main">
              <a:ext uri="{FF2B5EF4-FFF2-40B4-BE49-F238E27FC236}">
                <a16:creationId xmlns:a16="http://schemas.microsoft.com/office/drawing/2014/main" id="{9FA9C4D3-DAC9-4C64-9971-1483B022DE1D}"/>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FFFFFF"/>
            </a:solidFill>
            <a:prstDash val="solid"/>
          </a:ln>
        </p:spPr>
      </p:sp>
      <p:sp>
        <p:nvSpPr>
          <p:cNvPr id="14" name="!!leaf-framework">
            <a:extLst xmlns:a="http://schemas.openxmlformats.org/drawingml/2006/main">
              <a:ext uri="{FF2B5EF4-FFF2-40B4-BE49-F238E27FC236}">
                <a16:creationId xmlns:a16="http://schemas.microsoft.com/office/drawing/2014/main" id="{002921D3-6230-498B-9DF3-618E7CA37263}"/>
              </a:ext>
            </a:extLst>
          </p:cNvPr>
          <p:cNvSpPr>
            <a:spLocks xmlns:a="http://schemas.openxmlformats.org/drawingml/2006/main" noGrp="1"/>
          </p:cNvSpPr>
          <p:nvPr/>
        </p:nvSpPr>
        <p:spPr>
          <a:xfrm xmlns:a="http://schemas.openxmlformats.org/drawingml/2006/main">
            <a:off x="1447800" y="1619250"/>
            <a:ext cx="423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166447"/>
                </a:solidFill>
                <a:latin typeface="Segoe UI"/>
                <a:ea typeface="Segoe UI"/>
                <a:cs typeface="Segoe UI"/>
              </a:defRPr>
            </a:pPr>
            <a:r>
              <a:rPr sz="1725" b="1">
                <a:solidFill>
                  <a:srgbClr val="166447"/>
                </a:solidFill>
                <a:latin typeface="Segoe UI"/>
                <a:ea typeface="Segoe UI"/>
                <a:cs typeface="Segoe UI"/>
              </a:rPr>
              <a:t>ONNX Runtime · FastAPI</a:t>
            </a:r>
          </a:p>
        </p:txBody>
      </p:sp>
      <p:pic>
        <p:nvPicPr>
          <p:cNvPr id="34" name="!!leaf-result"/>
          <p:cNvPicPr>
            <a:picLocks xmlns:a="http://schemas.openxmlformats.org/drawingml/2006/main" noChangeAspect="1"/>
          </p:cNvPicPr>
          <p:nvPr/>
        </p:nvPicPr>
        <p:blipFill>
          <a:blip xmlns:r="http://schemas.openxmlformats.org/officeDocument/2006/relationships" xmlns:a="http://schemas.openxmlformats.org/drawingml/2006/main" r:embed="Rad468703b6ef4e34"/>
          <a:stretch xmlns:a="http://schemas.openxmlformats.org/drawingml/2006/main"/>
        </p:blipFill>
        <p:spPr>
          <a:xfrm xmlns:a="http://schemas.openxmlformats.org/drawingml/2006/main">
            <a:off x="5524500" y="2078543"/>
            <a:ext cx="6000750" cy="3377188"/>
          </a:xfrm>
          <a:prstGeom xmlns:a="http://schemas.openxmlformats.org/drawingml/2006/main" prst="rect">
            <a:avLst/>
          </a:prstGeom>
        </p:spPr>
      </p:pic>
      <p:sp>
        <p:nvSpPr>
          <p:cNvPr id="16" name="!!leaf-limit">
            <a:extLst xmlns:a="http://schemas.openxmlformats.org/drawingml/2006/main">
              <a:ext uri="{FF2B5EF4-FFF2-40B4-BE49-F238E27FC236}">
                <a16:creationId xmlns:a16="http://schemas.microsoft.com/office/drawing/2014/main" id="{A7A5F1F8-4369-4DAC-84F2-16CCC7D4E0BE}"/>
              </a:ext>
            </a:extLst>
          </p:cNvPr>
          <p:cNvSpPr>
            <a:spLocks xmlns:a="http://schemas.openxmlformats.org/drawingml/2006/main" noGrp="1"/>
          </p:cNvSpPr>
          <p:nvPr/>
        </p:nvSpPr>
        <p:spPr>
          <a:xfrm xmlns:a="http://schemas.openxmlformats.org/drawingml/2006/main">
            <a:off x="609600" y="2400300"/>
            <a:ext cx="4495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39,6% · 3 nhãn đối chiếu</a:t>
            </a:r>
          </a:p>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Phomopsis: 0/59 đúng</a:t>
            </a:r>
          </a:p>
        </p:txBody>
      </p:sp>
      <p:sp>
        <p:nvSpPr>
          <p:cNvPr id="17" name="!!leaf-chemistry">
            <a:extLst xmlns:a="http://schemas.openxmlformats.org/drawingml/2006/main">
              <a:ext uri="{FF2B5EF4-FFF2-40B4-BE49-F238E27FC236}">
                <a16:creationId xmlns:a16="http://schemas.microsoft.com/office/drawing/2014/main" id="{66AF17DF-B3EB-463E-9F42-258A71BB9AA5}"/>
              </a:ext>
            </a:extLst>
          </p:cNvPr>
          <p:cNvSpPr>
            <a:spLocks xmlns:a="http://schemas.openxmlformats.org/drawingml/2006/main" noGrp="1"/>
          </p:cNvSpPr>
          <p:nvPr/>
        </p:nvSpPr>
        <p:spPr>
          <a:xfrm xmlns:a="http://schemas.openxmlformats.org/drawingml/2006/main">
            <a:off x="609600" y="4171950"/>
            <a:ext cx="449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Ảnh lá không đo</a:t>
            </a:r>
          </a:p>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Cadimi hoặc Vàng O</a:t>
            </a:r>
          </a:p>
        </p:txBody>
      </p:sp>
      <p:sp>
        <p:nvSpPr>
          <p:cNvPr id="18" name="!!page">
            <a:extLst xmlns:a="http://schemas.openxmlformats.org/drawingml/2006/main">
              <a:ext uri="{FF2B5EF4-FFF2-40B4-BE49-F238E27FC236}">
                <a16:creationId xmlns:a16="http://schemas.microsoft.com/office/drawing/2014/main" id="{978CBB7E-2A94-438E-AB5B-9B22F820705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19" name="!!caption">
            <a:extLst xmlns:a="http://schemas.openxmlformats.org/drawingml/2006/main">
              <a:ext uri="{FF2B5EF4-FFF2-40B4-BE49-F238E27FC236}">
                <a16:creationId xmlns:a16="http://schemas.microsoft.com/office/drawing/2014/main" id="{CFA15880-5881-4C66-92D3-6F8F520E583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Mendeley Data v2, 29/09/2026 · Nền AI</a:t>
            </a:r>
          </a:p>
        </p:txBody>
      </p:sp>
    </p:spTree>
    <p:extLst>
      <p:ext uri="{BB962C8B-B14F-4D97-AF65-F5344CB8AC3E}">
        <p14:creationId xmlns:p14="http://schemas.microsoft.com/office/powerpoint/2010/main" val="164881834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1091e0b35fd14d5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550F8BC-9F26-4800-B918-287B56D7A38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thử nghiệm dự đoán</a:t>
            </a:r>
          </a:p>
        </p:txBody>
      </p:sp>
      <p:sp>
        <p:nvSpPr>
          <p:cNvPr id="3" name="!!synthetic-symbol-selection">
            <a:extLst xmlns:a="http://schemas.openxmlformats.org/drawingml/2006/main">
              <a:ext uri="{FF2B5EF4-FFF2-40B4-BE49-F238E27FC236}">
                <a16:creationId xmlns:a16="http://schemas.microsoft.com/office/drawing/2014/main" id="{5DF97127-5399-4DB3-9246-49702C017CBE}"/>
              </a:ext>
            </a:extLst>
          </p:cNvPr>
          <p:cNvSpPr>
            <a:spLocks xmlns:a="http://schemas.openxmlformats.org/drawingml/2006/main" noGrp="1"/>
          </p:cNvSpPr>
          <p:nvPr/>
        </p:nvSpPr>
        <p:spPr>
          <a:xfrm xmlns:a="http://schemas.openxmlformats.org/drawingml/2006/main">
            <a:off x="600075" y="2276475"/>
            <a:ext cx="781050" cy="781050"/>
          </a:xfrm>
          <a:prstGeom xmlns:a="http://schemas.openxmlformats.org/drawingml/2006/main" prst="hexagon">
            <a:avLst/>
          </a:prstGeom>
          <a:solidFill xmlns:a="http://schemas.openxmlformats.org/drawingml/2006/main">
            <a:srgbClr val="166447"/>
          </a:solidFill>
          <a:ln xmlns:a="http://schemas.openxmlformats.org/drawingml/2006/main" w="28575">
            <a:solidFill>
              <a:srgbClr val="C8A45B"/>
            </a:solidFill>
          </a:ln>
        </p:spPr>
      </p:sp>
      <p:sp>
        <p:nvSpPr>
          <p:cNvPr id="4" name="!!synthetic-symbol-icon-0">
            <a:extLst xmlns:a="http://schemas.openxmlformats.org/drawingml/2006/main">
              <a:ext uri="{FF2B5EF4-FFF2-40B4-BE49-F238E27FC236}">
                <a16:creationId xmlns:a16="http://schemas.microsoft.com/office/drawing/2014/main" id="{33BDA1C7-B57A-4299-8D1A-E248A9D95DCF}"/>
              </a:ext>
            </a:extLst>
          </p:cNvPr>
          <p:cNvSpPr>
            <a:spLocks xmlns:a="http://schemas.openxmlformats.org/drawingml/2006/main" noGrp="1"/>
          </p:cNvSpPr>
          <p:nvPr/>
        </p:nvSpPr>
        <p:spPr>
          <a:xfrm xmlns:a="http://schemas.openxmlformats.org/drawingml/2006/main">
            <a:off x="904685" y="2581084"/>
            <a:ext cx="171831" cy="171831"/>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5" name="!!synthetic-symbol-icon-1">
            <a:extLst xmlns:a="http://schemas.openxmlformats.org/drawingml/2006/main">
              <a:ext uri="{FF2B5EF4-FFF2-40B4-BE49-F238E27FC236}">
                <a16:creationId xmlns:a16="http://schemas.microsoft.com/office/drawing/2014/main" id="{1D48DCE7-F5FE-44E4-A96C-EE3B060A45CE}"/>
              </a:ext>
            </a:extLst>
          </p:cNvPr>
          <p:cNvSpPr>
            <a:spLocks xmlns:a="http://schemas.openxmlformats.org/drawingml/2006/main" noGrp="1"/>
          </p:cNvSpPr>
          <p:nvPr/>
        </p:nvSpPr>
        <p:spPr>
          <a:xfrm xmlns:a="http://schemas.openxmlformats.org/drawingml/2006/main">
            <a:off x="947642" y="2624042"/>
            <a:ext cx="85916" cy="85916"/>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6" name="!!synthetic-symbol-icon-2">
            <a:extLst xmlns:a="http://schemas.openxmlformats.org/drawingml/2006/main">
              <a:ext uri="{FF2B5EF4-FFF2-40B4-BE49-F238E27FC236}">
                <a16:creationId xmlns:a16="http://schemas.microsoft.com/office/drawing/2014/main" id="{844AA891-3729-4315-A988-EFD87FAE65D6}"/>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FFFFFF"/>
            </a:solidFill>
            <a:prstDash val="solid"/>
          </a:ln>
        </p:spPr>
      </p:sp>
      <p:sp>
        <p:nvSpPr>
          <p:cNvPr id="7" name="!!synthetic-symbol-icon-3">
            <a:extLst xmlns:a="http://schemas.openxmlformats.org/drawingml/2006/main">
              <a:ext uri="{FF2B5EF4-FFF2-40B4-BE49-F238E27FC236}">
                <a16:creationId xmlns:a16="http://schemas.microsoft.com/office/drawing/2014/main" id="{E49DCFAE-61F9-4FA7-95C8-CFEC880A39E5}"/>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FFFFFF"/>
            </a:solidFill>
            <a:prstDash val="solid"/>
          </a:ln>
        </p:spPr>
      </p:sp>
      <p:sp>
        <p:nvSpPr>
          <p:cNvPr id="8" name="!!synthetic-symbol-icon-4">
            <a:extLst xmlns:a="http://schemas.openxmlformats.org/drawingml/2006/main">
              <a:ext uri="{FF2B5EF4-FFF2-40B4-BE49-F238E27FC236}">
                <a16:creationId xmlns:a16="http://schemas.microsoft.com/office/drawing/2014/main" id="{0ED23040-D61D-499B-B2C5-0C8547AE876B}"/>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FFFFFF"/>
            </a:solidFill>
            <a:prstDash val="solid"/>
          </a:ln>
        </p:spPr>
      </p:sp>
      <p:sp>
        <p:nvSpPr>
          <p:cNvPr id="9" name="!!synthetic-symbol-icon-5">
            <a:extLst xmlns:a="http://schemas.openxmlformats.org/drawingml/2006/main">
              <a:ext uri="{FF2B5EF4-FFF2-40B4-BE49-F238E27FC236}">
                <a16:creationId xmlns:a16="http://schemas.microsoft.com/office/drawing/2014/main" id="{610542F5-DBB8-46DC-975F-C9A7FFB93D60}"/>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FFFFFF"/>
            </a:solidFill>
            <a:prstDash val="solid"/>
          </a:ln>
        </p:spPr>
      </p:sp>
      <p:sp>
        <p:nvSpPr>
          <p:cNvPr id="10" name="!!synthetic-symbol-icon-6">
            <a:extLst xmlns:a="http://schemas.openxmlformats.org/drawingml/2006/main">
              <a:ext uri="{FF2B5EF4-FFF2-40B4-BE49-F238E27FC236}">
                <a16:creationId xmlns:a16="http://schemas.microsoft.com/office/drawing/2014/main" id="{6B12539B-1750-4388-95F7-AD4540390C93}"/>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FFFFFF"/>
            </a:solidFill>
            <a:prstDash val="solid"/>
          </a:ln>
        </p:spPr>
      </p:sp>
      <p:sp>
        <p:nvSpPr>
          <p:cNvPr id="11" name="!!synthetic-symbol-icon-7">
            <a:extLst xmlns:a="http://schemas.openxmlformats.org/drawingml/2006/main">
              <a:ext uri="{FF2B5EF4-FFF2-40B4-BE49-F238E27FC236}">
                <a16:creationId xmlns:a16="http://schemas.microsoft.com/office/drawing/2014/main" id="{F15D10D8-5449-454A-9078-42C9EF939E69}"/>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FFFFFF"/>
            </a:solidFill>
            <a:prstDash val="solid"/>
          </a:ln>
        </p:spPr>
      </p:sp>
      <p:sp>
        <p:nvSpPr>
          <p:cNvPr id="12" name="!!synthetic-symbol-icon-8">
            <a:extLst xmlns:a="http://schemas.openxmlformats.org/drawingml/2006/main">
              <a:ext uri="{FF2B5EF4-FFF2-40B4-BE49-F238E27FC236}">
                <a16:creationId xmlns:a16="http://schemas.microsoft.com/office/drawing/2014/main" id="{08C74BDD-291F-425F-9C8A-16B7FD88AB4D}"/>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FFFFFF"/>
            </a:solidFill>
            <a:prstDash val="solid"/>
          </a:ln>
        </p:spPr>
      </p:sp>
      <p:sp>
        <p:nvSpPr>
          <p:cNvPr id="13" name="!!synthetic-symbol-icon-9">
            <a:extLst xmlns:a="http://schemas.openxmlformats.org/drawingml/2006/main">
              <a:ext uri="{FF2B5EF4-FFF2-40B4-BE49-F238E27FC236}">
                <a16:creationId xmlns:a16="http://schemas.microsoft.com/office/drawing/2014/main" id="{E4C28551-6925-42E3-9066-2579763BAF79}"/>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FFFFFF"/>
            </a:solidFill>
            <a:prstDash val="solid"/>
          </a:ln>
        </p:spPr>
      </p:sp>
      <p:sp>
        <p:nvSpPr>
          <p:cNvPr id="14" name="!!synthetic">
            <a:extLst xmlns:a="http://schemas.openxmlformats.org/drawingml/2006/main">
              <a:ext uri="{FF2B5EF4-FFF2-40B4-BE49-F238E27FC236}">
                <a16:creationId xmlns:a16="http://schemas.microsoft.com/office/drawing/2014/main" id="{A3E36B44-70BF-4C7B-9C00-F2C662128F34}"/>
              </a:ext>
            </a:extLst>
          </p:cNvPr>
          <p:cNvSpPr>
            <a:spLocks xmlns:a="http://schemas.openxmlformats.org/drawingml/2006/main" noGrp="1"/>
          </p:cNvSpPr>
          <p:nvPr/>
        </p:nvSpPr>
        <p:spPr>
          <a:xfrm xmlns:a="http://schemas.openxmlformats.org/drawingml/2006/main">
            <a:off x="1600200" y="2362200"/>
            <a:ext cx="4429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850" b="1">
                <a:solidFill>
                  <a:srgbClr val="142F24"/>
                </a:solidFill>
                <a:latin typeface="Segoe UI"/>
                <a:ea typeface="Segoe UI"/>
                <a:cs typeface="Segoe UI"/>
              </a:defRPr>
            </a:pPr>
            <a:r>
              <a:rPr sz="2850" b="1">
                <a:solidFill>
                  <a:srgbClr val="142F24"/>
                </a:solidFill>
                <a:latin typeface="Segoe UI"/>
                <a:ea typeface="Segoe UI"/>
                <a:cs typeface="Segoe UI"/>
              </a:rPr>
              <a:t>Dữ liệu synthetic</a:t>
            </a:r>
          </a:p>
        </p:txBody>
      </p:sp>
      <p:sp>
        <p:nvSpPr>
          <p:cNvPr id="15" name="!!synthetic-detail">
            <a:extLst xmlns:a="http://schemas.openxmlformats.org/drawingml/2006/main">
              <a:ext uri="{FF2B5EF4-FFF2-40B4-BE49-F238E27FC236}">
                <a16:creationId xmlns:a16="http://schemas.microsoft.com/office/drawing/2014/main" id="{0B657DF9-5F10-4316-84DB-ACC08FBF9D40}"/>
              </a:ext>
            </a:extLst>
          </p:cNvPr>
          <p:cNvSpPr>
            <a:spLocks xmlns:a="http://schemas.openxmlformats.org/drawingml/2006/main" noGrp="1"/>
          </p:cNvSpPr>
          <p:nvPr/>
        </p:nvSpPr>
        <p:spPr>
          <a:xfrm xmlns:a="http://schemas.openxmlformats.org/drawingml/2006/main">
            <a:off x="1600200" y="3228975"/>
            <a:ext cx="4286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scikit-learn → ONNX Runtime</a:t>
            </a:r>
          </a:p>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Chưa có giá trị dự báo thực địa</a:t>
            </a:r>
          </a:p>
        </p:txBody>
      </p:sp>
      <p:sp>
        <p:nvSpPr>
          <p:cNvPr id="16" name="!!page">
            <a:extLst xmlns:a="http://schemas.openxmlformats.org/drawingml/2006/main">
              <a:ext uri="{FF2B5EF4-FFF2-40B4-BE49-F238E27FC236}">
                <a16:creationId xmlns:a16="http://schemas.microsoft.com/office/drawing/2014/main" id="{03095ADA-FDC4-4B26-925B-914BB1C8CEC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15 / 19</a:t>
            </a:r>
          </a:p>
        </p:txBody>
      </p:sp>
      <p:sp>
        <p:nvSpPr>
          <p:cNvPr id="17" name="!!caption">
            <a:extLst xmlns:a="http://schemas.openxmlformats.org/drawingml/2006/main">
              <a:ext uri="{FF2B5EF4-FFF2-40B4-BE49-F238E27FC236}">
                <a16:creationId xmlns:a16="http://schemas.microsoft.com/office/drawing/2014/main" id="{614C5F89-953E-4564-83B8-4B030FEFE02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Mô hình tabular dùng dữ liệu synthetic</a:t>
            </a:r>
          </a:p>
        </p:txBody>
      </p:sp>
    </p:spTree>
    <p:extLst>
      <p:ext uri="{BB962C8B-B14F-4D97-AF65-F5344CB8AC3E}">
        <p14:creationId xmlns:p14="http://schemas.microsoft.com/office/powerpoint/2010/main" val="21358118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4" name="!!backdrop"/>
          <p:cNvPicPr>
            <a:picLocks xmlns:a="http://schemas.openxmlformats.org/drawingml/2006/main" noChangeAspect="1"/>
          </p:cNvPicPr>
          <p:nvPr/>
        </p:nvPicPr>
        <p:blipFill>
          <a:blip xmlns:r="http://schemas.openxmlformats.org/officeDocument/2006/relationships" xmlns:a="http://schemas.openxmlformats.org/drawingml/2006/main" r:embed="R0216348b8bcb4da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6EFFC2F1-A835-4F08-8E28-329662F969E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thử nghiệm dự đoán</a:t>
            </a:r>
          </a:p>
        </p:txBody>
      </p:sp>
      <p:sp>
        <p:nvSpPr>
          <p:cNvPr id="3" name="!!synthetic-symbol-selection">
            <a:extLst xmlns:a="http://schemas.openxmlformats.org/drawingml/2006/main">
              <a:ext uri="{FF2B5EF4-FFF2-40B4-BE49-F238E27FC236}">
                <a16:creationId xmlns:a16="http://schemas.microsoft.com/office/drawing/2014/main" id="{88D5343F-50E6-45FC-8923-ADB579B4A4E0}"/>
              </a:ext>
            </a:extLst>
          </p:cNvPr>
          <p:cNvSpPr>
            <a:spLocks xmlns:a="http://schemas.openxmlformats.org/drawingml/2006/main" noGrp="1"/>
          </p:cNvSpPr>
          <p:nvPr/>
        </p:nvSpPr>
        <p:spPr>
          <a:xfrm xmlns:a="http://schemas.openxmlformats.org/drawingml/2006/main">
            <a:off x="685800" y="2362200"/>
            <a:ext cx="609600" cy="609600"/>
          </a:xfrm>
          <a:prstGeom xmlns:a="http://schemas.openxmlformats.org/drawingml/2006/main" prst="hexagon">
            <a:avLst/>
          </a:prstGeom>
          <a:solidFill xmlns:a="http://schemas.openxmlformats.org/drawingml/2006/main">
            <a:srgbClr val="E5EBDD"/>
          </a:solidFill>
          <a:ln xmlns:a="http://schemas.openxmlformats.org/drawingml/2006/main" w="9525">
            <a:solidFill>
              <a:srgbClr val="166447"/>
            </a:solidFill>
          </a:ln>
        </p:spPr>
      </p:sp>
      <p:sp>
        <p:nvSpPr>
          <p:cNvPr id="4" name="!!synthetic-symbol-icon-0">
            <a:extLst xmlns:a="http://schemas.openxmlformats.org/drawingml/2006/main">
              <a:ext uri="{FF2B5EF4-FFF2-40B4-BE49-F238E27FC236}">
                <a16:creationId xmlns:a16="http://schemas.microsoft.com/office/drawing/2014/main" id="{EFD845B4-8AE4-474B-A369-F79E8A168BC4}"/>
              </a:ext>
            </a:extLst>
          </p:cNvPr>
          <p:cNvSpPr>
            <a:spLocks xmlns:a="http://schemas.openxmlformats.org/drawingml/2006/main" noGrp="1"/>
          </p:cNvSpPr>
          <p:nvPr/>
        </p:nvSpPr>
        <p:spPr>
          <a:xfrm xmlns:a="http://schemas.openxmlformats.org/drawingml/2006/main">
            <a:off x="923544" y="2599944"/>
            <a:ext cx="134112" cy="134112"/>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5" name="!!synthetic-symbol-icon-1">
            <a:extLst xmlns:a="http://schemas.openxmlformats.org/drawingml/2006/main">
              <a:ext uri="{FF2B5EF4-FFF2-40B4-BE49-F238E27FC236}">
                <a16:creationId xmlns:a16="http://schemas.microsoft.com/office/drawing/2014/main" id="{5AA7A932-82A3-4B24-A67C-884FC9933EB9}"/>
              </a:ext>
            </a:extLst>
          </p:cNvPr>
          <p:cNvSpPr>
            <a:spLocks xmlns:a="http://schemas.openxmlformats.org/drawingml/2006/main" noGrp="1"/>
          </p:cNvSpPr>
          <p:nvPr/>
        </p:nvSpPr>
        <p:spPr>
          <a:xfrm xmlns:a="http://schemas.openxmlformats.org/drawingml/2006/main">
            <a:off x="957072" y="2633472"/>
            <a:ext cx="67056" cy="67056"/>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6" name="!!synthetic-symbol-icon-2">
            <a:extLst xmlns:a="http://schemas.openxmlformats.org/drawingml/2006/main">
              <a:ext uri="{FF2B5EF4-FFF2-40B4-BE49-F238E27FC236}">
                <a16:creationId xmlns:a16="http://schemas.microsoft.com/office/drawing/2014/main" id="{E934B409-6917-4BEE-9667-10DE03207928}"/>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166447"/>
            </a:solidFill>
            <a:prstDash val="solid"/>
          </a:ln>
        </p:spPr>
      </p:sp>
      <p:sp>
        <p:nvSpPr>
          <p:cNvPr id="7" name="!!synthetic-symbol-icon-3">
            <a:extLst xmlns:a="http://schemas.openxmlformats.org/drawingml/2006/main">
              <a:ext uri="{FF2B5EF4-FFF2-40B4-BE49-F238E27FC236}">
                <a16:creationId xmlns:a16="http://schemas.microsoft.com/office/drawing/2014/main" id="{00E31C42-A6DB-48A3-9448-BE47589B893B}"/>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166447"/>
            </a:solidFill>
            <a:prstDash val="solid"/>
          </a:ln>
        </p:spPr>
      </p:sp>
      <p:sp>
        <p:nvSpPr>
          <p:cNvPr id="8" name="!!synthetic-symbol-icon-4">
            <a:extLst xmlns:a="http://schemas.openxmlformats.org/drawingml/2006/main">
              <a:ext uri="{FF2B5EF4-FFF2-40B4-BE49-F238E27FC236}">
                <a16:creationId xmlns:a16="http://schemas.microsoft.com/office/drawing/2014/main" id="{C30679B6-9C8D-40C6-A239-D85803805F5E}"/>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166447"/>
            </a:solidFill>
            <a:prstDash val="solid"/>
          </a:ln>
        </p:spPr>
      </p:sp>
      <p:sp>
        <p:nvSpPr>
          <p:cNvPr id="9" name="!!synthetic-symbol-icon-5">
            <a:extLst xmlns:a="http://schemas.openxmlformats.org/drawingml/2006/main">
              <a:ext uri="{FF2B5EF4-FFF2-40B4-BE49-F238E27FC236}">
                <a16:creationId xmlns:a16="http://schemas.microsoft.com/office/drawing/2014/main" id="{F3E86097-F440-4F7B-87C7-4C36BC1214F8}"/>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166447"/>
            </a:solidFill>
            <a:prstDash val="solid"/>
          </a:ln>
        </p:spPr>
      </p:sp>
      <p:sp>
        <p:nvSpPr>
          <p:cNvPr id="10" name="!!synthetic-symbol-icon-6">
            <a:extLst xmlns:a="http://schemas.openxmlformats.org/drawingml/2006/main">
              <a:ext uri="{FF2B5EF4-FFF2-40B4-BE49-F238E27FC236}">
                <a16:creationId xmlns:a16="http://schemas.microsoft.com/office/drawing/2014/main" id="{65822825-CEA0-452E-A7DC-1C0873F6D6BE}"/>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166447"/>
            </a:solidFill>
            <a:prstDash val="solid"/>
          </a:ln>
        </p:spPr>
      </p:sp>
      <p:sp>
        <p:nvSpPr>
          <p:cNvPr id="11" name="!!synthetic-symbol-icon-7">
            <a:extLst xmlns:a="http://schemas.openxmlformats.org/drawingml/2006/main">
              <a:ext uri="{FF2B5EF4-FFF2-40B4-BE49-F238E27FC236}">
                <a16:creationId xmlns:a16="http://schemas.microsoft.com/office/drawing/2014/main" id="{D97F7553-80E2-4D8B-8F5F-9F53912FC9E2}"/>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166447"/>
            </a:solidFill>
            <a:prstDash val="solid"/>
          </a:ln>
        </p:spPr>
      </p:sp>
      <p:sp>
        <p:nvSpPr>
          <p:cNvPr id="12" name="!!synthetic-symbol-icon-8">
            <a:extLst xmlns:a="http://schemas.openxmlformats.org/drawingml/2006/main">
              <a:ext uri="{FF2B5EF4-FFF2-40B4-BE49-F238E27FC236}">
                <a16:creationId xmlns:a16="http://schemas.microsoft.com/office/drawing/2014/main" id="{9E3E6CD1-BCA1-4344-A270-534EF344C505}"/>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166447"/>
            </a:solidFill>
            <a:prstDash val="solid"/>
          </a:ln>
        </p:spPr>
      </p:sp>
      <p:sp>
        <p:nvSpPr>
          <p:cNvPr id="13" name="!!synthetic-symbol-icon-9">
            <a:extLst xmlns:a="http://schemas.openxmlformats.org/drawingml/2006/main">
              <a:ext uri="{FF2B5EF4-FFF2-40B4-BE49-F238E27FC236}">
                <a16:creationId xmlns:a16="http://schemas.microsoft.com/office/drawing/2014/main" id="{55F6683D-D1E2-4596-A658-69C1A99FDD40}"/>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166447"/>
            </a:solidFill>
            <a:prstDash val="solid"/>
          </a:ln>
        </p:spPr>
      </p:sp>
      <p:sp>
        <p:nvSpPr>
          <p:cNvPr id="14" name="!!synthetic">
            <a:extLst xmlns:a="http://schemas.openxmlformats.org/drawingml/2006/main">
              <a:ext uri="{FF2B5EF4-FFF2-40B4-BE49-F238E27FC236}">
                <a16:creationId xmlns:a16="http://schemas.microsoft.com/office/drawing/2014/main" id="{D6D42C22-0173-4B57-8D1C-35E2436CBB1E}"/>
              </a:ext>
            </a:extLst>
          </p:cNvPr>
          <p:cNvSpPr>
            <a:spLocks xmlns:a="http://schemas.openxmlformats.org/drawingml/2006/main" noGrp="1"/>
          </p:cNvSpPr>
          <p:nvPr/>
        </p:nvSpPr>
        <p:spPr>
          <a:xfrm xmlns:a="http://schemas.openxmlformats.org/drawingml/2006/main">
            <a:off x="1600200" y="2362200"/>
            <a:ext cx="4429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850" b="1">
                <a:solidFill>
                  <a:srgbClr val="142F24"/>
                </a:solidFill>
                <a:latin typeface="Segoe UI"/>
                <a:ea typeface="Segoe UI"/>
                <a:cs typeface="Segoe UI"/>
              </a:defRPr>
            </a:pPr>
            <a:r>
              <a:rPr sz="2850" b="1">
                <a:solidFill>
                  <a:srgbClr val="142F24"/>
                </a:solidFill>
                <a:latin typeface="Segoe UI"/>
                <a:ea typeface="Segoe UI"/>
                <a:cs typeface="Segoe UI"/>
              </a:rPr>
              <a:t>Dữ liệu synthetic</a:t>
            </a:r>
          </a:p>
        </p:txBody>
      </p:sp>
      <p:sp>
        <p:nvSpPr>
          <p:cNvPr id="15" name="!!synthetic-detail">
            <a:extLst xmlns:a="http://schemas.openxmlformats.org/drawingml/2006/main">
              <a:ext uri="{FF2B5EF4-FFF2-40B4-BE49-F238E27FC236}">
                <a16:creationId xmlns:a16="http://schemas.microsoft.com/office/drawing/2014/main" id="{4A1D85E8-6EE3-4F03-BB76-7AA3807B04FA}"/>
              </a:ext>
            </a:extLst>
          </p:cNvPr>
          <p:cNvSpPr>
            <a:spLocks xmlns:a="http://schemas.openxmlformats.org/drawingml/2006/main" noGrp="1"/>
          </p:cNvSpPr>
          <p:nvPr/>
        </p:nvSpPr>
        <p:spPr>
          <a:xfrm xmlns:a="http://schemas.openxmlformats.org/drawingml/2006/main">
            <a:off x="1600200" y="3228975"/>
            <a:ext cx="4286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scikit-learn → ONNX Runtime</a:t>
            </a:r>
          </a:p>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Chưa có giá trị dự báo thực địa</a:t>
            </a:r>
          </a:p>
        </p:txBody>
      </p:sp>
      <p:sp>
        <p:nvSpPr>
          <p:cNvPr id="16" name="!!rule-line">
            <a:extLst xmlns:a="http://schemas.openxmlformats.org/drawingml/2006/main">
              <a:ext uri="{FF2B5EF4-FFF2-40B4-BE49-F238E27FC236}">
                <a16:creationId xmlns:a16="http://schemas.microsoft.com/office/drawing/2014/main" id="{7248A3C2-3975-45F0-83E5-D8D636C3069D}"/>
              </a:ext>
            </a:extLst>
          </p:cNvPr>
          <p:cNvSpPr>
            <a:spLocks xmlns:a="http://schemas.openxmlformats.org/drawingml/2006/main" noGrp="1"/>
          </p:cNvSpPr>
          <p:nvPr/>
        </p:nvSpPr>
        <p:spPr>
          <a:xfrm xmlns:a="http://schemas.openxmlformats.org/drawingml/2006/main">
            <a:off x="609600" y="4867275"/>
            <a:ext cx="523875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17" name="!!rule-symbol-selection">
            <a:extLst xmlns:a="http://schemas.openxmlformats.org/drawingml/2006/main">
              <a:ext uri="{FF2B5EF4-FFF2-40B4-BE49-F238E27FC236}">
                <a16:creationId xmlns:a16="http://schemas.microsoft.com/office/drawing/2014/main" id="{D95DB28F-A0F9-4223-981B-E624B47E480E}"/>
              </a:ext>
            </a:extLst>
          </p:cNvPr>
          <p:cNvSpPr>
            <a:spLocks xmlns:a="http://schemas.openxmlformats.org/drawingml/2006/main" noGrp="1"/>
          </p:cNvSpPr>
          <p:nvPr/>
        </p:nvSpPr>
        <p:spPr>
          <a:xfrm xmlns:a="http://schemas.openxmlformats.org/drawingml/2006/main">
            <a:off x="609600" y="5114925"/>
            <a:ext cx="666750" cy="6667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rule-symbol-icon-0">
            <a:extLst xmlns:a="http://schemas.openxmlformats.org/drawingml/2006/main">
              <a:ext uri="{FF2B5EF4-FFF2-40B4-BE49-F238E27FC236}">
                <a16:creationId xmlns:a16="http://schemas.microsoft.com/office/drawing/2014/main" id="{DA7DFF89-E935-4B1F-83A3-CC6F03BCAD0F}"/>
              </a:ext>
            </a:extLst>
          </p:cNvPr>
          <p:cNvSpPr>
            <a:spLocks xmlns:a="http://schemas.openxmlformats.org/drawingml/2006/main" noGrp="1"/>
          </p:cNvSpPr>
          <p:nvPr/>
        </p:nvSpPr>
        <p:spPr>
          <a:xfrm xmlns:a="http://schemas.openxmlformats.org/drawingml/2006/main">
            <a:off x="792956" y="5298281"/>
            <a:ext cx="210026" cy="21002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9" name="!!rule-symbol-icon-1">
            <a:extLst xmlns:a="http://schemas.openxmlformats.org/drawingml/2006/main">
              <a:ext uri="{FF2B5EF4-FFF2-40B4-BE49-F238E27FC236}">
                <a16:creationId xmlns:a16="http://schemas.microsoft.com/office/drawing/2014/main" id="{F3446ABD-81DE-40CA-9654-0B71856546E0}"/>
              </a:ext>
            </a:extLst>
          </p:cNvPr>
          <p:cNvSpPr>
            <a:spLocks xmlns:a="http://schemas.openxmlformats.org/drawingml/2006/main" noGrp="1"/>
          </p:cNvSpPr>
          <p:nvPr/>
        </p:nvSpPr>
        <p:spPr>
          <a:xfrm xmlns:a="http://schemas.openxmlformats.org/drawingml/2006/main">
            <a:off x="762953" y="5268278"/>
            <a:ext cx="360045" cy="360045"/>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20" name="!!rule">
            <a:extLst xmlns:a="http://schemas.openxmlformats.org/drawingml/2006/main">
              <a:ext uri="{FF2B5EF4-FFF2-40B4-BE49-F238E27FC236}">
                <a16:creationId xmlns:a16="http://schemas.microsoft.com/office/drawing/2014/main" id="{69CB1FB4-6FA6-4274-A5C6-858241653CAA}"/>
              </a:ext>
            </a:extLst>
          </p:cNvPr>
          <p:cNvSpPr>
            <a:spLocks xmlns:a="http://schemas.openxmlformats.org/drawingml/2006/main" noGrp="1"/>
          </p:cNvSpPr>
          <p:nvPr/>
        </p:nvSpPr>
        <p:spPr>
          <a:xfrm xmlns:a="http://schemas.openxmlformats.org/drawingml/2006/main">
            <a:off x="1447800" y="5162550"/>
            <a:ext cx="459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66447"/>
                </a:solidFill>
                <a:latin typeface="Segoe UI"/>
                <a:ea typeface="Segoe UI"/>
                <a:cs typeface="Segoe UI"/>
              </a:defRPr>
            </a:pPr>
            <a:r>
              <a:rPr sz="2175" b="1">
                <a:solidFill>
                  <a:srgbClr val="166447"/>
                </a:solidFill>
                <a:latin typeface="Segoe UI"/>
                <a:ea typeface="Segoe UI"/>
                <a:cs typeface="Segoe UI"/>
              </a:rPr>
              <a:t>Đối chiếu ngưỡng là quy tắc</a:t>
            </a:r>
          </a:p>
        </p:txBody>
      </p:sp>
      <p:sp>
        <p:nvSpPr>
          <p:cNvPr id="21" name="!!rule-caveat">
            <a:extLst xmlns:a="http://schemas.openxmlformats.org/drawingml/2006/main">
              <a:ext uri="{FF2B5EF4-FFF2-40B4-BE49-F238E27FC236}">
                <a16:creationId xmlns:a16="http://schemas.microsoft.com/office/drawing/2014/main" id="{0E68BA4D-C761-451E-9DD0-1930A02F4F60}"/>
              </a:ext>
            </a:extLst>
          </p:cNvPr>
          <p:cNvSpPr>
            <a:spLocks xmlns:a="http://schemas.openxmlformats.org/drawingml/2006/main" noGrp="1"/>
          </p:cNvSpPr>
          <p:nvPr/>
        </p:nvSpPr>
        <p:spPr>
          <a:xfrm xmlns:a="http://schemas.openxmlformats.org/drawingml/2006/main">
            <a:off x="609600" y="5829300"/>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825525"/>
                </a:solidFill>
                <a:latin typeface="Segoe UI"/>
                <a:ea typeface="Segoe UI"/>
                <a:cs typeface="Segoe UI"/>
              </a:defRPr>
            </a:pPr>
            <a:r>
              <a:rPr sz="1725" b="0">
                <a:solidFill>
                  <a:srgbClr val="825525"/>
                </a:solidFill>
                <a:latin typeface="Segoe UI"/>
                <a:ea typeface="Segoe UI"/>
                <a:cs typeface="Segoe UI"/>
              </a:rPr>
              <a:t>Ngưỡng trong demo chưa xác minh pháp lý</a:t>
            </a:r>
          </a:p>
        </p:txBody>
      </p:sp>
      <p:sp>
        <p:nvSpPr>
          <p:cNvPr id="22" name="!!page">
            <a:extLst xmlns:a="http://schemas.openxmlformats.org/drawingml/2006/main">
              <a:ext uri="{FF2B5EF4-FFF2-40B4-BE49-F238E27FC236}">
                <a16:creationId xmlns:a16="http://schemas.microsoft.com/office/drawing/2014/main" id="{72980343-05F4-4416-AAB5-08A40D3CE13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15 / 19</a:t>
            </a:r>
          </a:p>
        </p:txBody>
      </p:sp>
      <p:sp>
        <p:nvSpPr>
          <p:cNvPr id="23" name="!!caption">
            <a:extLst xmlns:a="http://schemas.openxmlformats.org/drawingml/2006/main">
              <a:ext uri="{FF2B5EF4-FFF2-40B4-BE49-F238E27FC236}">
                <a16:creationId xmlns:a16="http://schemas.microsoft.com/office/drawing/2014/main" id="{E254474F-E084-4003-AC4E-0147DCCE035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Mô hình tabular dùng dữ liệu synthetic</a:t>
            </a:r>
          </a:p>
        </p:txBody>
      </p:sp>
    </p:spTree>
    <p:extLst>
      <p:ext uri="{BB962C8B-B14F-4D97-AF65-F5344CB8AC3E}">
        <p14:creationId xmlns:p14="http://schemas.microsoft.com/office/powerpoint/2010/main" val="148269530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f99834dfa7964f1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0F3F50EC-D86C-49F6-96F7-57268D1DF7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54991C7-A48A-47B0-B4E7-655F01AAC47E}"/>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1" name=""/>
          <p:cNvGraphicFramePr/>
          <p:nvPr/>
        </p:nvGraphicFramePr>
        <p:xfrm>
          <a:off xmlns:a="http://schemas.openxmlformats.org/drawingml/2006/main" x="609600" y="2114550"/>
          <a:ext xmlns:a="http://schemas.openxmlformats.org/drawingml/2006/main" cx="10896600" cy="18669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163D16FB-22A1-44D4-A377-0D5DD8FDCFE5}"/>
              </a:ext>
            </a:extLst>
          </p:cNvPr>
          <p:cNvSpPr>
            <a:spLocks xmlns:a="http://schemas.openxmlformats.org/drawingml/2006/main" noGrp="1"/>
          </p:cNvSpPr>
          <p:nvPr/>
        </p:nvSpPr>
        <p:spPr>
          <a:xfrm xmlns:a="http://schemas.openxmlformats.org/drawingml/2006/main">
            <a:off x="609600" y="30480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page">
            <a:extLst xmlns:a="http://schemas.openxmlformats.org/drawingml/2006/main">
              <a:ext uri="{FF2B5EF4-FFF2-40B4-BE49-F238E27FC236}">
                <a16:creationId xmlns:a16="http://schemas.microsoft.com/office/drawing/2014/main" id="{3EDAFDB6-6F58-459C-AD92-31337064D1B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7" name="!!caption">
            <a:extLst xmlns:a="http://schemas.openxmlformats.org/drawingml/2006/main">
              <a:ext uri="{FF2B5EF4-FFF2-40B4-BE49-F238E27FC236}">
                <a16:creationId xmlns:a16="http://schemas.microsoft.com/office/drawing/2014/main" id="{10D67367-8C73-4506-895B-9EA364BC9A1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AI: Mendeley v2; chưa có pilot</a:t>
            </a:r>
          </a:p>
        </p:txBody>
      </p:sp>
    </p:spTree>
    <p:extLst>
      <p:ext uri="{BB962C8B-B14F-4D97-AF65-F5344CB8AC3E}">
        <p14:creationId xmlns:p14="http://schemas.microsoft.com/office/powerpoint/2010/main" val="107814830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e8609116dee54eb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C4EF7DF3-BD67-4D8A-A54E-99B6E1E9D0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37410046-AC37-4B54-8B5F-4447D101D9D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1" name=""/>
          <p:cNvGraphicFramePr/>
          <p:nvPr/>
        </p:nvGraphicFramePr>
        <p:xfrm>
          <a:off xmlns:a="http://schemas.openxmlformats.org/drawingml/2006/main" x="609600" y="2114550"/>
          <a:ext xmlns:a="http://schemas.openxmlformats.org/drawingml/2006/main" cx="10896600" cy="280035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Solana</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Source và local validator</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Binary Devnet khớp source hiện tại</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9B5C23FF-C48D-4967-A939-EFE3920E74DB}"/>
              </a:ext>
            </a:extLst>
          </p:cNvPr>
          <p:cNvSpPr>
            <a:spLocks xmlns:a="http://schemas.openxmlformats.org/drawingml/2006/main" noGrp="1"/>
          </p:cNvSpPr>
          <p:nvPr/>
        </p:nvSpPr>
        <p:spPr>
          <a:xfrm xmlns:a="http://schemas.openxmlformats.org/drawingml/2006/main">
            <a:off x="609600" y="398145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page">
            <a:extLst xmlns:a="http://schemas.openxmlformats.org/drawingml/2006/main">
              <a:ext uri="{FF2B5EF4-FFF2-40B4-BE49-F238E27FC236}">
                <a16:creationId xmlns:a16="http://schemas.microsoft.com/office/drawing/2014/main" id="{1008006A-79C0-40E9-836F-C1A938FB84F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7" name="!!caption">
            <a:extLst xmlns:a="http://schemas.openxmlformats.org/drawingml/2006/main">
              <a:ext uri="{FF2B5EF4-FFF2-40B4-BE49-F238E27FC236}">
                <a16:creationId xmlns:a16="http://schemas.microsoft.com/office/drawing/2014/main" id="{28578D87-C307-48E2-B4CF-8540F309B70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AI: Mendeley v2; chưa có pilot</a:t>
            </a:r>
          </a:p>
        </p:txBody>
      </p:sp>
    </p:spTree>
    <p:extLst>
      <p:ext uri="{BB962C8B-B14F-4D97-AF65-F5344CB8AC3E}">
        <p14:creationId xmlns:p14="http://schemas.microsoft.com/office/powerpoint/2010/main" val="211307668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b77cb192962e4c9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7AE27D6-F989-445D-9DEB-A79051D555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A2260DD-D89E-44B2-9A8F-7AAE8B1AE8E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2" name=""/>
          <p:cNvGraphicFramePr/>
          <p:nvPr/>
        </p:nvGraphicFramePr>
        <p:xfrm>
          <a:off xmlns:a="http://schemas.openxmlformats.org/drawingml/2006/main" x="609600" y="2114550"/>
          <a:ext xmlns:a="http://schemas.openxmlformats.org/drawingml/2006/main" cx="10896600" cy="37338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Solana</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Source và local validator</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Binary Devnet khớp source hiện tại</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AI</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80/202 · 3 nhãn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Kiểm thử theo vườn/cây</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82B72C85-9544-4876-B1FF-C01059B1806D}"/>
              </a:ext>
            </a:extLst>
          </p:cNvPr>
          <p:cNvSpPr>
            <a:spLocks xmlns:a="http://schemas.openxmlformats.org/drawingml/2006/main" noGrp="1"/>
          </p:cNvSpPr>
          <p:nvPr/>
        </p:nvSpPr>
        <p:spPr>
          <a:xfrm xmlns:a="http://schemas.openxmlformats.org/drawingml/2006/main">
            <a:off x="609600" y="49149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mvp-next">
            <a:extLst xmlns:a="http://schemas.openxmlformats.org/drawingml/2006/main">
              <a:ext uri="{FF2B5EF4-FFF2-40B4-BE49-F238E27FC236}">
                <a16:creationId xmlns:a16="http://schemas.microsoft.com/office/drawing/2014/main" id="{64067373-9330-4899-B3B4-2E45A6D6D6B2}"/>
              </a:ext>
            </a:extLst>
          </p:cNvPr>
          <p:cNvSpPr>
            <a:spLocks xmlns:a="http://schemas.openxmlformats.org/drawingml/2006/main" noGrp="1"/>
          </p:cNvSpPr>
          <p:nvPr/>
        </p:nvSpPr>
        <p:spPr>
          <a:xfrm xmlns:a="http://schemas.openxmlformats.org/drawingml/2006/main">
            <a:off x="609600" y="60864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C8A45B"/>
                </a:solidFill>
                <a:latin typeface="Segoe UI"/>
                <a:ea typeface="Segoe UI"/>
                <a:cs typeface="Segoe UI"/>
              </a:defRPr>
            </a:pPr>
            <a:r>
              <a:rPr sz="1875" b="1">
                <a:solidFill>
                  <a:srgbClr val="C8A45B"/>
                </a:solidFill>
                <a:latin typeface="Segoe UI"/>
                <a:ea typeface="Segoe UI"/>
                <a:cs typeface="Segoe UI"/>
              </a:rPr>
              <a:t>Bước tiếp theo: kiểm chứng flow và pilot nhỏ</a:t>
            </a:r>
          </a:p>
        </p:txBody>
      </p:sp>
      <p:sp>
        <p:nvSpPr>
          <p:cNvPr id="7" name="!!page">
            <a:extLst xmlns:a="http://schemas.openxmlformats.org/drawingml/2006/main">
              <a:ext uri="{FF2B5EF4-FFF2-40B4-BE49-F238E27FC236}">
                <a16:creationId xmlns:a16="http://schemas.microsoft.com/office/drawing/2014/main" id="{25760682-A875-48C0-8213-89375D9A2AC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8" name="!!caption">
            <a:extLst xmlns:a="http://schemas.openxmlformats.org/drawingml/2006/main">
              <a:ext uri="{FF2B5EF4-FFF2-40B4-BE49-F238E27FC236}">
                <a16:creationId xmlns:a16="http://schemas.microsoft.com/office/drawing/2014/main" id="{36E82D18-E207-46CD-A0E7-1F0956425EB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AI: Mendeley v2; chưa có pilot</a:t>
            </a:r>
          </a:p>
        </p:txBody>
      </p:sp>
    </p:spTree>
    <p:extLst>
      <p:ext uri="{BB962C8B-B14F-4D97-AF65-F5344CB8AC3E}">
        <p14:creationId xmlns:p14="http://schemas.microsoft.com/office/powerpoint/2010/main" val="165421612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a7309318cacd4d7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182E6217-5CE6-48E4-A3B4-F49133106CB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D2A16AF8-9530-417C-A0E4-E8A797F2A18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6BFC1C92-9B8B-4191-A1A8-D6344256BEF2}"/>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pilot-start-icon-0">
            <a:extLst xmlns:a="http://schemas.openxmlformats.org/drawingml/2006/main">
              <a:ext uri="{FF2B5EF4-FFF2-40B4-BE49-F238E27FC236}">
                <a16:creationId xmlns:a16="http://schemas.microsoft.com/office/drawing/2014/main" id="{EB3449DF-89B8-4EC4-9546-E2C6A949C6F3}"/>
              </a:ext>
            </a:extLst>
          </p:cNvPr>
          <p:cNvSpPr>
            <a:spLocks xmlns:a="http://schemas.openxmlformats.org/drawingml/2006/main" noGrp="1"/>
          </p:cNvSpPr>
          <p:nvPr/>
        </p:nvSpPr>
        <p:spPr>
          <a:xfrm xmlns:a="http://schemas.openxmlformats.org/drawingml/2006/main">
            <a:off x="887349" y="2313623"/>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6" name="!!pilot-start-icon-1">
            <a:extLst xmlns:a="http://schemas.openxmlformats.org/drawingml/2006/main">
              <a:ext uri="{FF2B5EF4-FFF2-40B4-BE49-F238E27FC236}">
                <a16:creationId xmlns:a16="http://schemas.microsoft.com/office/drawing/2014/main" id="{698A93A1-F9EE-4095-8D98-A5AE9F84A3C9}"/>
              </a:ext>
            </a:extLst>
          </p:cNvPr>
          <p:cNvSpPr>
            <a:spLocks xmlns:a="http://schemas.openxmlformats.org/drawingml/2006/main" noGrp="1"/>
          </p:cNvSpPr>
          <p:nvPr/>
        </p:nvSpPr>
        <p:spPr>
          <a:xfrm xmlns:a="http://schemas.openxmlformats.org/drawingml/2006/main">
            <a:off x="822198" y="249278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7" name="!!pilot-start-label">
            <a:extLst xmlns:a="http://schemas.openxmlformats.org/drawingml/2006/main">
              <a:ext uri="{FF2B5EF4-FFF2-40B4-BE49-F238E27FC236}">
                <a16:creationId xmlns:a16="http://schemas.microsoft.com/office/drawing/2014/main" id="{7C747122-9AD5-498B-B56A-7CA7E23C1C86}"/>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DEF853A2-66FD-4E1E-B1C0-DEE6FEE6F10B}"/>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age">
            <a:extLst xmlns:a="http://schemas.openxmlformats.org/drawingml/2006/main">
              <a:ext uri="{FF2B5EF4-FFF2-40B4-BE49-F238E27FC236}">
                <a16:creationId xmlns:a16="http://schemas.microsoft.com/office/drawing/2014/main" id="{6D700B58-5579-4196-9639-C1AB1A92A2E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10" name="!!caption">
            <a:extLst xmlns:a="http://schemas.openxmlformats.org/drawingml/2006/main">
              <a:ext uri="{FF2B5EF4-FFF2-40B4-BE49-F238E27FC236}">
                <a16:creationId xmlns:a16="http://schemas.microsoft.com/office/drawing/2014/main" id="{FBF4878E-D12E-4DEC-B3B5-11786012715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109718700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169244bd33a9400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856FAF7-DAAA-4343-9C11-1BC1FE48637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3C35F18-46E8-4F4B-9B18-239BBCD5B09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FC30E2B9-9335-48EA-B905-FFF7B821B621}"/>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ilot-start-icon-0">
            <a:extLst xmlns:a="http://schemas.openxmlformats.org/drawingml/2006/main">
              <a:ext uri="{FF2B5EF4-FFF2-40B4-BE49-F238E27FC236}">
                <a16:creationId xmlns:a16="http://schemas.microsoft.com/office/drawing/2014/main" id="{F2F36077-AA16-4F8B-A1F6-70FE7CF1E1BC}"/>
              </a:ext>
            </a:extLst>
          </p:cNvPr>
          <p:cNvSpPr>
            <a:spLocks xmlns:a="http://schemas.openxmlformats.org/drawingml/2006/main" noGrp="1"/>
          </p:cNvSpPr>
          <p:nvPr/>
        </p:nvSpPr>
        <p:spPr>
          <a:xfrm xmlns:a="http://schemas.openxmlformats.org/drawingml/2006/main">
            <a:off x="901065" y="234791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6" name="!!pilot-start-icon-1">
            <a:extLst xmlns:a="http://schemas.openxmlformats.org/drawingml/2006/main">
              <a:ext uri="{FF2B5EF4-FFF2-40B4-BE49-F238E27FC236}">
                <a16:creationId xmlns:a16="http://schemas.microsoft.com/office/drawing/2014/main" id="{0FB31F4F-99EB-45C2-AF73-5EBC8E4B90B7}"/>
              </a:ext>
            </a:extLst>
          </p:cNvPr>
          <p:cNvSpPr>
            <a:spLocks xmlns:a="http://schemas.openxmlformats.org/drawingml/2006/main" noGrp="1"/>
          </p:cNvSpPr>
          <p:nvPr/>
        </p:nvSpPr>
        <p:spPr>
          <a:xfrm xmlns:a="http://schemas.openxmlformats.org/drawingml/2006/main">
            <a:off x="849630" y="24893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7" name="!!pilot-start-label">
            <a:extLst xmlns:a="http://schemas.openxmlformats.org/drawingml/2006/main">
              <a:ext uri="{FF2B5EF4-FFF2-40B4-BE49-F238E27FC236}">
                <a16:creationId xmlns:a16="http://schemas.microsoft.com/office/drawing/2014/main" id="{BD6DCFCC-92DD-418F-BCF7-85CC5351E62E}"/>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0F4E9718-6B82-488E-8C7C-98E2B6AA97CD}"/>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ilot-measure-selection">
            <a:extLst xmlns:a="http://schemas.openxmlformats.org/drawingml/2006/main">
              <a:ext uri="{FF2B5EF4-FFF2-40B4-BE49-F238E27FC236}">
                <a16:creationId xmlns:a16="http://schemas.microsoft.com/office/drawing/2014/main" id="{5CDBCD6B-4BB6-4661-B77B-B08D0A0BB37A}"/>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pilot-measure-icon-0">
            <a:extLst xmlns:a="http://schemas.openxmlformats.org/drawingml/2006/main">
              <a:ext uri="{FF2B5EF4-FFF2-40B4-BE49-F238E27FC236}">
                <a16:creationId xmlns:a16="http://schemas.microsoft.com/office/drawing/2014/main" id="{585C1D6F-A0D4-4D85-B7F4-87142CD54462}"/>
              </a:ext>
            </a:extLst>
          </p:cNvPr>
          <p:cNvSpPr>
            <a:spLocks xmlns:a="http://schemas.openxmlformats.org/drawingml/2006/main" noGrp="1"/>
          </p:cNvSpPr>
          <p:nvPr/>
        </p:nvSpPr>
        <p:spPr>
          <a:xfrm xmlns:a="http://schemas.openxmlformats.org/drawingml/2006/main">
            <a:off x="789622" y="3551873"/>
            <a:ext cx="325755"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pilot-measure-icon-1">
            <a:extLst xmlns:a="http://schemas.openxmlformats.org/drawingml/2006/main">
              <a:ext uri="{FF2B5EF4-FFF2-40B4-BE49-F238E27FC236}">
                <a16:creationId xmlns:a16="http://schemas.microsoft.com/office/drawing/2014/main" id="{7525714A-BA83-4F4E-BB51-544BF2877DE1}"/>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12" name="!!pilot-measure-label">
            <a:extLst xmlns:a="http://schemas.openxmlformats.org/drawingml/2006/main">
              <a:ext uri="{FF2B5EF4-FFF2-40B4-BE49-F238E27FC236}">
                <a16:creationId xmlns:a16="http://schemas.microsoft.com/office/drawing/2014/main" id="{7A7083B6-EB54-44FF-87AC-507781B795B7}"/>
              </a:ext>
            </a:extLst>
          </p:cNvPr>
          <p:cNvSpPr>
            <a:spLocks xmlns:a="http://schemas.openxmlformats.org/drawingml/2006/main" noGrp="1"/>
          </p:cNvSpPr>
          <p:nvPr/>
        </p:nvSpPr>
        <p:spPr>
          <a:xfrm xmlns:a="http://schemas.openxmlformats.org/drawingml/2006/main">
            <a:off x="1524000" y="337185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Đo trước và sau</a:t>
            </a:r>
          </a:p>
        </p:txBody>
      </p:sp>
      <p:sp>
        <p:nvSpPr>
          <p:cNvPr id="13" name="!!pilot-measure-detail">
            <a:extLst xmlns:a="http://schemas.openxmlformats.org/drawingml/2006/main">
              <a:ext uri="{FF2B5EF4-FFF2-40B4-BE49-F238E27FC236}">
                <a16:creationId xmlns:a16="http://schemas.microsoft.com/office/drawing/2014/main" id="{0B7B806D-F131-4294-8C5E-700C165C72AE}"/>
              </a:ext>
            </a:extLst>
          </p:cNvPr>
          <p:cNvSpPr>
            <a:spLocks xmlns:a="http://schemas.openxmlformats.org/drawingml/2006/main" noGrp="1"/>
          </p:cNvSpPr>
          <p:nvPr/>
        </p:nvSpPr>
        <p:spPr>
          <a:xfrm xmlns:a="http://schemas.openxmlformats.org/drawingml/2006/main">
            <a:off x="1524000" y="394335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Thời gian tìm hồ sơ, tài liệu còn thiếu</a:t>
            </a:r>
          </a:p>
        </p:txBody>
      </p:sp>
      <p:sp>
        <p:nvSpPr>
          <p:cNvPr id="14" name="!!page">
            <a:extLst xmlns:a="http://schemas.openxmlformats.org/drawingml/2006/main">
              <a:ext uri="{FF2B5EF4-FFF2-40B4-BE49-F238E27FC236}">
                <a16:creationId xmlns:a16="http://schemas.microsoft.com/office/drawing/2014/main" id="{577DD943-D171-4984-902C-BEE81B8B5A5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15" name="!!caption">
            <a:extLst xmlns:a="http://schemas.openxmlformats.org/drawingml/2006/main">
              <a:ext uri="{FF2B5EF4-FFF2-40B4-BE49-F238E27FC236}">
                <a16:creationId xmlns:a16="http://schemas.microsoft.com/office/drawing/2014/main" id="{657EBBDF-9A90-4234-BC39-87308107174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106101279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c7fc8e7f6c73418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B1206FC-E2E1-4A16-BC5E-56AEFF87C93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9E5DA10-C7FC-4117-B5CE-9473198E24B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C61C47BF-906D-40A6-A56E-B83A0CB1B2CB}"/>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ilot-start-icon-0">
            <a:extLst xmlns:a="http://schemas.openxmlformats.org/drawingml/2006/main">
              <a:ext uri="{FF2B5EF4-FFF2-40B4-BE49-F238E27FC236}">
                <a16:creationId xmlns:a16="http://schemas.microsoft.com/office/drawing/2014/main" id="{CC33F745-8632-47E2-AB41-A5A4EC5790E4}"/>
              </a:ext>
            </a:extLst>
          </p:cNvPr>
          <p:cNvSpPr>
            <a:spLocks xmlns:a="http://schemas.openxmlformats.org/drawingml/2006/main" noGrp="1"/>
          </p:cNvSpPr>
          <p:nvPr/>
        </p:nvSpPr>
        <p:spPr>
          <a:xfrm xmlns:a="http://schemas.openxmlformats.org/drawingml/2006/main">
            <a:off x="901065" y="234791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6" name="!!pilot-start-icon-1">
            <a:extLst xmlns:a="http://schemas.openxmlformats.org/drawingml/2006/main">
              <a:ext uri="{FF2B5EF4-FFF2-40B4-BE49-F238E27FC236}">
                <a16:creationId xmlns:a16="http://schemas.microsoft.com/office/drawing/2014/main" id="{1EFA2BD6-14AD-48F0-AABA-8ADD3B70E1D0}"/>
              </a:ext>
            </a:extLst>
          </p:cNvPr>
          <p:cNvSpPr>
            <a:spLocks xmlns:a="http://schemas.openxmlformats.org/drawingml/2006/main" noGrp="1"/>
          </p:cNvSpPr>
          <p:nvPr/>
        </p:nvSpPr>
        <p:spPr>
          <a:xfrm xmlns:a="http://schemas.openxmlformats.org/drawingml/2006/main">
            <a:off x="849630" y="24893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7" name="!!pilot-start-label">
            <a:extLst xmlns:a="http://schemas.openxmlformats.org/drawingml/2006/main">
              <a:ext uri="{FF2B5EF4-FFF2-40B4-BE49-F238E27FC236}">
                <a16:creationId xmlns:a16="http://schemas.microsoft.com/office/drawing/2014/main" id="{A80273F2-F0A4-468D-9B3A-D714D83635BF}"/>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EFC13061-386B-4CEB-9EE9-FB6A1ECA424E}"/>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ilot-measure-selection">
            <a:extLst xmlns:a="http://schemas.openxmlformats.org/drawingml/2006/main">
              <a:ext uri="{FF2B5EF4-FFF2-40B4-BE49-F238E27FC236}">
                <a16:creationId xmlns:a16="http://schemas.microsoft.com/office/drawing/2014/main" id="{49CE0F05-ABE9-4E8E-A889-D9AA9872EB7E}"/>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pilot-measure-icon-0">
            <a:extLst xmlns:a="http://schemas.openxmlformats.org/drawingml/2006/main">
              <a:ext uri="{FF2B5EF4-FFF2-40B4-BE49-F238E27FC236}">
                <a16:creationId xmlns:a16="http://schemas.microsoft.com/office/drawing/2014/main" id="{350A265F-2687-4B54-BA02-826337573660}"/>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pilot-measure-icon-1">
            <a:extLst xmlns:a="http://schemas.openxmlformats.org/drawingml/2006/main">
              <a:ext uri="{FF2B5EF4-FFF2-40B4-BE49-F238E27FC236}">
                <a16:creationId xmlns:a16="http://schemas.microsoft.com/office/drawing/2014/main" id="{A0DAB83D-671A-4305-A015-16AD8B9E3E45}"/>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2" name="!!pilot-measure-label">
            <a:extLst xmlns:a="http://schemas.openxmlformats.org/drawingml/2006/main">
              <a:ext uri="{FF2B5EF4-FFF2-40B4-BE49-F238E27FC236}">
                <a16:creationId xmlns:a16="http://schemas.microsoft.com/office/drawing/2014/main" id="{53BC42CD-F60F-4D9D-A43F-07CC01A8D81D}"/>
              </a:ext>
            </a:extLst>
          </p:cNvPr>
          <p:cNvSpPr>
            <a:spLocks xmlns:a="http://schemas.openxmlformats.org/drawingml/2006/main" noGrp="1"/>
          </p:cNvSpPr>
          <p:nvPr/>
        </p:nvSpPr>
        <p:spPr>
          <a:xfrm xmlns:a="http://schemas.openxmlformats.org/drawingml/2006/main">
            <a:off x="1524000" y="337185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Đo trước và sau</a:t>
            </a:r>
          </a:p>
        </p:txBody>
      </p:sp>
      <p:sp>
        <p:nvSpPr>
          <p:cNvPr id="13" name="!!pilot-measure-detail">
            <a:extLst xmlns:a="http://schemas.openxmlformats.org/drawingml/2006/main">
              <a:ext uri="{FF2B5EF4-FFF2-40B4-BE49-F238E27FC236}">
                <a16:creationId xmlns:a16="http://schemas.microsoft.com/office/drawing/2014/main" id="{6F0DCBD8-A67D-4E99-AD43-2DF9FA71F01E}"/>
              </a:ext>
            </a:extLst>
          </p:cNvPr>
          <p:cNvSpPr>
            <a:spLocks xmlns:a="http://schemas.openxmlformats.org/drawingml/2006/main" noGrp="1"/>
          </p:cNvSpPr>
          <p:nvPr/>
        </p:nvSpPr>
        <p:spPr>
          <a:xfrm xmlns:a="http://schemas.openxmlformats.org/drawingml/2006/main">
            <a:off x="1524000" y="394335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Thời gian tìm hồ sơ, tài liệu còn thiếu</a:t>
            </a:r>
          </a:p>
        </p:txBody>
      </p:sp>
      <p:sp>
        <p:nvSpPr>
          <p:cNvPr id="14" name="!!payer-symbol-selection">
            <a:extLst xmlns:a="http://schemas.openxmlformats.org/drawingml/2006/main">
              <a:ext uri="{FF2B5EF4-FFF2-40B4-BE49-F238E27FC236}">
                <a16:creationId xmlns:a16="http://schemas.microsoft.com/office/drawing/2014/main" id="{244824FB-C633-4B61-9AEA-3BABD50EE3AA}"/>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payer-symbol-icon-0">
            <a:extLst xmlns:a="http://schemas.openxmlformats.org/drawingml/2006/main">
              <a:ext uri="{FF2B5EF4-FFF2-40B4-BE49-F238E27FC236}">
                <a16:creationId xmlns:a16="http://schemas.microsoft.com/office/drawing/2014/main" id="{13EC5E72-38A7-4397-A384-B5480DB54B94}"/>
              </a:ext>
            </a:extLst>
          </p:cNvPr>
          <p:cNvSpPr>
            <a:spLocks xmlns:a="http://schemas.openxmlformats.org/drawingml/2006/main" noGrp="1"/>
          </p:cNvSpPr>
          <p:nvPr/>
        </p:nvSpPr>
        <p:spPr>
          <a:xfrm xmlns:a="http://schemas.openxmlformats.org/drawingml/2006/main">
            <a:off x="799147" y="5200936"/>
            <a:ext cx="325755" cy="260604"/>
          </a:xfrm>
          <a:prstGeom xmlns:a="http://schemas.openxmlformats.org/drawingml/2006/main" prst="roundRect">
            <a:avLst>
              <a:gd name="adj" fmla="val 29240"/>
            </a:avLst>
          </a:prstGeom>
          <a:noFill xmlns:a="http://schemas.openxmlformats.org/drawingml/2006/main"/>
          <a:ln xmlns:a="http://schemas.openxmlformats.org/drawingml/2006/main" w="19050">
            <a:solidFill>
              <a:srgbClr val="FFFFFF"/>
            </a:solidFill>
            <a:prstDash val="solid"/>
          </a:ln>
        </p:spPr>
      </p:sp>
      <p:sp>
        <p:nvSpPr>
          <p:cNvPr id="16" name="!!payer-symbol-icon-1">
            <a:extLst xmlns:a="http://schemas.openxmlformats.org/drawingml/2006/main">
              <a:ext uri="{FF2B5EF4-FFF2-40B4-BE49-F238E27FC236}">
                <a16:creationId xmlns:a16="http://schemas.microsoft.com/office/drawing/2014/main" id="{FE89A151-32E9-4661-A476-1D26D1FB15C0}"/>
              </a:ext>
            </a:extLst>
          </p:cNvPr>
          <p:cNvSpPr>
            <a:spLocks xmlns:a="http://schemas.openxmlformats.org/drawingml/2006/main" noGrp="1"/>
          </p:cNvSpPr>
          <p:nvPr/>
        </p:nvSpPr>
        <p:spPr>
          <a:xfrm xmlns:a="http://schemas.openxmlformats.org/drawingml/2006/main">
            <a:off x="1010888" y="5298662"/>
            <a:ext cx="114014" cy="97727"/>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7" name="!!payer-symbol-icon-2">
            <a:extLst xmlns:a="http://schemas.openxmlformats.org/drawingml/2006/main">
              <a:ext uri="{FF2B5EF4-FFF2-40B4-BE49-F238E27FC236}">
                <a16:creationId xmlns:a16="http://schemas.microsoft.com/office/drawing/2014/main" id="{03D411DC-9E9E-4C35-864D-66C06A52AFF7}"/>
              </a:ext>
            </a:extLst>
          </p:cNvPr>
          <p:cNvSpPr>
            <a:spLocks xmlns:a="http://schemas.openxmlformats.org/drawingml/2006/main" noGrp="1"/>
          </p:cNvSpPr>
          <p:nvPr/>
        </p:nvSpPr>
        <p:spPr>
          <a:xfrm xmlns:a="http://schemas.openxmlformats.org/drawingml/2006/main">
            <a:off x="1043464" y="5331238"/>
            <a:ext cx="32576" cy="3257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payer">
            <a:extLst xmlns:a="http://schemas.openxmlformats.org/drawingml/2006/main">
              <a:ext uri="{FF2B5EF4-FFF2-40B4-BE49-F238E27FC236}">
                <a16:creationId xmlns:a16="http://schemas.microsoft.com/office/drawing/2014/main" id="{0AD0A890-5E7E-41A0-B010-10791ACE335C}"/>
              </a:ext>
            </a:extLst>
          </p:cNvPr>
          <p:cNvSpPr>
            <a:spLocks xmlns:a="http://schemas.openxmlformats.org/drawingml/2006/main" noGrp="1"/>
          </p:cNvSpPr>
          <p:nvPr/>
        </p:nvSpPr>
        <p:spPr>
          <a:xfrm xmlns:a="http://schemas.openxmlformats.org/drawingml/2006/main">
            <a:off x="1524000" y="497205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C8A45B"/>
                </a:solidFill>
                <a:latin typeface="Segoe UI"/>
                <a:ea typeface="Segoe UI"/>
                <a:cs typeface="Segoe UI"/>
              </a:defRPr>
            </a:pPr>
            <a:r>
              <a:rPr sz="2550" b="1">
                <a:solidFill>
                  <a:srgbClr val="C8A45B"/>
                </a:solidFill>
                <a:latin typeface="Segoe UI"/>
                <a:ea typeface="Segoe UI"/>
                <a:cs typeface="Segoe UI"/>
              </a:rPr>
              <a:t>Giả thuyết trả phí</a:t>
            </a:r>
          </a:p>
        </p:txBody>
      </p:sp>
      <p:sp>
        <p:nvSpPr>
          <p:cNvPr id="19" name="!!payer-detail">
            <a:extLst xmlns:a="http://schemas.openxmlformats.org/drawingml/2006/main">
              <a:ext uri="{FF2B5EF4-FFF2-40B4-BE49-F238E27FC236}">
                <a16:creationId xmlns:a16="http://schemas.microsoft.com/office/drawing/2014/main" id="{DE5710F8-622B-48E2-B8F5-6276283AE46F}"/>
              </a:ext>
            </a:extLst>
          </p:cNvPr>
          <p:cNvSpPr>
            <a:spLocks xmlns:a="http://schemas.openxmlformats.org/drawingml/2006/main" noGrp="1"/>
          </p:cNvSpPr>
          <p:nvPr/>
        </p:nvSpPr>
        <p:spPr>
          <a:xfrm xmlns:a="http://schemas.openxmlformats.org/drawingml/2006/main">
            <a:off x="1524000" y="5572125"/>
            <a:ext cx="4362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F4F1E8"/>
                </a:solidFill>
                <a:latin typeface="Segoe UI"/>
                <a:ea typeface="Segoe UI"/>
                <a:cs typeface="Segoe UI"/>
              </a:defRPr>
            </a:pPr>
            <a:r>
              <a:rPr sz="1800" b="0">
                <a:solidFill>
                  <a:srgbClr val="F4F1E8"/>
                </a:solidFill>
                <a:latin typeface="Segoe UI"/>
                <a:ea typeface="Segoe UI"/>
                <a:cs typeface="Segoe UI"/>
              </a:rPr>
              <a:t>HTX trả phí workspace nếu pilot hữu ích</a:t>
            </a:r>
          </a:p>
        </p:txBody>
      </p:sp>
      <p:sp>
        <p:nvSpPr>
          <p:cNvPr id="20" name="!!page">
            <a:extLst xmlns:a="http://schemas.openxmlformats.org/drawingml/2006/main">
              <a:ext uri="{FF2B5EF4-FFF2-40B4-BE49-F238E27FC236}">
                <a16:creationId xmlns:a16="http://schemas.microsoft.com/office/drawing/2014/main" id="{2E7EEF76-8835-4CCA-840B-3AA5A2DB5D0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21" name="!!caption">
            <a:extLst xmlns:a="http://schemas.openxmlformats.org/drawingml/2006/main">
              <a:ext uri="{FF2B5EF4-FFF2-40B4-BE49-F238E27FC236}">
                <a16:creationId xmlns:a16="http://schemas.microsoft.com/office/drawing/2014/main" id="{3D3A3CA6-3C1E-4D23-8921-BDECDCE12F6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174772714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3" name="!!backdrop"/>
          <p:cNvPicPr>
            <a:picLocks xmlns:a="http://schemas.openxmlformats.org/drawingml/2006/main" noChangeAspect="1"/>
          </p:cNvPicPr>
          <p:nvPr/>
        </p:nvPicPr>
        <p:blipFill>
          <a:blip xmlns:r="http://schemas.openxmlformats.org/officeDocument/2006/relationships" xmlns:a="http://schemas.openxmlformats.org/drawingml/2006/main" r:embed="R161f4f19c14943b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E2CB017-EC44-4568-81CB-2DD9977B1EB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7854E426-DEB7-4995-81D3-2E5554E9FB6F}"/>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next-0-icon-0">
            <a:extLst xmlns:a="http://schemas.openxmlformats.org/drawingml/2006/main">
              <a:ext uri="{FF2B5EF4-FFF2-40B4-BE49-F238E27FC236}">
                <a16:creationId xmlns:a16="http://schemas.microsoft.com/office/drawing/2014/main" id="{40FDB097-C7EE-4257-9769-38A562CBCB6F}"/>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FFFFFF"/>
            </a:solidFill>
            <a:prstDash val="solid"/>
          </a:ln>
        </p:spPr>
      </p:sp>
      <p:sp>
        <p:nvSpPr>
          <p:cNvPr id="5" name="!!next-0-icon-1">
            <a:extLst xmlns:a="http://schemas.openxmlformats.org/drawingml/2006/main">
              <a:ext uri="{FF2B5EF4-FFF2-40B4-BE49-F238E27FC236}">
                <a16:creationId xmlns:a16="http://schemas.microsoft.com/office/drawing/2014/main" id="{74DAFA02-C122-47F8-B263-FEDABADDA5B6}"/>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FFFFFF"/>
            </a:solidFill>
            <a:prstDash val="solid"/>
          </a:ln>
        </p:spPr>
      </p:sp>
      <p:sp>
        <p:nvSpPr>
          <p:cNvPr id="6" name="!!next-0-icon-2">
            <a:extLst xmlns:a="http://schemas.openxmlformats.org/drawingml/2006/main">
              <a:ext uri="{FF2B5EF4-FFF2-40B4-BE49-F238E27FC236}">
                <a16:creationId xmlns:a16="http://schemas.microsoft.com/office/drawing/2014/main" id="{406ACE01-0618-4305-965F-5D899FC519A9}"/>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FFFFFF"/>
            </a:solidFill>
            <a:prstDash val="solid"/>
          </a:ln>
        </p:spPr>
      </p:sp>
      <p:sp>
        <p:nvSpPr>
          <p:cNvPr id="7" name="!!next-0-icon-3">
            <a:extLst xmlns:a="http://schemas.openxmlformats.org/drawingml/2006/main">
              <a:ext uri="{FF2B5EF4-FFF2-40B4-BE49-F238E27FC236}">
                <a16:creationId xmlns:a16="http://schemas.microsoft.com/office/drawing/2014/main" id="{404E66C7-BBD8-4756-AF97-0AAA0D0E6893}"/>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FFFFFF"/>
            </a:solidFill>
            <a:prstDash val="solid"/>
          </a:ln>
        </p:spPr>
      </p:sp>
      <p:sp>
        <p:nvSpPr>
          <p:cNvPr id="8" name="!!next-0-icon-4">
            <a:extLst xmlns:a="http://schemas.openxmlformats.org/drawingml/2006/main">
              <a:ext uri="{FF2B5EF4-FFF2-40B4-BE49-F238E27FC236}">
                <a16:creationId xmlns:a16="http://schemas.microsoft.com/office/drawing/2014/main" id="{3AD6CAF1-6D13-4B2B-9131-A5046AE01B9C}"/>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FFFFFF"/>
            </a:solidFill>
            <a:prstDash val="solid"/>
          </a:ln>
        </p:spPr>
      </p:sp>
      <p:sp>
        <p:nvSpPr>
          <p:cNvPr id="9" name="!!next-0-label">
            <a:extLst xmlns:a="http://schemas.openxmlformats.org/drawingml/2006/main">
              <a:ext uri="{FF2B5EF4-FFF2-40B4-BE49-F238E27FC236}">
                <a16:creationId xmlns:a16="http://schemas.microsoft.com/office/drawing/2014/main" id="{6DA77BB7-A300-4BAB-95CF-5D9BA00BA55B}"/>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8103F4A1-A121-4395-B4BD-90BB11F36DC4}"/>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page">
            <a:extLst xmlns:a="http://schemas.openxmlformats.org/drawingml/2006/main">
              <a:ext uri="{FF2B5EF4-FFF2-40B4-BE49-F238E27FC236}">
                <a16:creationId xmlns:a16="http://schemas.microsoft.com/office/drawing/2014/main" id="{C526204B-F6A7-467C-9395-2E7DE4932F1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12" name="!!caption">
            <a:extLst xmlns:a="http://schemas.openxmlformats.org/drawingml/2006/main">
              <a:ext uri="{FF2B5EF4-FFF2-40B4-BE49-F238E27FC236}">
                <a16:creationId xmlns:a16="http://schemas.microsoft.com/office/drawing/2014/main" id="{2829F8EC-FFAC-4928-B30F-DA1FC3A4843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201821039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960e684e95404f5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2B2E168-5897-44E2-9C45-B3B14224AB3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5E21FF26-1FCD-4796-8B81-24812C80A812}"/>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next-0-icon-0">
            <a:extLst xmlns:a="http://schemas.openxmlformats.org/drawingml/2006/main">
              <a:ext uri="{FF2B5EF4-FFF2-40B4-BE49-F238E27FC236}">
                <a16:creationId xmlns:a16="http://schemas.microsoft.com/office/drawing/2014/main" id="{2E94C4D3-3BCC-4E4D-A698-FD1742AA1D6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166447"/>
            </a:solidFill>
            <a:prstDash val="solid"/>
          </a:ln>
        </p:spPr>
      </p:sp>
      <p:sp>
        <p:nvSpPr>
          <p:cNvPr id="5" name="!!next-0-icon-1">
            <a:extLst xmlns:a="http://schemas.openxmlformats.org/drawingml/2006/main">
              <a:ext uri="{FF2B5EF4-FFF2-40B4-BE49-F238E27FC236}">
                <a16:creationId xmlns:a16="http://schemas.microsoft.com/office/drawing/2014/main" id="{EBB35F35-1B59-4A29-8AE2-2091AC42BC5E}"/>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166447"/>
            </a:solidFill>
            <a:prstDash val="solid"/>
          </a:ln>
        </p:spPr>
      </p:sp>
      <p:sp>
        <p:nvSpPr>
          <p:cNvPr id="6" name="!!next-0-icon-2">
            <a:extLst xmlns:a="http://schemas.openxmlformats.org/drawingml/2006/main">
              <a:ext uri="{FF2B5EF4-FFF2-40B4-BE49-F238E27FC236}">
                <a16:creationId xmlns:a16="http://schemas.microsoft.com/office/drawing/2014/main" id="{138E9BDE-A7E6-425B-A954-D13FE698D3F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166447"/>
            </a:solidFill>
            <a:prstDash val="solid"/>
          </a:ln>
        </p:spPr>
      </p:sp>
      <p:sp>
        <p:nvSpPr>
          <p:cNvPr id="7" name="!!next-0-icon-3">
            <a:extLst xmlns:a="http://schemas.openxmlformats.org/drawingml/2006/main">
              <a:ext uri="{FF2B5EF4-FFF2-40B4-BE49-F238E27FC236}">
                <a16:creationId xmlns:a16="http://schemas.microsoft.com/office/drawing/2014/main" id="{CC58DDB0-AD54-4D21-B412-721088EBDE57}"/>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166447"/>
            </a:solidFill>
            <a:prstDash val="solid"/>
          </a:ln>
        </p:spPr>
      </p:sp>
      <p:sp>
        <p:nvSpPr>
          <p:cNvPr id="8" name="!!next-0-icon-4">
            <a:extLst xmlns:a="http://schemas.openxmlformats.org/drawingml/2006/main">
              <a:ext uri="{FF2B5EF4-FFF2-40B4-BE49-F238E27FC236}">
                <a16:creationId xmlns:a16="http://schemas.microsoft.com/office/drawing/2014/main" id="{DEBB4D3B-EB11-42B4-8516-600937A8DB4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166447"/>
            </a:solidFill>
            <a:prstDash val="solid"/>
          </a:ln>
        </p:spPr>
      </p:sp>
      <p:sp>
        <p:nvSpPr>
          <p:cNvPr id="9" name="!!next-0-label">
            <a:extLst xmlns:a="http://schemas.openxmlformats.org/drawingml/2006/main">
              <a:ext uri="{FF2B5EF4-FFF2-40B4-BE49-F238E27FC236}">
                <a16:creationId xmlns:a16="http://schemas.microsoft.com/office/drawing/2014/main" id="{3D80B103-8353-461C-B633-A1E850891984}"/>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F3BE7F81-DB6B-4F00-BE2E-95A7364A1889}"/>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next-1-selection">
            <a:extLst xmlns:a="http://schemas.openxmlformats.org/drawingml/2006/main">
              <a:ext uri="{FF2B5EF4-FFF2-40B4-BE49-F238E27FC236}">
                <a16:creationId xmlns:a16="http://schemas.microsoft.com/office/drawing/2014/main" id="{79450BB2-67AB-41DB-A0FB-8F6C1736370C}"/>
              </a:ext>
            </a:extLst>
          </p:cNvPr>
          <p:cNvSpPr>
            <a:spLocks xmlns:a="http://schemas.openxmlformats.org/drawingml/2006/main" noGrp="1"/>
          </p:cNvSpPr>
          <p:nvPr/>
        </p:nvSpPr>
        <p:spPr>
          <a:xfrm xmlns:a="http://schemas.openxmlformats.org/drawingml/2006/main">
            <a:off x="590550" y="332422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2" name="!!next-1-icon-0">
            <a:extLst xmlns:a="http://schemas.openxmlformats.org/drawingml/2006/main">
              <a:ext uri="{FF2B5EF4-FFF2-40B4-BE49-F238E27FC236}">
                <a16:creationId xmlns:a16="http://schemas.microsoft.com/office/drawing/2014/main" id="{B1F765B6-39E8-4417-A53B-06A527F24657}"/>
              </a:ext>
            </a:extLst>
          </p:cNvPr>
          <p:cNvSpPr>
            <a:spLocks xmlns:a="http://schemas.openxmlformats.org/drawingml/2006/main" noGrp="1"/>
          </p:cNvSpPr>
          <p:nvPr/>
        </p:nvSpPr>
        <p:spPr>
          <a:xfrm xmlns:a="http://schemas.openxmlformats.org/drawingml/2006/main">
            <a:off x="887349" y="3523298"/>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3" name="!!next-1-icon-1">
            <a:extLst xmlns:a="http://schemas.openxmlformats.org/drawingml/2006/main">
              <a:ext uri="{FF2B5EF4-FFF2-40B4-BE49-F238E27FC236}">
                <a16:creationId xmlns:a16="http://schemas.microsoft.com/office/drawing/2014/main" id="{674BE8B7-86B5-4516-9CFA-21F05966E219}"/>
              </a:ext>
            </a:extLst>
          </p:cNvPr>
          <p:cNvSpPr>
            <a:spLocks xmlns:a="http://schemas.openxmlformats.org/drawingml/2006/main" noGrp="1"/>
          </p:cNvSpPr>
          <p:nvPr/>
        </p:nvSpPr>
        <p:spPr>
          <a:xfrm xmlns:a="http://schemas.openxmlformats.org/drawingml/2006/main">
            <a:off x="822198" y="3702463"/>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4" name="!!next-1-label">
            <a:extLst xmlns:a="http://schemas.openxmlformats.org/drawingml/2006/main">
              <a:ext uri="{FF2B5EF4-FFF2-40B4-BE49-F238E27FC236}">
                <a16:creationId xmlns:a16="http://schemas.microsoft.com/office/drawing/2014/main" id="{2DF5F121-F577-49B2-BEA8-3FA73CD6E92F}"/>
              </a:ext>
            </a:extLst>
          </p:cNvPr>
          <p:cNvSpPr>
            <a:spLocks xmlns:a="http://schemas.openxmlformats.org/drawingml/2006/main" noGrp="1"/>
          </p:cNvSpPr>
          <p:nvPr/>
        </p:nvSpPr>
        <p:spPr>
          <a:xfrm xmlns:a="http://schemas.openxmlformats.org/drawingml/2006/main">
            <a:off x="1524000" y="3343275"/>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2. Pilot với người dùng thật</a:t>
            </a:r>
          </a:p>
        </p:txBody>
      </p:sp>
      <p:sp>
        <p:nvSpPr>
          <p:cNvPr id="15" name="!!next-1-detail">
            <a:extLst xmlns:a="http://schemas.openxmlformats.org/drawingml/2006/main">
              <a:ext uri="{FF2B5EF4-FFF2-40B4-BE49-F238E27FC236}">
                <a16:creationId xmlns:a16="http://schemas.microsoft.com/office/drawing/2014/main" id="{8EE4197A-56C0-41AB-8937-CD7B909FAD92}"/>
              </a:ext>
            </a:extLst>
          </p:cNvPr>
          <p:cNvSpPr>
            <a:spLocks xmlns:a="http://schemas.openxmlformats.org/drawingml/2006/main" noGrp="1"/>
          </p:cNvSpPr>
          <p:nvPr/>
        </p:nvSpPr>
        <p:spPr>
          <a:xfrm xmlns:a="http://schemas.openxmlformats.org/drawingml/2006/main">
            <a:off x="1524000" y="3914775"/>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Xác nhận công việc và tiêu chí đo</a:t>
            </a:r>
          </a:p>
        </p:txBody>
      </p:sp>
      <p:sp>
        <p:nvSpPr>
          <p:cNvPr id="16" name="!!page">
            <a:extLst xmlns:a="http://schemas.openxmlformats.org/drawingml/2006/main">
              <a:ext uri="{FF2B5EF4-FFF2-40B4-BE49-F238E27FC236}">
                <a16:creationId xmlns:a16="http://schemas.microsoft.com/office/drawing/2014/main" id="{AE5AA0E0-8D24-482F-B01F-FF8722B5F29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17" name="!!caption">
            <a:extLst xmlns:a="http://schemas.openxmlformats.org/drawingml/2006/main">
              <a:ext uri="{FF2B5EF4-FFF2-40B4-BE49-F238E27FC236}">
                <a16:creationId xmlns:a16="http://schemas.microsoft.com/office/drawing/2014/main" id="{481D7F27-476A-4984-B9A8-FD51A14BEE21}"/>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132233849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3" name="!!backdrop"/>
          <p:cNvPicPr>
            <a:picLocks xmlns:a="http://schemas.openxmlformats.org/drawingml/2006/main" noChangeAspect="1"/>
          </p:cNvPicPr>
          <p:nvPr/>
        </p:nvPicPr>
        <p:blipFill>
          <a:blip xmlns:r="http://schemas.openxmlformats.org/officeDocument/2006/relationships" xmlns:a="http://schemas.openxmlformats.org/drawingml/2006/main" r:embed="R4a9277b21b004c6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AFE4946-A874-4B6D-B2FD-3FDF77E9203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62F86B48-ADB6-4D2D-9FA4-29FFB88E19F3}"/>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next-0-icon-0">
            <a:extLst xmlns:a="http://schemas.openxmlformats.org/drawingml/2006/main">
              <a:ext uri="{FF2B5EF4-FFF2-40B4-BE49-F238E27FC236}">
                <a16:creationId xmlns:a16="http://schemas.microsoft.com/office/drawing/2014/main" id="{0294D051-62DF-478B-829A-7F238F06386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166447"/>
            </a:solidFill>
            <a:prstDash val="solid"/>
          </a:ln>
        </p:spPr>
      </p:sp>
      <p:sp>
        <p:nvSpPr>
          <p:cNvPr id="5" name="!!next-0-icon-1">
            <a:extLst xmlns:a="http://schemas.openxmlformats.org/drawingml/2006/main">
              <a:ext uri="{FF2B5EF4-FFF2-40B4-BE49-F238E27FC236}">
                <a16:creationId xmlns:a16="http://schemas.microsoft.com/office/drawing/2014/main" id="{4EA5C94B-477A-4702-BB7A-4C5EFC7AB9C5}"/>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166447"/>
            </a:solidFill>
            <a:prstDash val="solid"/>
          </a:ln>
        </p:spPr>
      </p:sp>
      <p:sp>
        <p:nvSpPr>
          <p:cNvPr id="6" name="!!next-0-icon-2">
            <a:extLst xmlns:a="http://schemas.openxmlformats.org/drawingml/2006/main">
              <a:ext uri="{FF2B5EF4-FFF2-40B4-BE49-F238E27FC236}">
                <a16:creationId xmlns:a16="http://schemas.microsoft.com/office/drawing/2014/main" id="{2E7ABB64-3860-4D91-B5E6-7C22924A23AE}"/>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166447"/>
            </a:solidFill>
            <a:prstDash val="solid"/>
          </a:ln>
        </p:spPr>
      </p:sp>
      <p:sp>
        <p:nvSpPr>
          <p:cNvPr id="7" name="!!next-0-icon-3">
            <a:extLst xmlns:a="http://schemas.openxmlformats.org/drawingml/2006/main">
              <a:ext uri="{FF2B5EF4-FFF2-40B4-BE49-F238E27FC236}">
                <a16:creationId xmlns:a16="http://schemas.microsoft.com/office/drawing/2014/main" id="{043821AE-A5AC-4EA3-AFAC-33193A752F8D}"/>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166447"/>
            </a:solidFill>
            <a:prstDash val="solid"/>
          </a:ln>
        </p:spPr>
      </p:sp>
      <p:sp>
        <p:nvSpPr>
          <p:cNvPr id="8" name="!!next-0-icon-4">
            <a:extLst xmlns:a="http://schemas.openxmlformats.org/drawingml/2006/main">
              <a:ext uri="{FF2B5EF4-FFF2-40B4-BE49-F238E27FC236}">
                <a16:creationId xmlns:a16="http://schemas.microsoft.com/office/drawing/2014/main" id="{EA98986A-3561-485E-9565-946019242BB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166447"/>
            </a:solidFill>
            <a:prstDash val="solid"/>
          </a:ln>
        </p:spPr>
      </p:sp>
      <p:sp>
        <p:nvSpPr>
          <p:cNvPr id="9" name="!!next-0-label">
            <a:extLst xmlns:a="http://schemas.openxmlformats.org/drawingml/2006/main">
              <a:ext uri="{FF2B5EF4-FFF2-40B4-BE49-F238E27FC236}">
                <a16:creationId xmlns:a16="http://schemas.microsoft.com/office/drawing/2014/main" id="{B71596F1-1F33-4074-9E53-708C6F013B31}"/>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B13E026D-D3B5-425C-8EF9-AA06C5C90ADB}"/>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next-1-selection">
            <a:extLst xmlns:a="http://schemas.openxmlformats.org/drawingml/2006/main">
              <a:ext uri="{FF2B5EF4-FFF2-40B4-BE49-F238E27FC236}">
                <a16:creationId xmlns:a16="http://schemas.microsoft.com/office/drawing/2014/main" id="{B58C4E98-EBD7-42C1-B23D-8FECD0F16BFC}"/>
              </a:ext>
            </a:extLst>
          </p:cNvPr>
          <p:cNvSpPr>
            <a:spLocks xmlns:a="http://schemas.openxmlformats.org/drawingml/2006/main" noGrp="1"/>
          </p:cNvSpPr>
          <p:nvPr/>
        </p:nvSpPr>
        <p:spPr>
          <a:xfrm xmlns:a="http://schemas.openxmlformats.org/drawingml/2006/main">
            <a:off x="666750" y="340042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next-1-icon-0">
            <a:extLst xmlns:a="http://schemas.openxmlformats.org/drawingml/2006/main">
              <a:ext uri="{FF2B5EF4-FFF2-40B4-BE49-F238E27FC236}">
                <a16:creationId xmlns:a16="http://schemas.microsoft.com/office/drawing/2014/main" id="{0D0A6B19-0948-4970-B08A-BBBB596964DA}"/>
              </a:ext>
            </a:extLst>
          </p:cNvPr>
          <p:cNvSpPr>
            <a:spLocks xmlns:a="http://schemas.openxmlformats.org/drawingml/2006/main" noGrp="1"/>
          </p:cNvSpPr>
          <p:nvPr/>
        </p:nvSpPr>
        <p:spPr>
          <a:xfrm xmlns:a="http://schemas.openxmlformats.org/drawingml/2006/main">
            <a:off x="901065" y="3557588"/>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3" name="!!next-1-icon-1">
            <a:extLst xmlns:a="http://schemas.openxmlformats.org/drawingml/2006/main">
              <a:ext uri="{FF2B5EF4-FFF2-40B4-BE49-F238E27FC236}">
                <a16:creationId xmlns:a16="http://schemas.microsoft.com/office/drawing/2014/main" id="{D392D1E7-4156-45EF-A5BA-1E0F73F43A47}"/>
              </a:ext>
            </a:extLst>
          </p:cNvPr>
          <p:cNvSpPr>
            <a:spLocks xmlns:a="http://schemas.openxmlformats.org/drawingml/2006/main" noGrp="1"/>
          </p:cNvSpPr>
          <p:nvPr/>
        </p:nvSpPr>
        <p:spPr>
          <a:xfrm xmlns:a="http://schemas.openxmlformats.org/drawingml/2006/main">
            <a:off x="849630" y="3699034"/>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4" name="!!next-1-label">
            <a:extLst xmlns:a="http://schemas.openxmlformats.org/drawingml/2006/main">
              <a:ext uri="{FF2B5EF4-FFF2-40B4-BE49-F238E27FC236}">
                <a16:creationId xmlns:a16="http://schemas.microsoft.com/office/drawing/2014/main" id="{E5ABE255-6D2B-4BDA-B550-59FEAA885B13}"/>
              </a:ext>
            </a:extLst>
          </p:cNvPr>
          <p:cNvSpPr>
            <a:spLocks xmlns:a="http://schemas.openxmlformats.org/drawingml/2006/main" noGrp="1"/>
          </p:cNvSpPr>
          <p:nvPr/>
        </p:nvSpPr>
        <p:spPr>
          <a:xfrm xmlns:a="http://schemas.openxmlformats.org/drawingml/2006/main">
            <a:off x="1524000" y="3343275"/>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2. Pilot với người dùng thật</a:t>
            </a:r>
          </a:p>
        </p:txBody>
      </p:sp>
      <p:sp>
        <p:nvSpPr>
          <p:cNvPr id="15" name="!!next-1-detail">
            <a:extLst xmlns:a="http://schemas.openxmlformats.org/drawingml/2006/main">
              <a:ext uri="{FF2B5EF4-FFF2-40B4-BE49-F238E27FC236}">
                <a16:creationId xmlns:a16="http://schemas.microsoft.com/office/drawing/2014/main" id="{AA704BAA-BA83-4DB8-AC81-76EACA602320}"/>
              </a:ext>
            </a:extLst>
          </p:cNvPr>
          <p:cNvSpPr>
            <a:spLocks xmlns:a="http://schemas.openxmlformats.org/drawingml/2006/main" noGrp="1"/>
          </p:cNvSpPr>
          <p:nvPr/>
        </p:nvSpPr>
        <p:spPr>
          <a:xfrm xmlns:a="http://schemas.openxmlformats.org/drawingml/2006/main">
            <a:off x="1524000" y="3914775"/>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Xác nhận công việc và tiêu chí đo</a:t>
            </a:r>
          </a:p>
        </p:txBody>
      </p:sp>
      <p:sp>
        <p:nvSpPr>
          <p:cNvPr id="16" name="!!next-2-selection">
            <a:extLst xmlns:a="http://schemas.openxmlformats.org/drawingml/2006/main">
              <a:ext uri="{FF2B5EF4-FFF2-40B4-BE49-F238E27FC236}">
                <a16:creationId xmlns:a16="http://schemas.microsoft.com/office/drawing/2014/main" id="{288B9ED1-5DDE-4DBD-BB58-E30427AFB065}"/>
              </a:ext>
            </a:extLst>
          </p:cNvPr>
          <p:cNvSpPr>
            <a:spLocks xmlns:a="http://schemas.openxmlformats.org/drawingml/2006/main" noGrp="1"/>
          </p:cNvSpPr>
          <p:nvPr/>
        </p:nvSpPr>
        <p:spPr>
          <a:xfrm xmlns:a="http://schemas.openxmlformats.org/drawingml/2006/main">
            <a:off x="590550" y="45339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7" name="!!next-2-icon-0">
            <a:extLst xmlns:a="http://schemas.openxmlformats.org/drawingml/2006/main">
              <a:ext uri="{FF2B5EF4-FFF2-40B4-BE49-F238E27FC236}">
                <a16:creationId xmlns:a16="http://schemas.microsoft.com/office/drawing/2014/main" id="{BA533709-21E6-4689-97E3-4C423C617BB8}"/>
              </a:ext>
            </a:extLst>
          </p:cNvPr>
          <p:cNvSpPr>
            <a:spLocks xmlns:a="http://schemas.openxmlformats.org/drawingml/2006/main" noGrp="1"/>
          </p:cNvSpPr>
          <p:nvPr/>
        </p:nvSpPr>
        <p:spPr>
          <a:xfrm xmlns:a="http://schemas.openxmlformats.org/drawingml/2006/main">
            <a:off x="789622" y="4732973"/>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next-2-icon-1">
            <a:extLst xmlns:a="http://schemas.openxmlformats.org/drawingml/2006/main">
              <a:ext uri="{FF2B5EF4-FFF2-40B4-BE49-F238E27FC236}">
                <a16:creationId xmlns:a16="http://schemas.microsoft.com/office/drawing/2014/main" id="{830827E1-2285-47C9-AA9B-0F34517FC0B9}"/>
              </a:ext>
            </a:extLst>
          </p:cNvPr>
          <p:cNvSpPr>
            <a:spLocks xmlns:a="http://schemas.openxmlformats.org/drawingml/2006/main" noGrp="1"/>
          </p:cNvSpPr>
          <p:nvPr/>
        </p:nvSpPr>
        <p:spPr>
          <a:xfrm xmlns:a="http://schemas.openxmlformats.org/drawingml/2006/main">
            <a:off x="757047" y="4700397"/>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9" name="!!next-2-label">
            <a:extLst xmlns:a="http://schemas.openxmlformats.org/drawingml/2006/main">
              <a:ext uri="{FF2B5EF4-FFF2-40B4-BE49-F238E27FC236}">
                <a16:creationId xmlns:a16="http://schemas.microsoft.com/office/drawing/2014/main" id="{ACD38CC0-F56C-4C38-BA07-453F4BD7BFF9}"/>
              </a:ext>
            </a:extLst>
          </p:cNvPr>
          <p:cNvSpPr>
            <a:spLocks xmlns:a="http://schemas.openxmlformats.org/drawingml/2006/main" noGrp="1"/>
          </p:cNvSpPr>
          <p:nvPr/>
        </p:nvSpPr>
        <p:spPr>
          <a:xfrm xmlns:a="http://schemas.openxmlformats.org/drawingml/2006/main">
            <a:off x="1524000" y="455295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3. Xác minh nguồn bằng chứng</a:t>
            </a:r>
          </a:p>
        </p:txBody>
      </p:sp>
      <p:sp>
        <p:nvSpPr>
          <p:cNvPr id="20" name="!!next-2-detail">
            <a:extLst xmlns:a="http://schemas.openxmlformats.org/drawingml/2006/main">
              <a:ext uri="{FF2B5EF4-FFF2-40B4-BE49-F238E27FC236}">
                <a16:creationId xmlns:a16="http://schemas.microsoft.com/office/drawing/2014/main" id="{480575FF-C2ED-4F3C-AA05-CA393004BE31}"/>
              </a:ext>
            </a:extLst>
          </p:cNvPr>
          <p:cNvSpPr>
            <a:spLocks xmlns:a="http://schemas.openxmlformats.org/drawingml/2006/main" noGrp="1"/>
          </p:cNvSpPr>
          <p:nvPr/>
        </p:nvSpPr>
        <p:spPr>
          <a:xfrm xmlns:a="http://schemas.openxmlformats.org/drawingml/2006/main">
            <a:off x="1524000" y="512445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Đối tác lab, attestation và dữ liệu AI</a:t>
            </a:r>
          </a:p>
        </p:txBody>
      </p:sp>
      <p:sp>
        <p:nvSpPr>
          <p:cNvPr id="21" name="!!page">
            <a:extLst xmlns:a="http://schemas.openxmlformats.org/drawingml/2006/main">
              <a:ext uri="{FF2B5EF4-FFF2-40B4-BE49-F238E27FC236}">
                <a16:creationId xmlns:a16="http://schemas.microsoft.com/office/drawing/2014/main" id="{85C193E5-6346-4865-82EE-A1DE03B72E6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22" name="!!caption">
            <a:extLst xmlns:a="http://schemas.openxmlformats.org/drawingml/2006/main">
              <a:ext uri="{FF2B5EF4-FFF2-40B4-BE49-F238E27FC236}">
                <a16:creationId xmlns:a16="http://schemas.microsoft.com/office/drawing/2014/main" id="{21D3E241-969D-4355-83EE-4E9EC7E60F28}"/>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136884474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6" name="!!backdrop"/>
          <p:cNvPicPr>
            <a:picLocks xmlns:a="http://schemas.openxmlformats.org/drawingml/2006/main" noChangeAspect="1"/>
          </p:cNvPicPr>
          <p:nvPr/>
        </p:nvPicPr>
        <p:blipFill>
          <a:blip xmlns:r="http://schemas.openxmlformats.org/officeDocument/2006/relationships" xmlns:a="http://schemas.openxmlformats.org/drawingml/2006/main" r:embed="R6a99e7d67b1e4bd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brand">
            <a:extLst xmlns:a="http://schemas.openxmlformats.org/drawingml/2006/main">
              <a:ext uri="{FF2B5EF4-FFF2-40B4-BE49-F238E27FC236}">
                <a16:creationId xmlns:a16="http://schemas.microsoft.com/office/drawing/2014/main" id="{578D92D3-B1B8-4527-A88C-CB6790249FED}"/>
              </a:ext>
            </a:extLst>
          </p:cNvPr>
          <p:cNvSpPr>
            <a:spLocks xmlns:a="http://schemas.openxmlformats.org/drawingml/2006/main" noGrp="1"/>
          </p:cNvSpPr>
          <p:nvPr/>
        </p:nvSpPr>
        <p:spPr>
          <a:xfrm xmlns:a="http://schemas.openxmlformats.org/drawingml/2006/main">
            <a:off x="609600" y="1838325"/>
            <a:ext cx="685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925" b="1">
                <a:solidFill>
                  <a:srgbClr val="F4F1E8"/>
                </a:solidFill>
                <a:latin typeface="Segoe UI"/>
                <a:ea typeface="Segoe UI"/>
                <a:cs typeface="Segoe UI"/>
              </a:defRPr>
            </a:pPr>
            <a:r>
              <a:rPr sz="5925" b="1">
                <a:solidFill>
                  <a:srgbClr val="F4F1E8"/>
                </a:solidFill>
                <a:latin typeface="Segoe UI"/>
                <a:ea typeface="Segoe UI"/>
                <a:cs typeface="Segoe UI"/>
              </a:rPr>
              <a:t>DurianTrust</a:t>
            </a:r>
          </a:p>
        </p:txBody>
      </p:sp>
      <p:sp>
        <p:nvSpPr>
          <p:cNvPr id="3" name="!!closing-line">
            <a:extLst xmlns:a="http://schemas.openxmlformats.org/drawingml/2006/main">
              <a:ext uri="{FF2B5EF4-FFF2-40B4-BE49-F238E27FC236}">
                <a16:creationId xmlns:a16="http://schemas.microsoft.com/office/drawing/2014/main" id="{B4DC96F1-1455-4E06-A4AD-4C423FD9FEBB}"/>
              </a:ext>
            </a:extLst>
          </p:cNvPr>
          <p:cNvSpPr>
            <a:spLocks xmlns:a="http://schemas.openxmlformats.org/drawingml/2006/main" noGrp="1"/>
          </p:cNvSpPr>
          <p:nvPr/>
        </p:nvSpPr>
        <p:spPr>
          <a:xfrm xmlns:a="http://schemas.openxmlformats.org/drawingml/2006/main">
            <a:off x="609600" y="3105150"/>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0">
                <a:solidFill>
                  <a:srgbClr val="F4F1E8"/>
                </a:solidFill>
                <a:latin typeface="Segoe UI"/>
                <a:ea typeface="Segoe UI"/>
                <a:cs typeface="Segoe UI"/>
              </a:defRPr>
            </a:pPr>
            <a:r>
              <a:rPr sz="2625" b="0">
                <a:solidFill>
                  <a:srgbClr val="F4F1E8"/>
                </a:solidFill>
                <a:latin typeface="Segoe UI"/>
                <a:ea typeface="Segoe UI"/>
                <a:cs typeface="Segoe UI"/>
              </a:rPr>
              <a:t>Hồ sơ lô để các bên cùng đối chiếu</a:t>
            </a:r>
          </a:p>
        </p:txBody>
      </p:sp>
      <p:sp>
        <p:nvSpPr>
          <p:cNvPr id="4" name="!!page">
            <a:extLst xmlns:a="http://schemas.openxmlformats.org/drawingml/2006/main">
              <a:ext uri="{FF2B5EF4-FFF2-40B4-BE49-F238E27FC236}">
                <a16:creationId xmlns:a16="http://schemas.microsoft.com/office/drawing/2014/main" id="{A4D2E471-217D-41EC-8C91-5F8EDAC8826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19 / 19</a:t>
            </a:r>
          </a:p>
        </p:txBody>
      </p:sp>
      <p:sp>
        <p:nvSpPr>
          <p:cNvPr id="5" name="!!caption">
            <a:extLst xmlns:a="http://schemas.openxmlformats.org/drawingml/2006/main">
              <a:ext uri="{FF2B5EF4-FFF2-40B4-BE49-F238E27FC236}">
                <a16:creationId xmlns:a16="http://schemas.microsoft.com/office/drawing/2014/main" id="{8F24783A-903F-446B-91B3-7B2586428FA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minh họa trên website</a:t>
            </a:r>
          </a:p>
        </p:txBody>
      </p:sp>
    </p:spTree>
    <p:extLst>
      <p:ext uri="{BB962C8B-B14F-4D97-AF65-F5344CB8AC3E}">
        <p14:creationId xmlns:p14="http://schemas.microsoft.com/office/powerpoint/2010/main" val="836578140"/>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b0ed0058004a417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brand">
            <a:extLst xmlns:a="http://schemas.openxmlformats.org/drawingml/2006/main">
              <a:ext uri="{FF2B5EF4-FFF2-40B4-BE49-F238E27FC236}">
                <a16:creationId xmlns:a16="http://schemas.microsoft.com/office/drawing/2014/main" id="{182EB710-E044-47CA-A371-07BB82999806}"/>
              </a:ext>
            </a:extLst>
          </p:cNvPr>
          <p:cNvSpPr>
            <a:spLocks xmlns:a="http://schemas.openxmlformats.org/drawingml/2006/main" noGrp="1"/>
          </p:cNvSpPr>
          <p:nvPr/>
        </p:nvSpPr>
        <p:spPr>
          <a:xfrm xmlns:a="http://schemas.openxmlformats.org/drawingml/2006/main">
            <a:off x="609600" y="1838325"/>
            <a:ext cx="685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250" b="1">
                <a:solidFill>
                  <a:srgbClr val="F4F1E8"/>
                </a:solidFill>
                <a:latin typeface="Segoe UI"/>
                <a:ea typeface="Segoe UI"/>
                <a:cs typeface="Segoe UI"/>
              </a:defRPr>
            </a:pPr>
            <a:r>
              <a:rPr sz="5250" b="1">
                <a:solidFill>
                  <a:srgbClr val="F4F1E8"/>
                </a:solidFill>
                <a:latin typeface="Segoe UI"/>
                <a:ea typeface="Segoe UI"/>
                <a:cs typeface="Segoe UI"/>
              </a:rPr>
              <a:t>DurianTrust</a:t>
            </a:r>
          </a:p>
        </p:txBody>
      </p:sp>
      <p:sp>
        <p:nvSpPr>
          <p:cNvPr id="3" name="!!closing-line">
            <a:extLst xmlns:a="http://schemas.openxmlformats.org/drawingml/2006/main">
              <a:ext uri="{FF2B5EF4-FFF2-40B4-BE49-F238E27FC236}">
                <a16:creationId xmlns:a16="http://schemas.microsoft.com/office/drawing/2014/main" id="{E10AD914-D72F-4B14-B5F8-86C91E946F60}"/>
              </a:ext>
            </a:extLst>
          </p:cNvPr>
          <p:cNvSpPr>
            <a:spLocks xmlns:a="http://schemas.openxmlformats.org/drawingml/2006/main" noGrp="1"/>
          </p:cNvSpPr>
          <p:nvPr/>
        </p:nvSpPr>
        <p:spPr>
          <a:xfrm xmlns:a="http://schemas.openxmlformats.org/drawingml/2006/main">
            <a:off x="609600" y="3105150"/>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0">
                <a:solidFill>
                  <a:srgbClr val="F4F1E8"/>
                </a:solidFill>
                <a:latin typeface="Segoe UI"/>
                <a:ea typeface="Segoe UI"/>
                <a:cs typeface="Segoe UI"/>
              </a:defRPr>
            </a:pPr>
            <a:r>
              <a:rPr sz="2625" b="0">
                <a:solidFill>
                  <a:srgbClr val="F4F1E8"/>
                </a:solidFill>
                <a:latin typeface="Segoe UI"/>
                <a:ea typeface="Segoe UI"/>
                <a:cs typeface="Segoe UI"/>
              </a:rPr>
              <a:t>Hồ sơ lô để các bên cùng đối chiếu</a:t>
            </a:r>
          </a:p>
        </p:txBody>
      </p:sp>
      <p:pic>
        <p:nvPicPr>
          <p:cNvPr id="12" name="!!close-qr"/>
          <p:cNvPicPr>
            <a:picLocks xmlns:a="http://schemas.openxmlformats.org/drawingml/2006/main" noChangeAspect="1"/>
          </p:cNvPicPr>
          <p:nvPr/>
        </p:nvPicPr>
        <p:blipFill>
          <a:blip xmlns:r="http://schemas.openxmlformats.org/officeDocument/2006/relationships" xmlns:a="http://schemas.openxmlformats.org/drawingml/2006/main" r:embed="Rd3f240ed2e2849b9"/>
          <a:stretch xmlns:a="http://schemas.openxmlformats.org/drawingml/2006/main"/>
        </p:blipFill>
        <p:spPr>
          <a:xfrm xmlns:a="http://schemas.openxmlformats.org/drawingml/2006/main">
            <a:off x="9039225" y="2981325"/>
            <a:ext cx="2371725" cy="2371725"/>
          </a:xfrm>
          <a:prstGeom xmlns:a="http://schemas.openxmlformats.org/drawingml/2006/main" prst="rect">
            <a:avLst/>
          </a:prstGeom>
        </p:spPr>
      </p:pic>
      <p:sp>
        <p:nvSpPr>
          <p:cNvPr id="5" name="!!website">
            <a:extLst xmlns:a="http://schemas.openxmlformats.org/drawingml/2006/main">
              <a:ext uri="{FF2B5EF4-FFF2-40B4-BE49-F238E27FC236}">
                <a16:creationId xmlns:a16="http://schemas.microsoft.com/office/drawing/2014/main" id="{C7207B19-E2A4-47A7-B780-A309E8B0C7D3}"/>
              </a:ext>
            </a:extLst>
          </p:cNvPr>
          <p:cNvSpPr>
            <a:spLocks xmlns:a="http://schemas.openxmlformats.org/drawingml/2006/main" noGrp="1"/>
          </p:cNvSpPr>
          <p:nvPr/>
        </p:nvSpPr>
        <p:spPr>
          <a:xfrm xmlns:a="http://schemas.openxmlformats.org/drawingml/2006/main">
            <a:off x="609600" y="4714875"/>
            <a:ext cx="609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C8A45B"/>
                </a:solidFill>
                <a:latin typeface="Segoe UI"/>
                <a:ea typeface="Segoe UI"/>
                <a:cs typeface="Segoe UI"/>
              </a:defRPr>
            </a:pPr>
            <a:r>
              <a:rPr sz="2175" b="1">
                <a:solidFill>
                  <a:srgbClr val="C8A45B"/>
                </a:solidFill>
                <a:latin typeface="Segoe UI"/>
                <a:ea typeface="Segoe UI"/>
                <a:cs typeface="Segoe UI"/>
                <a:hlinkClick xmlns:r="http://schemas.openxmlformats.org/officeDocument/2006/relationships" r:id="R9e1998df7a4e4696"/>
              </a:rPr>
              <a:t>durian-web3.vercel.app</a:t>
            </a:r>
          </a:p>
        </p:txBody>
      </p:sp>
      <p:sp>
        <p:nvSpPr>
          <p:cNvPr id="6" name="!!repository">
            <a:extLst xmlns:a="http://schemas.openxmlformats.org/drawingml/2006/main">
              <a:ext uri="{FF2B5EF4-FFF2-40B4-BE49-F238E27FC236}">
                <a16:creationId xmlns:a16="http://schemas.microsoft.com/office/drawing/2014/main" id="{3AB1AF50-4EEF-46DA-82CD-FC190622CAD0}"/>
              </a:ext>
            </a:extLst>
          </p:cNvPr>
          <p:cNvSpPr>
            <a:spLocks xmlns:a="http://schemas.openxmlformats.org/drawingml/2006/main" noGrp="1"/>
          </p:cNvSpPr>
          <p:nvPr/>
        </p:nvSpPr>
        <p:spPr>
          <a:xfrm xmlns:a="http://schemas.openxmlformats.org/drawingml/2006/main">
            <a:off x="609600" y="5295900"/>
            <a:ext cx="716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950" b="0">
                <a:solidFill>
                  <a:srgbClr val="F4F1E8"/>
                </a:solidFill>
                <a:latin typeface="Segoe UI"/>
                <a:ea typeface="Segoe UI"/>
                <a:cs typeface="Segoe UI"/>
              </a:defRPr>
            </a:pPr>
            <a:r>
              <a:rPr sz="1950" b="0">
                <a:solidFill>
                  <a:srgbClr val="F4F1E8"/>
                </a:solidFill>
                <a:latin typeface="Segoe UI"/>
                <a:ea typeface="Segoe UI"/>
                <a:cs typeface="Segoe UI"/>
                <a:hlinkClick xmlns:r="http://schemas.openxmlformats.org/officeDocument/2006/relationships" r:id="Reabc68734bc14c96"/>
              </a:rPr>
              <a:t>GitHub: vinhelysia / DurainCheckerDemo</a:t>
            </a:r>
          </a:p>
        </p:txBody>
      </p:sp>
      <p:sp>
        <p:nvSpPr>
          <p:cNvPr id="7" name="!!page">
            <a:extLst xmlns:a="http://schemas.openxmlformats.org/drawingml/2006/main">
              <a:ext uri="{FF2B5EF4-FFF2-40B4-BE49-F238E27FC236}">
                <a16:creationId xmlns:a16="http://schemas.microsoft.com/office/drawing/2014/main" id="{B7DE8003-C926-4D81-A048-DC4DAD74B11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19 / 19</a:t>
            </a:r>
          </a:p>
        </p:txBody>
      </p:sp>
      <p:sp>
        <p:nvSpPr>
          <p:cNvPr id="8" name="!!caption">
            <a:extLst xmlns:a="http://schemas.openxmlformats.org/drawingml/2006/main">
              <a:ext uri="{FF2B5EF4-FFF2-40B4-BE49-F238E27FC236}">
                <a16:creationId xmlns:a16="http://schemas.microsoft.com/office/drawing/2014/main" id="{8E51094B-940E-4E00-8CF9-C739E407CE7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minh họa trên website</a:t>
            </a:r>
          </a:p>
        </p:txBody>
      </p:sp>
    </p:spTree>
    <p:extLst>
      <p:ext uri="{BB962C8B-B14F-4D97-AF65-F5344CB8AC3E}">
        <p14:creationId xmlns:p14="http://schemas.microsoft.com/office/powerpoint/2010/main" val="70172379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2026-09-28T16:43:20.1900000Z</dcterms:created>
  <dcterms:modified xsi:type="dcterms:W3CDTF">2026-09-28T16:43:20.1900000Z</dcterms:modified>
</coreProperties>
</file>