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 xmlns:ns0="http://schemas.openxmlformats.org/officeDocument/2006/relationships" id="315" ns0:id="rIdAIAppendix60"/>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 Id="rIdAIAppendix60" Type="http://schemas.openxmlformats.org/officeDocument/2006/relationships/slide" Target="/ppt/slides/slide6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_rels/notesSlide60.xml.rels><?xml version='1.0' encoding='UTF-8' standalone='yes'?>
<Relationships xmlns="http://schemas.openxmlformats.org/package/2006/relationships"><Relationship Type="http://schemas.openxmlformats.org/officeDocument/2006/relationships/slide" Target="/ppt/slides/slide60.xml" Id="Re549755e794a4831"/><Relationship Type="http://schemas.openxmlformats.org/officeDocument/2006/relationships/notesMaster" Target="/ppt/notesMasters/notesMaster1.xml" Id="Rfa1856e7d3d040e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60.xml" Id="R6ba847dd85b64799"/></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6E786C27-1889-41C6-97DF-614164883A3E}"/>
              </a:ext>
            </a:extLst>
          </p:cNvPr>
          <p:cNvSpPr>
            <a:spLocks xmlns:a="http://schemas.openxmlformats.org/drawingml/2006/main" noGrp="1"/>
          </p:cNvSpPr>
          <p:nvPr/>
        </p:nvSpPr>
        <p:spPr>
          <a:xfrm xmlns:a="http://schemas.openxmlformats.org/drawingml/2006/main">
            <a:off x="1390650" y="15144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7" name="!!client-symbol-icon-0">
            <a:extLst xmlns:a="http://schemas.openxmlformats.org/drawingml/2006/main">
              <a:ext uri="{FF2B5EF4-FFF2-40B4-BE49-F238E27FC236}">
                <a16:creationId xmlns:a16="http://schemas.microsoft.com/office/drawing/2014/main" id="{AD06A2EC-7F33-40C5-ABA9-85EAE483331B}"/>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8" name="!!client-symbol-icon-1">
            <a:extLst xmlns:a="http://schemas.openxmlformats.org/drawingml/2006/main">
              <a:ext uri="{FF2B5EF4-FFF2-40B4-BE49-F238E27FC236}">
                <a16:creationId xmlns:a16="http://schemas.microsoft.com/office/drawing/2014/main" id="{74824335-290B-4CB3-91F3-EF8E22A54248}"/>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9" name="!!client-symbol-icon-2">
            <a:extLst xmlns:a="http://schemas.openxmlformats.org/drawingml/2006/main">
              <a:ext uri="{FF2B5EF4-FFF2-40B4-BE49-F238E27FC236}">
                <a16:creationId xmlns:a16="http://schemas.microsoft.com/office/drawing/2014/main" id="{F442F3D4-A3B6-46F3-B1F5-B989BC886852}"/>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10" name="!!client-symbol-icon-3">
            <a:extLst xmlns:a="http://schemas.openxmlformats.org/drawingml/2006/main">
              <a:ext uri="{FF2B5EF4-FFF2-40B4-BE49-F238E27FC236}">
                <a16:creationId xmlns:a16="http://schemas.microsoft.com/office/drawing/2014/main" id="{ABD7F304-36B8-4821-B83C-BF9ED2CAE1FB}"/>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11" name="!!client-symbol-icon-4">
            <a:extLst xmlns:a="http://schemas.openxmlformats.org/drawingml/2006/main">
              <a:ext uri="{FF2B5EF4-FFF2-40B4-BE49-F238E27FC236}">
                <a16:creationId xmlns:a16="http://schemas.microsoft.com/office/drawing/2014/main" id="{875B36C3-3E34-4B2B-9CB3-B7A9AFB4FC3F}"/>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D4BA559A-A5F5-42A9-AAE2-03F50BE9516B}"/>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6E182F17-AE9D-40F7-955F-110AAEB2BEF1}"/>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D0BF348A-2B21-4FF1-A993-2F202506E80E}"/>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872FEE4B-27FB-41E1-8425-8C68F4CDB2E4}"/>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E9DE62AF-223B-421C-B3C9-7403C4EEAA0A}"/>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3647FC1B-95FA-46DE-8C41-7583689C5A1D}"/>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auth-symbol-icon-0">
            <a:extLst xmlns:a="http://schemas.openxmlformats.org/drawingml/2006/main">
              <a:ext uri="{FF2B5EF4-FFF2-40B4-BE49-F238E27FC236}">
                <a16:creationId xmlns:a16="http://schemas.microsoft.com/office/drawing/2014/main" id="{78B30175-128D-417C-B95D-D5C32D72D2AC}"/>
              </a:ext>
            </a:extLst>
          </p:cNvPr>
          <p:cNvSpPr>
            <a:spLocks xmlns:a="http://schemas.openxmlformats.org/drawingml/2006/main" noGrp="1"/>
          </p:cNvSpPr>
          <p:nvPr/>
        </p:nvSpPr>
        <p:spPr>
          <a:xfrm xmlns:a="http://schemas.openxmlformats.org/drawingml/2006/main">
            <a:off x="2009585" y="3585686"/>
            <a:ext cx="133731" cy="133731"/>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auth-symbol-icon-1">
            <a:extLst xmlns:a="http://schemas.openxmlformats.org/drawingml/2006/main">
              <a:ext uri="{FF2B5EF4-FFF2-40B4-BE49-F238E27FC236}">
                <a16:creationId xmlns:a16="http://schemas.microsoft.com/office/drawing/2014/main" id="{E4D98E2B-B70A-44EC-AE07-D05761FD4281}"/>
              </a:ext>
            </a:extLst>
          </p:cNvPr>
          <p:cNvSpPr>
            <a:spLocks xmlns:a="http://schemas.openxmlformats.org/drawingml/2006/main" noGrp="1"/>
          </p:cNvSpPr>
          <p:nvPr/>
        </p:nvSpPr>
        <p:spPr>
          <a:xfrm xmlns:a="http://schemas.openxmlformats.org/drawingml/2006/main">
            <a:off x="1942719" y="3769566"/>
            <a:ext cx="267462" cy="150447"/>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925F08E6-0A93-4926-A7E4-9C1E57D74393}"/>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5F360048-E419-4E56-8FA2-74484AC76EAC}"/>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F4B74AC1-828C-4D4B-898E-4D6AAB13D8EF}"/>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AB63AA15-6A58-4F62-AA44-F2195E00149F}"/>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7B6FEE96-CDF2-4FC8-9C56-634F9835B3C8}"/>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638850B2-B094-4909-B84A-5D2138824C1B}"/>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6" name="!!auth-symbol-icon-0">
            <a:extLst xmlns:a="http://schemas.openxmlformats.org/drawingml/2006/main">
              <a:ext uri="{FF2B5EF4-FFF2-40B4-BE49-F238E27FC236}">
                <a16:creationId xmlns:a16="http://schemas.microsoft.com/office/drawing/2014/main" id="{AB28D13C-F232-46F7-9C7B-59F65717538C}"/>
              </a:ext>
            </a:extLst>
          </p:cNvPr>
          <p:cNvSpPr>
            <a:spLocks xmlns:a="http://schemas.openxmlformats.org/drawingml/2006/main" noGrp="1"/>
          </p:cNvSpPr>
          <p:nvPr/>
        </p:nvSpPr>
        <p:spPr>
          <a:xfrm xmlns:a="http://schemas.openxmlformats.org/drawingml/2006/main">
            <a:off x="2021586" y="3615690"/>
            <a:ext cx="109728" cy="109728"/>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7" name="!!auth-symbol-icon-1">
            <a:extLst xmlns:a="http://schemas.openxmlformats.org/drawingml/2006/main">
              <a:ext uri="{FF2B5EF4-FFF2-40B4-BE49-F238E27FC236}">
                <a16:creationId xmlns:a16="http://schemas.microsoft.com/office/drawing/2014/main" id="{F339CBE2-48C1-4408-8DB6-5813A423AFBE}"/>
              </a:ext>
            </a:extLst>
          </p:cNvPr>
          <p:cNvSpPr>
            <a:spLocks xmlns:a="http://schemas.openxmlformats.org/drawingml/2006/main" noGrp="1"/>
          </p:cNvSpPr>
          <p:nvPr/>
        </p:nvSpPr>
        <p:spPr>
          <a:xfrm xmlns:a="http://schemas.openxmlformats.org/drawingml/2006/main">
            <a:off x="1966722" y="3766566"/>
            <a:ext cx="219456" cy="123444"/>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1" name="!!render-symbol-selection">
            <a:extLst xmlns:a="http://schemas.openxmlformats.org/drawingml/2006/main">
              <a:ext uri="{FF2B5EF4-FFF2-40B4-BE49-F238E27FC236}">
                <a16:creationId xmlns:a16="http://schemas.microsoft.com/office/drawing/2014/main" id="{85815BF2-9E2A-4D26-AF1F-658866550430}"/>
              </a:ext>
            </a:extLst>
          </p:cNvPr>
          <p:cNvSpPr>
            <a:spLocks xmlns:a="http://schemas.openxmlformats.org/drawingml/2006/main" noGrp="1"/>
          </p:cNvSpPr>
          <p:nvPr/>
        </p:nvSpPr>
        <p:spPr>
          <a:xfrm xmlns:a="http://schemas.openxmlformats.org/drawingml/2006/main">
            <a:off x="4962525" y="1514475"/>
            <a:ext cx="742950" cy="7429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22" name="!!render-symbol-icon-0">
            <a:extLst xmlns:a="http://schemas.openxmlformats.org/drawingml/2006/main">
              <a:ext uri="{FF2B5EF4-FFF2-40B4-BE49-F238E27FC236}">
                <a16:creationId xmlns:a16="http://schemas.microsoft.com/office/drawing/2014/main" id="{2E0F4C75-E3CE-4EF0-A525-85A154964A20}"/>
              </a:ext>
            </a:extLst>
          </p:cNvPr>
          <p:cNvSpPr>
            <a:spLocks xmlns:a="http://schemas.openxmlformats.org/drawingml/2006/main" noGrp="1"/>
          </p:cNvSpPr>
          <p:nvPr/>
        </p:nvSpPr>
        <p:spPr>
          <a:xfrm xmlns:a="http://schemas.openxmlformats.org/drawingml/2006/main">
            <a:off x="5252276" y="1804226"/>
            <a:ext cx="163449" cy="163449"/>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23" name="!!render-symbol-icon-1">
            <a:extLst xmlns:a="http://schemas.openxmlformats.org/drawingml/2006/main">
              <a:ext uri="{FF2B5EF4-FFF2-40B4-BE49-F238E27FC236}">
                <a16:creationId xmlns:a16="http://schemas.microsoft.com/office/drawing/2014/main" id="{6886B820-07E1-4F6C-A521-911D272FFDA8}"/>
              </a:ext>
            </a:extLst>
          </p:cNvPr>
          <p:cNvSpPr>
            <a:spLocks xmlns:a="http://schemas.openxmlformats.org/drawingml/2006/main" noGrp="1"/>
          </p:cNvSpPr>
          <p:nvPr/>
        </p:nvSpPr>
        <p:spPr>
          <a:xfrm xmlns:a="http://schemas.openxmlformats.org/drawingml/2006/main">
            <a:off x="5293138" y="1845088"/>
            <a:ext cx="81724" cy="81724"/>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24" name="!!render-symbol-icon-2">
            <a:extLst xmlns:a="http://schemas.openxmlformats.org/drawingml/2006/main">
              <a:ext uri="{FF2B5EF4-FFF2-40B4-BE49-F238E27FC236}">
                <a16:creationId xmlns:a16="http://schemas.microsoft.com/office/drawing/2014/main" id="{8D5E93F3-B6DE-4F88-BAFA-184A7F13E96B}"/>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25" name="!!render-symbol-icon-3">
            <a:extLst xmlns:a="http://schemas.openxmlformats.org/drawingml/2006/main">
              <a:ext uri="{FF2B5EF4-FFF2-40B4-BE49-F238E27FC236}">
                <a16:creationId xmlns:a16="http://schemas.microsoft.com/office/drawing/2014/main" id="{0622CD1A-DF06-4B4C-B359-30F4C82898CD}"/>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26" name="!!render-symbol-icon-4">
            <a:extLst xmlns:a="http://schemas.openxmlformats.org/drawingml/2006/main">
              <a:ext uri="{FF2B5EF4-FFF2-40B4-BE49-F238E27FC236}">
                <a16:creationId xmlns:a16="http://schemas.microsoft.com/office/drawing/2014/main" id="{461E6218-83A9-422C-BFD5-ACC134B9EB50}"/>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27" name="!!render-symbol-icon-5">
            <a:extLst xmlns:a="http://schemas.openxmlformats.org/drawingml/2006/main">
              <a:ext uri="{FF2B5EF4-FFF2-40B4-BE49-F238E27FC236}">
                <a16:creationId xmlns:a16="http://schemas.microsoft.com/office/drawing/2014/main" id="{AEC89C9C-EF52-4624-801B-4ABD26A9F1C1}"/>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28" name="!!render-symbol-icon-6">
            <a:extLst xmlns:a="http://schemas.openxmlformats.org/drawingml/2006/main">
              <a:ext uri="{FF2B5EF4-FFF2-40B4-BE49-F238E27FC236}">
                <a16:creationId xmlns:a16="http://schemas.microsoft.com/office/drawing/2014/main" id="{90AC8472-CAF5-4BFD-AD23-4F4CDE45309D}"/>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29" name="!!render-symbol-icon-7">
            <a:extLst xmlns:a="http://schemas.openxmlformats.org/drawingml/2006/main">
              <a:ext uri="{FF2B5EF4-FFF2-40B4-BE49-F238E27FC236}">
                <a16:creationId xmlns:a16="http://schemas.microsoft.com/office/drawing/2014/main" id="{77CCE1EE-4736-420B-9BA9-957C767C3A4A}"/>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30" name="!!render-symbol-icon-8">
            <a:extLst xmlns:a="http://schemas.openxmlformats.org/drawingml/2006/main">
              <a:ext uri="{FF2B5EF4-FFF2-40B4-BE49-F238E27FC236}">
                <a16:creationId xmlns:a16="http://schemas.microsoft.com/office/drawing/2014/main" id="{44AC34DD-3DC7-44A3-BF96-DAC16413A014}"/>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31" name="!!render-symbol-icon-9">
            <a:extLst xmlns:a="http://schemas.openxmlformats.org/drawingml/2006/main">
              <a:ext uri="{FF2B5EF4-FFF2-40B4-BE49-F238E27FC236}">
                <a16:creationId xmlns:a16="http://schemas.microsoft.com/office/drawing/2014/main" id="{CB4C3904-EF2B-4220-BB46-9CADF17FD31A}"/>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0094FBC1-C1D6-4B5F-A264-9A5638C0B167}"/>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8ACD1B68-CA6E-4520-BC16-939325BDDDF6}"/>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C48A206B-B287-456D-AE81-079058DCC3A1}"/>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F15088F0-C4AF-42FF-9138-C9A1F40A7E63}"/>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93746755-77A2-4008-B6D8-1E550601E150}"/>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7A9F7E77-41C0-4FB1-9236-75C25E6383AE}"/>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6" name="!!auth-symbol-icon-0">
            <a:extLst xmlns:a="http://schemas.openxmlformats.org/drawingml/2006/main">
              <a:ext uri="{FF2B5EF4-FFF2-40B4-BE49-F238E27FC236}">
                <a16:creationId xmlns:a16="http://schemas.microsoft.com/office/drawing/2014/main" id="{E0BD2E6C-A7DF-43BF-8F0C-600D47B12DCC}"/>
              </a:ext>
            </a:extLst>
          </p:cNvPr>
          <p:cNvSpPr>
            <a:spLocks xmlns:a="http://schemas.openxmlformats.org/drawingml/2006/main" noGrp="1"/>
          </p:cNvSpPr>
          <p:nvPr/>
        </p:nvSpPr>
        <p:spPr>
          <a:xfrm xmlns:a="http://schemas.openxmlformats.org/drawingml/2006/main">
            <a:off x="2021586" y="3615690"/>
            <a:ext cx="109728" cy="109728"/>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7" name="!!auth-symbol-icon-1">
            <a:extLst xmlns:a="http://schemas.openxmlformats.org/drawingml/2006/main">
              <a:ext uri="{FF2B5EF4-FFF2-40B4-BE49-F238E27FC236}">
                <a16:creationId xmlns:a16="http://schemas.microsoft.com/office/drawing/2014/main" id="{D21C5499-8F67-449B-B7BB-3085929B144A}"/>
              </a:ext>
            </a:extLst>
          </p:cNvPr>
          <p:cNvSpPr>
            <a:spLocks xmlns:a="http://schemas.openxmlformats.org/drawingml/2006/main" noGrp="1"/>
          </p:cNvSpPr>
          <p:nvPr/>
        </p:nvSpPr>
        <p:spPr>
          <a:xfrm xmlns:a="http://schemas.openxmlformats.org/drawingml/2006/main">
            <a:off x="1966722" y="3766566"/>
            <a:ext cx="219456" cy="123444"/>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1" name="!!render-symbol-selection">
            <a:extLst xmlns:a="http://schemas.openxmlformats.org/drawingml/2006/main">
              <a:ext uri="{FF2B5EF4-FFF2-40B4-BE49-F238E27FC236}">
                <a16:creationId xmlns:a16="http://schemas.microsoft.com/office/drawing/2014/main" id="{85A1ACEB-9CDF-4D07-8A6E-222CA3F4659C}"/>
              </a:ext>
            </a:extLst>
          </p:cNvPr>
          <p:cNvSpPr>
            <a:spLocks xmlns:a="http://schemas.openxmlformats.org/drawingml/2006/main" noGrp="1"/>
          </p:cNvSpPr>
          <p:nvPr/>
        </p:nvSpPr>
        <p:spPr>
          <a:xfrm xmlns:a="http://schemas.openxmlformats.org/drawingml/2006/main">
            <a:off x="5029200" y="1581150"/>
            <a:ext cx="609600" cy="609600"/>
          </a:xfrm>
          <a:prstGeom xmlns:a="http://schemas.openxmlformats.org/drawingml/2006/main" prst="hexagon">
            <a:avLst/>
          </a:prstGeom>
          <a:solidFill xmlns:a="http://schemas.openxmlformats.org/drawingml/2006/main">
            <a:srgbClr val="183A2C"/>
          </a:solidFill>
          <a:ln xmlns:a="http://schemas.openxmlformats.org/drawingml/2006/main" w="9525">
            <a:solidFill>
              <a:srgbClr val="A3BCAB"/>
            </a:solidFill>
          </a:ln>
        </p:spPr>
      </p:sp>
      <p:sp>
        <p:nvSpPr>
          <p:cNvPr id="22" name="!!render-symbol-icon-0">
            <a:extLst xmlns:a="http://schemas.openxmlformats.org/drawingml/2006/main">
              <a:ext uri="{FF2B5EF4-FFF2-40B4-BE49-F238E27FC236}">
                <a16:creationId xmlns:a16="http://schemas.microsoft.com/office/drawing/2014/main" id="{83E56AC6-51C6-414E-8C25-C53FF876E727}"/>
              </a:ext>
            </a:extLst>
          </p:cNvPr>
          <p:cNvSpPr>
            <a:spLocks xmlns:a="http://schemas.openxmlformats.org/drawingml/2006/main" noGrp="1"/>
          </p:cNvSpPr>
          <p:nvPr/>
        </p:nvSpPr>
        <p:spPr>
          <a:xfrm xmlns:a="http://schemas.openxmlformats.org/drawingml/2006/main">
            <a:off x="5266944" y="1818894"/>
            <a:ext cx="134112" cy="134112"/>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3" name="!!render-symbol-icon-1">
            <a:extLst xmlns:a="http://schemas.openxmlformats.org/drawingml/2006/main">
              <a:ext uri="{FF2B5EF4-FFF2-40B4-BE49-F238E27FC236}">
                <a16:creationId xmlns:a16="http://schemas.microsoft.com/office/drawing/2014/main" id="{806BAE82-0822-46B0-A8BE-92E83AB53A22}"/>
              </a:ext>
            </a:extLst>
          </p:cNvPr>
          <p:cNvSpPr>
            <a:spLocks xmlns:a="http://schemas.openxmlformats.org/drawingml/2006/main" noGrp="1"/>
          </p:cNvSpPr>
          <p:nvPr/>
        </p:nvSpPr>
        <p:spPr>
          <a:xfrm xmlns:a="http://schemas.openxmlformats.org/drawingml/2006/main">
            <a:off x="5300472" y="1852422"/>
            <a:ext cx="67056" cy="67056"/>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4" name="!!render-symbol-icon-2">
            <a:extLst xmlns:a="http://schemas.openxmlformats.org/drawingml/2006/main">
              <a:ext uri="{FF2B5EF4-FFF2-40B4-BE49-F238E27FC236}">
                <a16:creationId xmlns:a16="http://schemas.microsoft.com/office/drawing/2014/main" id="{44D7A03E-FFEC-45EF-B509-B1C113E5C298}"/>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A3BCAB"/>
            </a:solidFill>
            <a:prstDash val="solid"/>
          </a:ln>
        </p:spPr>
      </p:sp>
      <p:sp>
        <p:nvSpPr>
          <p:cNvPr id="25" name="!!render-symbol-icon-3">
            <a:extLst xmlns:a="http://schemas.openxmlformats.org/drawingml/2006/main">
              <a:ext uri="{FF2B5EF4-FFF2-40B4-BE49-F238E27FC236}">
                <a16:creationId xmlns:a16="http://schemas.microsoft.com/office/drawing/2014/main" id="{63871692-8861-4080-AFDB-A69EEB939ECE}"/>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A3BCAB"/>
            </a:solidFill>
            <a:prstDash val="solid"/>
          </a:ln>
        </p:spPr>
      </p:sp>
      <p:sp>
        <p:nvSpPr>
          <p:cNvPr id="26" name="!!render-symbol-icon-4">
            <a:extLst xmlns:a="http://schemas.openxmlformats.org/drawingml/2006/main">
              <a:ext uri="{FF2B5EF4-FFF2-40B4-BE49-F238E27FC236}">
                <a16:creationId xmlns:a16="http://schemas.microsoft.com/office/drawing/2014/main" id="{E1AD9293-CF22-4717-B0A8-9D28FEDBFC79}"/>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A3BCAB"/>
            </a:solidFill>
            <a:prstDash val="solid"/>
          </a:ln>
        </p:spPr>
      </p:sp>
      <p:sp>
        <p:nvSpPr>
          <p:cNvPr id="27" name="!!render-symbol-icon-5">
            <a:extLst xmlns:a="http://schemas.openxmlformats.org/drawingml/2006/main">
              <a:ext uri="{FF2B5EF4-FFF2-40B4-BE49-F238E27FC236}">
                <a16:creationId xmlns:a16="http://schemas.microsoft.com/office/drawing/2014/main" id="{89DEAAA7-CB24-482D-95FF-DA83D2AB3954}"/>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A3BCAB"/>
            </a:solidFill>
            <a:prstDash val="solid"/>
          </a:ln>
        </p:spPr>
      </p:sp>
      <p:sp>
        <p:nvSpPr>
          <p:cNvPr id="28" name="!!render-symbol-icon-6">
            <a:extLst xmlns:a="http://schemas.openxmlformats.org/drawingml/2006/main">
              <a:ext uri="{FF2B5EF4-FFF2-40B4-BE49-F238E27FC236}">
                <a16:creationId xmlns:a16="http://schemas.microsoft.com/office/drawing/2014/main" id="{D7B2A3C8-8683-4155-9563-F909EE7ACE46}"/>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A3BCAB"/>
            </a:solidFill>
            <a:prstDash val="solid"/>
          </a:ln>
        </p:spPr>
      </p:sp>
      <p:sp>
        <p:nvSpPr>
          <p:cNvPr id="29" name="!!render-symbol-icon-7">
            <a:extLst xmlns:a="http://schemas.openxmlformats.org/drawingml/2006/main">
              <a:ext uri="{FF2B5EF4-FFF2-40B4-BE49-F238E27FC236}">
                <a16:creationId xmlns:a16="http://schemas.microsoft.com/office/drawing/2014/main" id="{59DE9949-3B97-4F51-B7E4-DD62E3091F49}"/>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A3BCAB"/>
            </a:solidFill>
            <a:prstDash val="solid"/>
          </a:ln>
        </p:spPr>
      </p:sp>
      <p:sp>
        <p:nvSpPr>
          <p:cNvPr id="30" name="!!render-symbol-icon-8">
            <a:extLst xmlns:a="http://schemas.openxmlformats.org/drawingml/2006/main">
              <a:ext uri="{FF2B5EF4-FFF2-40B4-BE49-F238E27FC236}">
                <a16:creationId xmlns:a16="http://schemas.microsoft.com/office/drawing/2014/main" id="{CF951710-2D80-4320-A63C-DB9B3DA853B4}"/>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A3BCAB"/>
            </a:solidFill>
            <a:prstDash val="solid"/>
          </a:ln>
        </p:spPr>
      </p:sp>
      <p:sp>
        <p:nvSpPr>
          <p:cNvPr id="31" name="!!render-symbol-icon-9">
            <a:extLst xmlns:a="http://schemas.openxmlformats.org/drawingml/2006/main">
              <a:ext uri="{FF2B5EF4-FFF2-40B4-BE49-F238E27FC236}">
                <a16:creationId xmlns:a16="http://schemas.microsoft.com/office/drawing/2014/main" id="{D3B29B7F-6333-432A-A4B8-E364C1C260A1}"/>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A3BCAB"/>
            </a:solidFill>
            <a:prstDash val="solid"/>
          </a:ln>
        </p:spPr>
      </p: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8" name="!!db-symbol-selection">
            <a:extLst xmlns:a="http://schemas.openxmlformats.org/drawingml/2006/main">
              <a:ext uri="{FF2B5EF4-FFF2-40B4-BE49-F238E27FC236}">
                <a16:creationId xmlns:a16="http://schemas.microsoft.com/office/drawing/2014/main" id="{9F52476F-F80B-452B-B335-0F2F0B1CC61F}"/>
              </a:ext>
            </a:extLst>
          </p:cNvPr>
          <p:cNvSpPr>
            <a:spLocks xmlns:a="http://schemas.openxmlformats.org/drawingml/2006/main" noGrp="1"/>
          </p:cNvSpPr>
          <p:nvPr/>
        </p:nvSpPr>
        <p:spPr>
          <a:xfrm xmlns:a="http://schemas.openxmlformats.org/drawingml/2006/main">
            <a:off x="9372600" y="1514475"/>
            <a:ext cx="742950" cy="7429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39" name="!!db-symbol-icon-0">
            <a:extLst xmlns:a="http://schemas.openxmlformats.org/drawingml/2006/main">
              <a:ext uri="{FF2B5EF4-FFF2-40B4-BE49-F238E27FC236}">
                <a16:creationId xmlns:a16="http://schemas.microsoft.com/office/drawing/2014/main" id="{66775D35-3339-41B1-BA75-6754FC8C9A09}"/>
              </a:ext>
            </a:extLst>
          </p:cNvPr>
          <p:cNvSpPr>
            <a:spLocks xmlns:a="http://schemas.openxmlformats.org/drawingml/2006/main" noGrp="1"/>
          </p:cNvSpPr>
          <p:nvPr/>
        </p:nvSpPr>
        <p:spPr>
          <a:xfrm xmlns:a="http://schemas.openxmlformats.org/drawingml/2006/main">
            <a:off x="9635109" y="1749743"/>
            <a:ext cx="217932" cy="272415"/>
          </a:xfrm>
          <a:prstGeom xmlns:a="http://schemas.openxmlformats.org/drawingml/2006/main" prst="can">
            <a:avLst/>
          </a:prstGeom>
          <a:noFill xmlns:a="http://schemas.openxmlformats.org/drawingml/2006/main"/>
          <a:ln xmlns:a="http://schemas.openxmlformats.org/drawingml/2006/main" w="19050">
            <a:solidFill>
              <a:srgbClr val="FFFFFF"/>
            </a:solidFill>
            <a:prstDash val="solid"/>
          </a:ln>
        </p:spPr>
      </p:sp>
      <p:sp>
        <p:nvSpPr>
          <p:cNvPr id="40" name="!!storage-symbol-selection">
            <a:extLst xmlns:a="http://schemas.openxmlformats.org/drawingml/2006/main">
              <a:ext uri="{FF2B5EF4-FFF2-40B4-BE49-F238E27FC236}">
                <a16:creationId xmlns:a16="http://schemas.microsoft.com/office/drawing/2014/main" id="{BA8E77F2-FEEB-43E4-91B0-11AA978B0394}"/>
              </a:ext>
            </a:extLst>
          </p:cNvPr>
          <p:cNvSpPr>
            <a:spLocks xmlns:a="http://schemas.openxmlformats.org/drawingml/2006/main" noGrp="1"/>
          </p:cNvSpPr>
          <p:nvPr/>
        </p:nvSpPr>
        <p:spPr>
          <a:xfrm xmlns:a="http://schemas.openxmlformats.org/drawingml/2006/main">
            <a:off x="6115050"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1" name="!!storage-symbol-icon-0">
            <a:extLst xmlns:a="http://schemas.openxmlformats.org/drawingml/2006/main">
              <a:ext uri="{FF2B5EF4-FFF2-40B4-BE49-F238E27FC236}">
                <a16:creationId xmlns:a16="http://schemas.microsoft.com/office/drawing/2014/main" id="{9261E4E9-179B-4099-AE7E-F514A59472A7}"/>
              </a:ext>
            </a:extLst>
          </p:cNvPr>
          <p:cNvSpPr>
            <a:spLocks xmlns:a="http://schemas.openxmlformats.org/drawingml/2006/main" noGrp="1"/>
          </p:cNvSpPr>
          <p:nvPr/>
        </p:nvSpPr>
        <p:spPr>
          <a:xfrm xmlns:a="http://schemas.openxmlformats.org/drawingml/2006/main">
            <a:off x="6285929" y="3552254"/>
            <a:ext cx="401193" cy="401193"/>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D307197A-CE60-4339-AC14-540391FEC24E}"/>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3C48AE72-8C97-4B68-B78B-A1EBF7BD1305}"/>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A25913AB-718C-4480-93FB-71EB6691DC13}"/>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341F6D6B-D384-40C7-AA9F-960D27ADDFBA}"/>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result-symbol-selection">
            <a:extLst xmlns:a="http://schemas.openxmlformats.org/drawingml/2006/main">
              <a:ext uri="{FF2B5EF4-FFF2-40B4-BE49-F238E27FC236}">
                <a16:creationId xmlns:a16="http://schemas.microsoft.com/office/drawing/2014/main" id="{2656F201-D8D3-4E5A-AA13-EE0758105C7F}"/>
              </a:ext>
            </a:extLst>
          </p:cNvPr>
          <p:cNvSpPr>
            <a:spLocks xmlns:a="http://schemas.openxmlformats.org/drawingml/2006/main" noGrp="1"/>
          </p:cNvSpPr>
          <p:nvPr/>
        </p:nvSpPr>
        <p:spPr>
          <a:xfrm xmlns:a="http://schemas.openxmlformats.org/drawingml/2006/main">
            <a:off x="600075" y="1400175"/>
            <a:ext cx="723900" cy="72390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leaf-result-symbol-icon-0">
            <a:extLst xmlns:a="http://schemas.openxmlformats.org/drawingml/2006/main">
              <a:ext uri="{FF2B5EF4-FFF2-40B4-BE49-F238E27FC236}">
                <a16:creationId xmlns:a16="http://schemas.microsoft.com/office/drawing/2014/main" id="{E6A04C06-C691-45B6-A0CD-349E6BD9CD0D}"/>
              </a:ext>
            </a:extLst>
          </p:cNvPr>
          <p:cNvSpPr>
            <a:spLocks xmlns:a="http://schemas.openxmlformats.org/drawingml/2006/main" noGrp="1"/>
          </p:cNvSpPr>
          <p:nvPr/>
        </p:nvSpPr>
        <p:spPr>
          <a:xfrm xmlns:a="http://schemas.openxmlformats.org/drawingml/2006/main">
            <a:off x="882396" y="1682496"/>
            <a:ext cx="159258" cy="159258"/>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leaf-result-symbol-icon-1">
            <a:extLst xmlns:a="http://schemas.openxmlformats.org/drawingml/2006/main">
              <a:ext uri="{FF2B5EF4-FFF2-40B4-BE49-F238E27FC236}">
                <a16:creationId xmlns:a16="http://schemas.microsoft.com/office/drawing/2014/main" id="{492F6FCB-1EDC-42AB-B8E9-C9F89C230B21}"/>
              </a:ext>
            </a:extLst>
          </p:cNvPr>
          <p:cNvSpPr>
            <a:spLocks xmlns:a="http://schemas.openxmlformats.org/drawingml/2006/main" noGrp="1"/>
          </p:cNvSpPr>
          <p:nvPr/>
        </p:nvSpPr>
        <p:spPr>
          <a:xfrm xmlns:a="http://schemas.openxmlformats.org/drawingml/2006/main">
            <a:off x="922210" y="1722311"/>
            <a:ext cx="79629" cy="79629"/>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leaf-result-symbol-icon-2">
            <a:extLst xmlns:a="http://schemas.openxmlformats.org/drawingml/2006/main">
              <a:ext uri="{FF2B5EF4-FFF2-40B4-BE49-F238E27FC236}">
                <a16:creationId xmlns:a16="http://schemas.microsoft.com/office/drawing/2014/main" id="{97A398E4-6941-41FD-A977-420EB2860B7C}"/>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leaf-result-symbol-icon-3">
            <a:extLst xmlns:a="http://schemas.openxmlformats.org/drawingml/2006/main">
              <a:ext uri="{FF2B5EF4-FFF2-40B4-BE49-F238E27FC236}">
                <a16:creationId xmlns:a16="http://schemas.microsoft.com/office/drawing/2014/main" id="{D95BA12D-6FE2-4EF1-9DF0-B303FA1BE29A}"/>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leaf-result-symbol-icon-4">
            <a:extLst xmlns:a="http://schemas.openxmlformats.org/drawingml/2006/main">
              <a:ext uri="{FF2B5EF4-FFF2-40B4-BE49-F238E27FC236}">
                <a16:creationId xmlns:a16="http://schemas.microsoft.com/office/drawing/2014/main" id="{7FCC24EA-BFF9-4C06-A0AB-B319593513C2}"/>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leaf-result-symbol-icon-5">
            <a:extLst xmlns:a="http://schemas.openxmlformats.org/drawingml/2006/main">
              <a:ext uri="{FF2B5EF4-FFF2-40B4-BE49-F238E27FC236}">
                <a16:creationId xmlns:a16="http://schemas.microsoft.com/office/drawing/2014/main" id="{744A486B-92C0-46E4-A646-992CD372B667}"/>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leaf-result-symbol-icon-6">
            <a:extLst xmlns:a="http://schemas.openxmlformats.org/drawingml/2006/main">
              <a:ext uri="{FF2B5EF4-FFF2-40B4-BE49-F238E27FC236}">
                <a16:creationId xmlns:a16="http://schemas.microsoft.com/office/drawing/2014/main" id="{CFE7BB15-874A-4635-89A7-9DFD21D290DC}"/>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leaf-result-symbol-icon-7">
            <a:extLst xmlns:a="http://schemas.openxmlformats.org/drawingml/2006/main">
              <a:ext uri="{FF2B5EF4-FFF2-40B4-BE49-F238E27FC236}">
                <a16:creationId xmlns:a16="http://schemas.microsoft.com/office/drawing/2014/main" id="{CBBC97A9-3FA4-48D4-AD3E-82576FB1CB9A}"/>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leaf-result-symbol-icon-8">
            <a:extLst xmlns:a="http://schemas.openxmlformats.org/drawingml/2006/main">
              <a:ext uri="{FF2B5EF4-FFF2-40B4-BE49-F238E27FC236}">
                <a16:creationId xmlns:a16="http://schemas.microsoft.com/office/drawing/2014/main" id="{DABB53B1-8C48-4B19-95B7-061C07D63B10}"/>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leaf-result-symbol-icon-9">
            <a:extLst xmlns:a="http://schemas.openxmlformats.org/drawingml/2006/main">
              <a:ext uri="{FF2B5EF4-FFF2-40B4-BE49-F238E27FC236}">
                <a16:creationId xmlns:a16="http://schemas.microsoft.com/office/drawing/2014/main" id="{9FA9C4D3-DAC9-4C64-9971-1483B022DE1D}"/>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leaf-framework">
            <a:extLst xmlns:a="http://schemas.openxmlformats.org/drawingml/2006/main">
              <a:ext uri="{FF2B5EF4-FFF2-40B4-BE49-F238E27FC236}">
                <a16:creationId xmlns:a16="http://schemas.microsoft.com/office/drawing/2014/main" id="{002921D3-6230-498B-9DF3-618E7CA37263}"/>
              </a:ext>
            </a:extLst>
          </p:cNvPr>
          <p:cNvSpPr>
            <a:spLocks xmlns:a="http://schemas.openxmlformats.org/drawingml/2006/main" noGrp="1"/>
          </p:cNvSpPr>
          <p:nvPr/>
        </p:nvSpPr>
        <p:spPr>
          <a:xfrm xmlns:a="http://schemas.openxmlformats.org/drawingml/2006/main">
            <a:off x="1447800" y="161925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ONNX Runtime · FastAPI</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Tree>
    <p:extLst>
      <p:ext uri="{BB962C8B-B14F-4D97-AF65-F5344CB8AC3E}">
        <p14:creationId xmlns:p14="http://schemas.microsoft.com/office/powerpoint/2010/main" val="1654216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