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Default Extension="mp4" ContentType="video/mp4"/>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c205ecc4042403d"/><Relationship Type="http://schemas.openxmlformats.org/officeDocument/2006/relationships/extended-properties" Target="/docProps/app.xml" Id="R2604044a3ba44083"/><Relationship Type="http://schemas.openxmlformats.org/officeDocument/2006/relationships/officeDocument" Target="/ppt/presentation.xml" Id="Re0894aa238f84608"/></Relationships>
</file>

<file path=ppt/presentation.xml><?xml version="1.0" encoding="utf-8"?>
<p:presentation xmlns:p="http://schemas.openxmlformats.org/presentationml/2006/main">
  <p:sldMasterIdLst>
    <p:sldMasterId xmlns:r="http://schemas.openxmlformats.org/officeDocument/2006/relationships" id="2147483648" r:id="R144631899d0944da"/>
  </p:sldMasterIdLst>
  <p:notesMasterIdLst>
    <p:notesMasterId xmlns:r="http://schemas.openxmlformats.org/officeDocument/2006/relationships" r:id="R5b1ac04cd4974847"/>
  </p:notesMasterIdLst>
  <p:sldIdLst>
    <p:sldId xmlns:r="http://schemas.openxmlformats.org/officeDocument/2006/relationships" id="256" r:id="R770100cc992748b8"/>
    <p:sldId xmlns:r="http://schemas.openxmlformats.org/officeDocument/2006/relationships" id="257" r:id="R642402e2395f4d98"/>
    <p:sldId xmlns:r="http://schemas.openxmlformats.org/officeDocument/2006/relationships" id="258" r:id="Rddb410531a7944f9"/>
    <p:sldId xmlns:r="http://schemas.openxmlformats.org/officeDocument/2006/relationships" id="259" r:id="R4fbf5cc59f0e45ed"/>
    <p:sldId xmlns:r="http://schemas.openxmlformats.org/officeDocument/2006/relationships" id="260" r:id="R4e7521395c994b6e"/>
    <p:sldId xmlns:r="http://schemas.openxmlformats.org/officeDocument/2006/relationships" id="261" r:id="R783480dd17be4edb"/>
    <p:sldId xmlns:r="http://schemas.openxmlformats.org/officeDocument/2006/relationships" id="262" r:id="Rae71e1351c3e4e87"/>
    <p:sldId xmlns:r="http://schemas.openxmlformats.org/officeDocument/2006/relationships" id="263" r:id="Rfbac9e868cb64bb4"/>
    <p:sldId xmlns:r="http://schemas.openxmlformats.org/officeDocument/2006/relationships" id="264" r:id="R06da9ec27c0b49a3"/>
    <p:sldId xmlns:r="http://schemas.openxmlformats.org/officeDocument/2006/relationships" id="265" r:id="R0298b6929e3b45fb"/>
    <p:sldId xmlns:r="http://schemas.openxmlformats.org/officeDocument/2006/relationships" id="266" r:id="R0937d30ccdf34c9c"/>
    <p:sldId xmlns:r="http://schemas.openxmlformats.org/officeDocument/2006/relationships" id="267" r:id="R1f830fe4c87d4422"/>
    <p:sldId xmlns:r="http://schemas.openxmlformats.org/officeDocument/2006/relationships" id="268" r:id="Ra21a269e648743a1"/>
    <p:sldId xmlns:r="http://schemas.openxmlformats.org/officeDocument/2006/relationships" id="269" r:id="Rd3b681ec0b39432c"/>
    <p:sldId xmlns:r="http://schemas.openxmlformats.org/officeDocument/2006/relationships" id="270" r:id="Rafb376d97dd044b8"/>
    <p:sldId xmlns:r="http://schemas.openxmlformats.org/officeDocument/2006/relationships" id="271" r:id="R24d76d8315e24624"/>
    <p:sldId xmlns:r="http://schemas.openxmlformats.org/officeDocument/2006/relationships" id="272" r:id="R679157a46156430a"/>
    <p:sldId xmlns:r="http://schemas.openxmlformats.org/officeDocument/2006/relationships" id="273" r:id="R47bea2927daf42e9"/>
    <p:sldId xmlns:r="http://schemas.openxmlformats.org/officeDocument/2006/relationships" id="274" r:id="Raa310a9650524789"/>
    <p:sldId xmlns:r="http://schemas.openxmlformats.org/officeDocument/2006/relationships" id="275" r:id="R6b63f56558a34e27"/>
    <p:sldId xmlns:r="http://schemas.openxmlformats.org/officeDocument/2006/relationships" id="276" r:id="R1de0a3928692496e"/>
    <p:sldId xmlns:r="http://schemas.openxmlformats.org/officeDocument/2006/relationships" id="277" r:id="Rbbe90d9582cf44cf"/>
    <p:sldId xmlns:r="http://schemas.openxmlformats.org/officeDocument/2006/relationships" id="278" r:id="R03a9c76903c64d02"/>
    <p:sldId xmlns:r="http://schemas.openxmlformats.org/officeDocument/2006/relationships" id="279" r:id="R45606eac77a743e1"/>
    <p:sldId xmlns:r="http://schemas.openxmlformats.org/officeDocument/2006/relationships" id="280" r:id="Ra7a3385d01a44a85"/>
    <p:sldId xmlns:r="http://schemas.openxmlformats.org/officeDocument/2006/relationships" id="281" r:id="Rdb7ebd7ec97c4598"/>
    <p:sldId xmlns:r="http://schemas.openxmlformats.org/officeDocument/2006/relationships" id="282" r:id="R5e5ed3e609b54faa"/>
    <p:sldId xmlns:r="http://schemas.openxmlformats.org/officeDocument/2006/relationships" id="283" r:id="R47bcb40e10ea4b9e"/>
    <p:sldId xmlns:r="http://schemas.openxmlformats.org/officeDocument/2006/relationships" id="284" r:id="R97ac82d155264af3"/>
    <p:sldId xmlns:r="http://schemas.openxmlformats.org/officeDocument/2006/relationships" id="285" r:id="Rb2e5995199714b94"/>
    <p:sldId xmlns:r="http://schemas.openxmlformats.org/officeDocument/2006/relationships" id="286" r:id="Rd4810a0d00ce47c8"/>
    <p:sldId xmlns:r="http://schemas.openxmlformats.org/officeDocument/2006/relationships" id="287" r:id="R1ea1da05bd854bc7"/>
    <p:sldId xmlns:r="http://schemas.openxmlformats.org/officeDocument/2006/relationships" id="288" r:id="Rd6b041f6b7b245df"/>
    <p:sldId xmlns:r="http://schemas.openxmlformats.org/officeDocument/2006/relationships" id="289" r:id="Re8689b4ec07f447b"/>
    <p:sldId xmlns:r="http://schemas.openxmlformats.org/officeDocument/2006/relationships" id="290" r:id="R7ddb692f83024744"/>
    <p:sldId xmlns:r="http://schemas.openxmlformats.org/officeDocument/2006/relationships" id="291" r:id="Rdc7fbddc11fe4285"/>
    <p:sldId xmlns:r="http://schemas.openxmlformats.org/officeDocument/2006/relationships" id="292" r:id="Rbd4285cea00f444f"/>
    <p:sldId xmlns:r="http://schemas.openxmlformats.org/officeDocument/2006/relationships" id="293" r:id="Ra2e1a560a45046ea"/>
    <p:sldId xmlns:r="http://schemas.openxmlformats.org/officeDocument/2006/relationships" id="294" r:id="Refa80e069c9b4f68"/>
    <p:sldId xmlns:r="http://schemas.openxmlformats.org/officeDocument/2006/relationships" id="295" r:id="Ra0f41ddad6ab44ae"/>
    <p:sldId xmlns:r="http://schemas.openxmlformats.org/officeDocument/2006/relationships" id="296" r:id="R6a8a213282784169"/>
    <p:sldId xmlns:r="http://schemas.openxmlformats.org/officeDocument/2006/relationships" id="297" r:id="Rbb7f13f5c3154d6c"/>
    <p:sldId xmlns:r="http://schemas.openxmlformats.org/officeDocument/2006/relationships" id="298" r:id="R3565b486c49d4a16"/>
    <p:sldId xmlns:r="http://schemas.openxmlformats.org/officeDocument/2006/relationships" id="299" r:id="R2871970801fa405a"/>
    <p:sldId xmlns:r="http://schemas.openxmlformats.org/officeDocument/2006/relationships" id="300" r:id="Rb34bedcaf5074a1e"/>
    <p:sldId xmlns:r="http://schemas.openxmlformats.org/officeDocument/2006/relationships" id="301" r:id="R7b6efff1e8fa4bf5"/>
    <p:sldId xmlns:r="http://schemas.openxmlformats.org/officeDocument/2006/relationships" id="302" r:id="Rff2b3361e8164da7"/>
    <p:sldId xmlns:r="http://schemas.openxmlformats.org/officeDocument/2006/relationships" id="303" r:id="Rfd055a67a29041b5"/>
    <p:sldId xmlns:r="http://schemas.openxmlformats.org/officeDocument/2006/relationships" id="304" r:id="R205074ee039642d8"/>
    <p:sldId xmlns:r="http://schemas.openxmlformats.org/officeDocument/2006/relationships" id="305" r:id="R7b3b5a1828ab4b6b"/>
    <p:sldId xmlns:r="http://schemas.openxmlformats.org/officeDocument/2006/relationships" id="306" r:id="R0931591382d4479d"/>
    <p:sldId xmlns:r="http://schemas.openxmlformats.org/officeDocument/2006/relationships" id="307" r:id="R2ada7af1f4704797"/>
    <p:sldId xmlns:r="http://schemas.openxmlformats.org/officeDocument/2006/relationships" id="308" r:id="Rdfaa21b4c10f47c3"/>
    <p:sldId xmlns:r="http://schemas.openxmlformats.org/officeDocument/2006/relationships" id="309" r:id="Ra529d05cf65147e6"/>
    <p:sldId xmlns:r="http://schemas.openxmlformats.org/officeDocument/2006/relationships" id="310" r:id="Rab210dcec18d4ba2"/>
    <p:sldId xmlns:r="http://schemas.openxmlformats.org/officeDocument/2006/relationships" id="311" r:id="R902dbd1b06cf4407"/>
    <p:sldId xmlns:r="http://schemas.openxmlformats.org/officeDocument/2006/relationships" id="312" r:id="R5eb8fe908bd74ee2"/>
    <p:sldId xmlns:r="http://schemas.openxmlformats.org/officeDocument/2006/relationships" id="313" r:id="R7374d30692c04a09"/>
    <p:sldId xmlns:r="http://schemas.openxmlformats.org/officeDocument/2006/relationships" id="314" r:id="Ra8b3dc3b92c24356"/>
    <p:sldId xmlns:ns0="http://schemas.openxmlformats.org/officeDocument/2006/relationships" id="315" ns0:id="rIdAIAppendix60"/>
  </p:sldIdLst>
  <p:sldSz cx="12192000" cy="6858000"/>
  <p:notesSz cx="6858000" cy="9144000"/>
  <p:custShowLst>
    <p:custShow name="19 y chinh" id="1">
      <p:sldLst>
        <p:sld xmlns:ns1="http://schemas.openxmlformats.org/officeDocument/2006/relationships" ns1:id="R642402e2395f4d98"/>
        <p:sld xmlns:ns2="http://schemas.openxmlformats.org/officeDocument/2006/relationships" ns2:id="R783480dd17be4edb"/>
        <p:sld xmlns:ns3="http://schemas.openxmlformats.org/officeDocument/2006/relationships" ns3:id="R06da9ec27c0b49a3"/>
        <p:sld xmlns:ns4="http://schemas.openxmlformats.org/officeDocument/2006/relationships" ns4:id="Ra21a269e648743a1"/>
        <p:sld xmlns:ns5="http://schemas.openxmlformats.org/officeDocument/2006/relationships" ns5:id="R679157a46156430a"/>
        <p:sld xmlns:ns6="http://schemas.openxmlformats.org/officeDocument/2006/relationships" ns6:id="R6b63f56558a34e27"/>
        <p:sld xmlns:ns7="http://schemas.openxmlformats.org/officeDocument/2006/relationships" ns7:id="R45606eac77a743e1"/>
        <p:sld xmlns:ns8="http://schemas.openxmlformats.org/officeDocument/2006/relationships" ns8:id="R47bcb40e10ea4b9e"/>
        <p:sld xmlns:ns9="http://schemas.openxmlformats.org/officeDocument/2006/relationships" ns9:id="Rd4810a0d00ce47c8"/>
        <p:sld xmlns:ns10="http://schemas.openxmlformats.org/officeDocument/2006/relationships" ns10:id="R1ea1da05bd854bc7"/>
        <p:sld xmlns:ns11="http://schemas.openxmlformats.org/officeDocument/2006/relationships" ns11:id="Rdc7fbddc11fe4285"/>
        <p:sld xmlns:ns12="http://schemas.openxmlformats.org/officeDocument/2006/relationships" ns12:id="Ra0f41ddad6ab44ae"/>
        <p:sld xmlns:ns13="http://schemas.openxmlformats.org/officeDocument/2006/relationships" ns13:id="R3565b486c49d4a16"/>
        <p:sld xmlns:ns14="http://schemas.openxmlformats.org/officeDocument/2006/relationships" ns14:id="R7b6efff1e8fa4bf5"/>
        <p:sld xmlns:ns15="http://schemas.openxmlformats.org/officeDocument/2006/relationships" ns15:id="Rfd055a67a29041b5"/>
        <p:sld xmlns:ns16="http://schemas.openxmlformats.org/officeDocument/2006/relationships" ns16:id="R0931591382d4479d"/>
        <p:sld xmlns:ns17="http://schemas.openxmlformats.org/officeDocument/2006/relationships" ns17:id="Ra529d05cf65147e6"/>
        <p:sld xmlns:ns18="http://schemas.openxmlformats.org/officeDocument/2006/relationships" ns18:id="R5eb8fe908bd74ee2"/>
        <p:sld xmlns:ns19="http://schemas.openxmlformats.org/officeDocument/2006/relationships" ns19:id="Ra8b3dc3b92c24356"/>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86c43f25bd1f4dc4"/><Relationship Type="http://schemas.openxmlformats.org/officeDocument/2006/relationships/slideMaster" Target="/ppt/slideMasters/slideMaster1.xml" Id="R144631899d0944da"/><Relationship Type="http://schemas.openxmlformats.org/officeDocument/2006/relationships/notesMaster" Target="/ppt/notesMasters/notesMaster1.xml" Id="R5b1ac04cd4974847"/><Relationship Type="http://schemas.openxmlformats.org/officeDocument/2006/relationships/presProps" Target="/ppt/presProps.xml" Id="R149106f1ac41431c"/><Relationship Type="http://schemas.openxmlformats.org/officeDocument/2006/relationships/tableStyles" Target="/ppt/tableStyles.xml" Id="R60d3ebdb6d3249f3"/><Relationship Type="http://schemas.openxmlformats.org/officeDocument/2006/relationships/slide" Target="/ppt/slides/slide1.xml" Id="R770100cc992748b8"/><Relationship Type="http://schemas.openxmlformats.org/officeDocument/2006/relationships/slide" Target="/ppt/slides/slide2.xml" Id="R642402e2395f4d98"/><Relationship Type="http://schemas.openxmlformats.org/officeDocument/2006/relationships/slide" Target="/ppt/slides/slide3.xml" Id="Rddb410531a7944f9"/><Relationship Type="http://schemas.openxmlformats.org/officeDocument/2006/relationships/slide" Target="/ppt/slides/slide4.xml" Id="R4fbf5cc59f0e45ed"/><Relationship Type="http://schemas.openxmlformats.org/officeDocument/2006/relationships/slide" Target="/ppt/slides/slide5.xml" Id="R4e7521395c994b6e"/><Relationship Type="http://schemas.openxmlformats.org/officeDocument/2006/relationships/slide" Target="/ppt/slides/slide6.xml" Id="R783480dd17be4edb"/><Relationship Type="http://schemas.openxmlformats.org/officeDocument/2006/relationships/slide" Target="/ppt/slides/slide7.xml" Id="Rae71e1351c3e4e87"/><Relationship Type="http://schemas.openxmlformats.org/officeDocument/2006/relationships/slide" Target="/ppt/slides/slide8.xml" Id="Rfbac9e868cb64bb4"/><Relationship Type="http://schemas.openxmlformats.org/officeDocument/2006/relationships/slide" Target="/ppt/slides/slide9.xml" Id="R06da9ec27c0b49a3"/><Relationship Type="http://schemas.openxmlformats.org/officeDocument/2006/relationships/slide" Target="/ppt/slides/slide10.xml" Id="R0298b6929e3b45fb"/><Relationship Type="http://schemas.openxmlformats.org/officeDocument/2006/relationships/slide" Target="/ppt/slides/slide11.xml" Id="R0937d30ccdf34c9c"/><Relationship Type="http://schemas.openxmlformats.org/officeDocument/2006/relationships/slide" Target="/ppt/slides/slide12.xml" Id="R1f830fe4c87d4422"/><Relationship Type="http://schemas.openxmlformats.org/officeDocument/2006/relationships/slide" Target="/ppt/slides/slide13.xml" Id="Ra21a269e648743a1"/><Relationship Type="http://schemas.openxmlformats.org/officeDocument/2006/relationships/slide" Target="/ppt/slides/slide14.xml" Id="Rd3b681ec0b39432c"/><Relationship Type="http://schemas.openxmlformats.org/officeDocument/2006/relationships/slide" Target="/ppt/slides/slide15.xml" Id="Rafb376d97dd044b8"/><Relationship Type="http://schemas.openxmlformats.org/officeDocument/2006/relationships/slide" Target="/ppt/slides/slide16.xml" Id="R24d76d8315e24624"/><Relationship Type="http://schemas.openxmlformats.org/officeDocument/2006/relationships/slide" Target="/ppt/slides/slide17.xml" Id="R679157a46156430a"/><Relationship Type="http://schemas.openxmlformats.org/officeDocument/2006/relationships/slide" Target="/ppt/slides/slide18.xml" Id="R47bea2927daf42e9"/><Relationship Type="http://schemas.openxmlformats.org/officeDocument/2006/relationships/slide" Target="/ppt/slides/slide19.xml" Id="Raa310a9650524789"/><Relationship Type="http://schemas.openxmlformats.org/officeDocument/2006/relationships/slide" Target="/ppt/slides/slide20.xml" Id="R6b63f56558a34e27"/><Relationship Type="http://schemas.openxmlformats.org/officeDocument/2006/relationships/slide" Target="/ppt/slides/slide21.xml" Id="R1de0a3928692496e"/><Relationship Type="http://schemas.openxmlformats.org/officeDocument/2006/relationships/slide" Target="/ppt/slides/slide22.xml" Id="Rbbe90d9582cf44cf"/><Relationship Type="http://schemas.openxmlformats.org/officeDocument/2006/relationships/slide" Target="/ppt/slides/slide23.xml" Id="R03a9c76903c64d02"/><Relationship Type="http://schemas.openxmlformats.org/officeDocument/2006/relationships/slide" Target="/ppt/slides/slide24.xml" Id="R45606eac77a743e1"/><Relationship Type="http://schemas.openxmlformats.org/officeDocument/2006/relationships/slide" Target="/ppt/slides/slide25.xml" Id="Ra7a3385d01a44a85"/><Relationship Type="http://schemas.openxmlformats.org/officeDocument/2006/relationships/slide" Target="/ppt/slides/slide26.xml" Id="Rdb7ebd7ec97c4598"/><Relationship Type="http://schemas.openxmlformats.org/officeDocument/2006/relationships/slide" Target="/ppt/slides/slide27.xml" Id="R5e5ed3e609b54faa"/><Relationship Type="http://schemas.openxmlformats.org/officeDocument/2006/relationships/slide" Target="/ppt/slides/slide28.xml" Id="R47bcb40e10ea4b9e"/><Relationship Type="http://schemas.openxmlformats.org/officeDocument/2006/relationships/slide" Target="/ppt/slides/slide29.xml" Id="R97ac82d155264af3"/><Relationship Type="http://schemas.openxmlformats.org/officeDocument/2006/relationships/slide" Target="/ppt/slides/slide30.xml" Id="Rb2e5995199714b94"/><Relationship Type="http://schemas.openxmlformats.org/officeDocument/2006/relationships/slide" Target="/ppt/slides/slide31.xml" Id="Rd4810a0d00ce47c8"/><Relationship Type="http://schemas.openxmlformats.org/officeDocument/2006/relationships/slide" Target="/ppt/slides/slide32.xml" Id="R1ea1da05bd854bc7"/><Relationship Type="http://schemas.openxmlformats.org/officeDocument/2006/relationships/slide" Target="/ppt/slides/slide33.xml" Id="Rd6b041f6b7b245df"/><Relationship Type="http://schemas.openxmlformats.org/officeDocument/2006/relationships/slide" Target="/ppt/slides/slide34.xml" Id="Re8689b4ec07f447b"/><Relationship Type="http://schemas.openxmlformats.org/officeDocument/2006/relationships/slide" Target="/ppt/slides/slide35.xml" Id="R7ddb692f83024744"/><Relationship Type="http://schemas.openxmlformats.org/officeDocument/2006/relationships/slide" Target="/ppt/slides/slide36.xml" Id="Rdc7fbddc11fe4285"/><Relationship Type="http://schemas.openxmlformats.org/officeDocument/2006/relationships/slide" Target="/ppt/slides/slide37.xml" Id="Rbd4285cea00f444f"/><Relationship Type="http://schemas.openxmlformats.org/officeDocument/2006/relationships/slide" Target="/ppt/slides/slide38.xml" Id="Ra2e1a560a45046ea"/><Relationship Type="http://schemas.openxmlformats.org/officeDocument/2006/relationships/slide" Target="/ppt/slides/slide39.xml" Id="Refa80e069c9b4f68"/><Relationship Type="http://schemas.openxmlformats.org/officeDocument/2006/relationships/slide" Target="/ppt/slides/slide40.xml" Id="Ra0f41ddad6ab44ae"/><Relationship Type="http://schemas.openxmlformats.org/officeDocument/2006/relationships/slide" Target="/ppt/slides/slide41.xml" Id="R6a8a213282784169"/><Relationship Type="http://schemas.openxmlformats.org/officeDocument/2006/relationships/slide" Target="/ppt/slides/slide42.xml" Id="Rbb7f13f5c3154d6c"/><Relationship Type="http://schemas.openxmlformats.org/officeDocument/2006/relationships/slide" Target="/ppt/slides/slide43.xml" Id="R3565b486c49d4a16"/><Relationship Type="http://schemas.openxmlformats.org/officeDocument/2006/relationships/slide" Target="/ppt/slides/slide44.xml" Id="R2871970801fa405a"/><Relationship Type="http://schemas.openxmlformats.org/officeDocument/2006/relationships/slide" Target="/ppt/slides/slide45.xml" Id="Rb34bedcaf5074a1e"/><Relationship Type="http://schemas.openxmlformats.org/officeDocument/2006/relationships/slide" Target="/ppt/slides/slide46.xml" Id="R7b6efff1e8fa4bf5"/><Relationship Type="http://schemas.openxmlformats.org/officeDocument/2006/relationships/slide" Target="/ppt/slides/slide47.xml" Id="Rff2b3361e8164da7"/><Relationship Type="http://schemas.openxmlformats.org/officeDocument/2006/relationships/slide" Target="/ppt/slides/slide48.xml" Id="Rfd055a67a29041b5"/><Relationship Type="http://schemas.openxmlformats.org/officeDocument/2006/relationships/slide" Target="/ppt/slides/slide49.xml" Id="R205074ee039642d8"/><Relationship Type="http://schemas.openxmlformats.org/officeDocument/2006/relationships/slide" Target="/ppt/slides/slide50.xml" Id="R7b3b5a1828ab4b6b"/><Relationship Type="http://schemas.openxmlformats.org/officeDocument/2006/relationships/slide" Target="/ppt/slides/slide51.xml" Id="R0931591382d4479d"/><Relationship Type="http://schemas.openxmlformats.org/officeDocument/2006/relationships/slide" Target="/ppt/slides/slide52.xml" Id="R2ada7af1f4704797"/><Relationship Type="http://schemas.openxmlformats.org/officeDocument/2006/relationships/slide" Target="/ppt/slides/slide53.xml" Id="Rdfaa21b4c10f47c3"/><Relationship Type="http://schemas.openxmlformats.org/officeDocument/2006/relationships/slide" Target="/ppt/slides/slide54.xml" Id="Ra529d05cf65147e6"/><Relationship Type="http://schemas.openxmlformats.org/officeDocument/2006/relationships/slide" Target="/ppt/slides/slide55.xml" Id="Rab210dcec18d4ba2"/><Relationship Type="http://schemas.openxmlformats.org/officeDocument/2006/relationships/slide" Target="/ppt/slides/slide56.xml" Id="R902dbd1b06cf4407"/><Relationship Type="http://schemas.openxmlformats.org/officeDocument/2006/relationships/slide" Target="/ppt/slides/slide57.xml" Id="R5eb8fe908bd74ee2"/><Relationship Type="http://schemas.openxmlformats.org/officeDocument/2006/relationships/slide" Target="/ppt/slides/slide58.xml" Id="R7374d30692c04a09"/><Relationship Type="http://schemas.openxmlformats.org/officeDocument/2006/relationships/slide" Target="/ppt/slides/slide59.xml" Id="Ra8b3dc3b92c24356"/><Relationship Id="rIdAIAppendix60" Type="http://schemas.openxmlformats.org/officeDocument/2006/relationships/slide" Target="/ppt/slides/slide60.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0ccf3f06b2ca4df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1a724fb1c0148e7"/><Relationship Type="http://schemas.openxmlformats.org/officeDocument/2006/relationships/notesMaster" Target="/ppt/notesMasters/notesMaster1.xml" Id="Re3f056edb186451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1399136de7444def"/><Relationship Type="http://schemas.openxmlformats.org/officeDocument/2006/relationships/notesMaster" Target="/ppt/notesMasters/notesMaster1.xml" Id="R734fd3dc49a6447a"/></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c0a2c8525e894692"/><Relationship Type="http://schemas.openxmlformats.org/officeDocument/2006/relationships/notesMaster" Target="/ppt/notesMasters/notesMaster1.xml" Id="R3fd15c2bf7bf4f1c"/></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e1740cea5fcc4e57"/><Relationship Type="http://schemas.openxmlformats.org/officeDocument/2006/relationships/notesMaster" Target="/ppt/notesMasters/notesMaster1.xml" Id="Rf6c585470ce24ae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17fd1e85af1d429b"/><Relationship Type="http://schemas.openxmlformats.org/officeDocument/2006/relationships/notesMaster" Target="/ppt/notesMasters/notesMaster1.xml" Id="R9498c56766be4f01"/></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0992d0f6626646cc"/><Relationship Type="http://schemas.openxmlformats.org/officeDocument/2006/relationships/notesMaster" Target="/ppt/notesMasters/notesMaster1.xml" Id="R1f25ccfac37c4561"/></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19665897934f4d14"/><Relationship Type="http://schemas.openxmlformats.org/officeDocument/2006/relationships/notesMaster" Target="/ppt/notesMasters/notesMaster1.xml" Id="R7b29092c1a094e79"/></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5d815ad6677b48a4"/><Relationship Type="http://schemas.openxmlformats.org/officeDocument/2006/relationships/notesMaster" Target="/ppt/notesMasters/notesMaster1.xml" Id="R54cc51d9dc994c9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fbf7fbd0c1984709"/><Relationship Type="http://schemas.openxmlformats.org/officeDocument/2006/relationships/notesMaster" Target="/ppt/notesMasters/notesMaster1.xml" Id="R1c83d1ea09b1423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046add6baa2e4f5b"/><Relationship Type="http://schemas.openxmlformats.org/officeDocument/2006/relationships/notesMaster" Target="/ppt/notesMasters/notesMaster1.xml" Id="R4f513b36695540b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a8072b8a54f645a3"/><Relationship Type="http://schemas.openxmlformats.org/officeDocument/2006/relationships/notesMaster" Target="/ppt/notesMasters/notesMaster1.xml" Id="R7f6153dc81074b1e"/></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32a5249dc4d48f3"/><Relationship Type="http://schemas.openxmlformats.org/officeDocument/2006/relationships/notesMaster" Target="/ppt/notesMasters/notesMaster1.xml" Id="R7f301bd1867541d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b29ddeaa9ca4ccd"/><Relationship Type="http://schemas.openxmlformats.org/officeDocument/2006/relationships/notesMaster" Target="/ppt/notesMasters/notesMaster1.xml" Id="R725056e0ba7e4d4c"/></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aaca97008f5b45a5"/><Relationship Type="http://schemas.openxmlformats.org/officeDocument/2006/relationships/notesMaster" Target="/ppt/notesMasters/notesMaster1.xml" Id="Rc1e5bf5827d14886"/></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1cf320f217ab4d9e"/><Relationship Type="http://schemas.openxmlformats.org/officeDocument/2006/relationships/notesMaster" Target="/ppt/notesMasters/notesMaster1.xml" Id="Rca2815f672604442"/></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f7547f42d74b4931"/><Relationship Type="http://schemas.openxmlformats.org/officeDocument/2006/relationships/notesMaster" Target="/ppt/notesMasters/notesMaster1.xml" Id="R889bd2379c93478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0d5cca248be4257"/><Relationship Type="http://schemas.openxmlformats.org/officeDocument/2006/relationships/notesMaster" Target="/ppt/notesMasters/notesMaster1.xml" Id="Rb67ada68a64a48af"/></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a2604aae6b9a40b2"/><Relationship Type="http://schemas.openxmlformats.org/officeDocument/2006/relationships/notesMaster" Target="/ppt/notesMasters/notesMaster1.xml" Id="Rff7ff6f020f841e1"/></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b334f9cf3cdf434d"/><Relationship Type="http://schemas.openxmlformats.org/officeDocument/2006/relationships/notesMaster" Target="/ppt/notesMasters/notesMaster1.xml" Id="Rb4dc34e83a8246af"/></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3774a7f2ab754989"/><Relationship Type="http://schemas.openxmlformats.org/officeDocument/2006/relationships/notesMaster" Target="/ppt/notesMasters/notesMaster1.xml" Id="Ra97bfda848a04aa5"/></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df2d7b0de1fc404a"/><Relationship Type="http://schemas.openxmlformats.org/officeDocument/2006/relationships/notesMaster" Target="/ppt/notesMasters/notesMaster1.xml" Id="Rfbb3d34db2094652"/></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39788a06e7b24642"/><Relationship Type="http://schemas.openxmlformats.org/officeDocument/2006/relationships/notesMaster" Target="/ppt/notesMasters/notesMaster1.xml" Id="R183bac4ac1bd46ce"/></Relationships>
</file>

<file path=ppt/notesSlides/_rels/notesSlide23.xml.rels><?xml version='1.0' encoding='UTF-8' standalone='yes'?>
<Relationships xmlns="http://schemas.openxmlformats.org/package/2006/relationships"><Relationship Type="http://schemas.openxmlformats.org/officeDocument/2006/relationships/slide" Target="/ppt/slides/slide23.xml" Id="R0c5930bdac6a4b1b"/><Relationship Type="http://schemas.openxmlformats.org/officeDocument/2006/relationships/notesMaster" Target="/ppt/notesMasters/notesMaster1.xml" Id="R81a25710905647e3"/></Relationships>
</file>

<file path=ppt/notesSlides/_rels/notesSlide24.xml.rels><?xml version='1.0' encoding='UTF-8' standalone='yes'?>
<Relationships xmlns="http://schemas.openxmlformats.org/package/2006/relationships"><Relationship Type="http://schemas.openxmlformats.org/officeDocument/2006/relationships/slide" Target="/ppt/slides/slide24.xml" Id="Rc1b4770c6aa146b4"/><Relationship Type="http://schemas.openxmlformats.org/officeDocument/2006/relationships/notesMaster" Target="/ppt/notesMasters/notesMaster1.xml" Id="R287cb8011cb54a1e"/></Relationships>
</file>

<file path=ppt/notesSlides/_rels/notesSlide25.xml.rels><?xml version='1.0' encoding='UTF-8' standalone='yes'?>
<Relationships xmlns="http://schemas.openxmlformats.org/package/2006/relationships"><Relationship Type="http://schemas.openxmlformats.org/officeDocument/2006/relationships/slide" Target="/ppt/slides/slide25.xml" Id="R5bd0ad02b7a84d69"/><Relationship Type="http://schemas.openxmlformats.org/officeDocument/2006/relationships/notesMaster" Target="/ppt/notesMasters/notesMaster1.xml" Id="R8af695024f944c59"/></Relationships>
</file>

<file path=ppt/notesSlides/_rels/notesSlide26.xml.rels><?xml version='1.0' encoding='UTF-8' standalone='yes'?>
<Relationships xmlns="http://schemas.openxmlformats.org/package/2006/relationships"><Relationship Type="http://schemas.openxmlformats.org/officeDocument/2006/relationships/slide" Target="/ppt/slides/slide26.xml" Id="R0c7c46f1bb9f4eec"/><Relationship Type="http://schemas.openxmlformats.org/officeDocument/2006/relationships/notesMaster" Target="/ppt/notesMasters/notesMaster1.xml" Id="R53faed941ce74ceb"/></Relationships>
</file>

<file path=ppt/notesSlides/_rels/notesSlide27.xml.rels><?xml version='1.0' encoding='UTF-8' standalone='yes'?>
<Relationships xmlns="http://schemas.openxmlformats.org/package/2006/relationships"><Relationship Type="http://schemas.openxmlformats.org/officeDocument/2006/relationships/slide" Target="/ppt/slides/slide27.xml" Id="R02ed7e0b15bb4af4"/><Relationship Type="http://schemas.openxmlformats.org/officeDocument/2006/relationships/notesMaster" Target="/ppt/notesMasters/notesMaster1.xml" Id="R7c00dd855af94dc3"/></Relationships>
</file>

<file path=ppt/notesSlides/_rels/notesSlide28.xml.rels><?xml version='1.0' encoding='UTF-8' standalone='yes'?>
<Relationships xmlns="http://schemas.openxmlformats.org/package/2006/relationships"><Relationship Type="http://schemas.openxmlformats.org/officeDocument/2006/relationships/slide" Target="/ppt/slides/slide28.xml" Id="R1f4e2e1e390948fe"/><Relationship Type="http://schemas.openxmlformats.org/officeDocument/2006/relationships/notesMaster" Target="/ppt/notesMasters/notesMaster1.xml" Id="Rdfa66535df7e4c89"/></Relationships>
</file>

<file path=ppt/notesSlides/_rels/notesSlide29.xml.rels><?xml version='1.0' encoding='UTF-8' standalone='yes'?>
<Relationships xmlns="http://schemas.openxmlformats.org/package/2006/relationships"><Relationship Type="http://schemas.openxmlformats.org/officeDocument/2006/relationships/slide" Target="/ppt/slides/slide29.xml" Id="R8de034c3286740aa"/><Relationship Type="http://schemas.openxmlformats.org/officeDocument/2006/relationships/notesMaster" Target="/ppt/notesMasters/notesMaster1.xml" Id="Rf45adf3662934deb"/></Relationships>
</file>

<file path=ppt/notesSlides/_rels/notesSlide30.xml.rels><?xml version='1.0' encoding='UTF-8' standalone='yes'?>
<Relationships xmlns="http://schemas.openxmlformats.org/package/2006/relationships"><Relationship Type="http://schemas.openxmlformats.org/officeDocument/2006/relationships/slide" Target="/ppt/slides/slide30.xml" Id="R1664d46c1b4d4204"/><Relationship Type="http://schemas.openxmlformats.org/officeDocument/2006/relationships/notesMaster" Target="/ppt/notesMasters/notesMaster1.xml" Id="Rbdadccb04e384776"/></Relationships>
</file>

<file path=ppt/notesSlides/_rels/notesSlide31.xml.rels><?xml version='1.0' encoding='UTF-8' standalone='yes'?>
<Relationships xmlns="http://schemas.openxmlformats.org/package/2006/relationships"><Relationship Type="http://schemas.openxmlformats.org/officeDocument/2006/relationships/slide" Target="/ppt/slides/slide31.xml" Id="R0f778870b1b14e26"/><Relationship Type="http://schemas.openxmlformats.org/officeDocument/2006/relationships/notesMaster" Target="/ppt/notesMasters/notesMaster1.xml" Id="Rca3ee41435a4479a"/></Relationships>
</file>

<file path=ppt/notesSlides/_rels/notesSlide32.xml.rels><?xml version='1.0' encoding='UTF-8' standalone='yes'?>
<Relationships xmlns="http://schemas.openxmlformats.org/package/2006/relationships"><Relationship Type="http://schemas.openxmlformats.org/officeDocument/2006/relationships/slide" Target="/ppt/slides/slide32.xml" Id="R8e12bc5b9a684896"/><Relationship Type="http://schemas.openxmlformats.org/officeDocument/2006/relationships/notesMaster" Target="/ppt/notesMasters/notesMaster1.xml" Id="R2ba7e7e78a264c45"/></Relationships>
</file>

<file path=ppt/notesSlides/_rels/notesSlide33.xml.rels><?xml version='1.0' encoding='UTF-8' standalone='yes'?>
<Relationships xmlns="http://schemas.openxmlformats.org/package/2006/relationships"><Relationship Type="http://schemas.openxmlformats.org/officeDocument/2006/relationships/slide" Target="/ppt/slides/slide33.xml" Id="R64967e9c84d148e3"/><Relationship Type="http://schemas.openxmlformats.org/officeDocument/2006/relationships/notesMaster" Target="/ppt/notesMasters/notesMaster1.xml" Id="R2f07fd2fb7d340b1"/></Relationships>
</file>

<file path=ppt/notesSlides/_rels/notesSlide34.xml.rels><?xml version='1.0' encoding='UTF-8' standalone='yes'?>
<Relationships xmlns="http://schemas.openxmlformats.org/package/2006/relationships"><Relationship Type="http://schemas.openxmlformats.org/officeDocument/2006/relationships/slide" Target="/ppt/slides/slide34.xml" Id="Ra9918c818e024edb"/><Relationship Type="http://schemas.openxmlformats.org/officeDocument/2006/relationships/notesMaster" Target="/ppt/notesMasters/notesMaster1.xml" Id="R3ff17afd29b94426"/></Relationships>
</file>

<file path=ppt/notesSlides/_rels/notesSlide35.xml.rels><?xml version='1.0' encoding='UTF-8' standalone='yes'?>
<Relationships xmlns="http://schemas.openxmlformats.org/package/2006/relationships"><Relationship Type="http://schemas.openxmlformats.org/officeDocument/2006/relationships/slide" Target="/ppt/slides/slide35.xml" Id="R4c69916ceeca45a1"/><Relationship Type="http://schemas.openxmlformats.org/officeDocument/2006/relationships/notesMaster" Target="/ppt/notesMasters/notesMaster1.xml" Id="Rad0ce4540e7a4e96"/></Relationships>
</file>

<file path=ppt/notesSlides/_rels/notesSlide36.xml.rels><?xml version='1.0' encoding='UTF-8' standalone='yes'?>
<Relationships xmlns="http://schemas.openxmlformats.org/package/2006/relationships"><Relationship Type="http://schemas.openxmlformats.org/officeDocument/2006/relationships/slide" Target="/ppt/slides/slide36.xml" Id="R0aa988af62184ea7"/><Relationship Type="http://schemas.openxmlformats.org/officeDocument/2006/relationships/notesMaster" Target="/ppt/notesMasters/notesMaster1.xml" Id="R7bab79ee8a5f4cff"/></Relationships>
</file>

<file path=ppt/notesSlides/_rels/notesSlide37.xml.rels><?xml version='1.0' encoding='UTF-8' standalone='yes'?>
<Relationships xmlns="http://schemas.openxmlformats.org/package/2006/relationships"><Relationship Type="http://schemas.openxmlformats.org/officeDocument/2006/relationships/slide" Target="/ppt/slides/slide37.xml" Id="Ref5914c90ae44796"/><Relationship Type="http://schemas.openxmlformats.org/officeDocument/2006/relationships/notesMaster" Target="/ppt/notesMasters/notesMaster1.xml" Id="R8485f312809d470b"/></Relationships>
</file>

<file path=ppt/notesSlides/_rels/notesSlide38.xml.rels><?xml version='1.0' encoding='UTF-8' standalone='yes'?>
<Relationships xmlns="http://schemas.openxmlformats.org/package/2006/relationships"><Relationship Type="http://schemas.openxmlformats.org/officeDocument/2006/relationships/slide" Target="/ppt/slides/slide38.xml" Id="Rf46e79213f1442f9"/><Relationship Type="http://schemas.openxmlformats.org/officeDocument/2006/relationships/notesMaster" Target="/ppt/notesMasters/notesMaster1.xml" Id="R7ade44477a664d07"/></Relationships>
</file>

<file path=ppt/notesSlides/_rels/notesSlide39.xml.rels><?xml version='1.0' encoding='UTF-8' standalone='yes'?>
<Relationships xmlns="http://schemas.openxmlformats.org/package/2006/relationships"><Relationship Type="http://schemas.openxmlformats.org/officeDocument/2006/relationships/slide" Target="/ppt/slides/slide39.xml" Id="R6b4a6942421d48a8"/><Relationship Type="http://schemas.openxmlformats.org/officeDocument/2006/relationships/notesMaster" Target="/ppt/notesMasters/notesMaster1.xml" Id="Ra6f6dbed76144279"/></Relationships>
</file>

<file path=ppt/notesSlides/_rels/notesSlide40.xml.rels><?xml version='1.0' encoding='UTF-8' standalone='yes'?>
<Relationships xmlns="http://schemas.openxmlformats.org/package/2006/relationships"><Relationship Type="http://schemas.openxmlformats.org/officeDocument/2006/relationships/slide" Target="/ppt/slides/slide40.xml" Id="Rf1bd8a20370b4774"/><Relationship Type="http://schemas.openxmlformats.org/officeDocument/2006/relationships/notesMaster" Target="/ppt/notesMasters/notesMaster1.xml" Id="Rb252e0df9d8d498d"/></Relationships>
</file>

<file path=ppt/notesSlides/_rels/notesSlide41.xml.rels><?xml version='1.0' encoding='UTF-8' standalone='yes'?>
<Relationships xmlns="http://schemas.openxmlformats.org/package/2006/relationships"><Relationship Type="http://schemas.openxmlformats.org/officeDocument/2006/relationships/slide" Target="/ppt/slides/slide41.xml" Id="R888fd4e78ca8453a"/><Relationship Type="http://schemas.openxmlformats.org/officeDocument/2006/relationships/notesMaster" Target="/ppt/notesMasters/notesMaster1.xml" Id="Rb21189835993411b"/></Relationships>
</file>

<file path=ppt/notesSlides/_rels/notesSlide42.xml.rels><?xml version='1.0' encoding='UTF-8' standalone='yes'?>
<Relationships xmlns="http://schemas.openxmlformats.org/package/2006/relationships"><Relationship Type="http://schemas.openxmlformats.org/officeDocument/2006/relationships/slide" Target="/ppt/slides/slide42.xml" Id="Rcb48c2cf61a64f6d"/><Relationship Type="http://schemas.openxmlformats.org/officeDocument/2006/relationships/notesMaster" Target="/ppt/notesMasters/notesMaster1.xml" Id="R745d9666633c433e"/></Relationships>
</file>

<file path=ppt/notesSlides/_rels/notesSlide43.xml.rels><?xml version='1.0' encoding='UTF-8' standalone='yes'?>
<Relationships xmlns="http://schemas.openxmlformats.org/package/2006/relationships"><Relationship Type="http://schemas.openxmlformats.org/officeDocument/2006/relationships/slide" Target="/ppt/slides/slide43.xml" Id="R4983412f77ff48ae"/><Relationship Type="http://schemas.openxmlformats.org/officeDocument/2006/relationships/notesMaster" Target="/ppt/notesMasters/notesMaster1.xml" Id="Rdea029f9075c4093"/></Relationships>
</file>

<file path=ppt/notesSlides/_rels/notesSlide44.xml.rels><?xml version='1.0' encoding='UTF-8' standalone='yes'?>
<Relationships xmlns="http://schemas.openxmlformats.org/package/2006/relationships"><Relationship Type="http://schemas.openxmlformats.org/officeDocument/2006/relationships/slide" Target="/ppt/slides/slide44.xml" Id="R1ef60a5af07c45a9"/><Relationship Type="http://schemas.openxmlformats.org/officeDocument/2006/relationships/notesMaster" Target="/ppt/notesMasters/notesMaster1.xml" Id="R73125f2ffc25423d"/></Relationships>
</file>

<file path=ppt/notesSlides/_rels/notesSlide45.xml.rels><?xml version='1.0' encoding='UTF-8' standalone='yes'?>
<Relationships xmlns="http://schemas.openxmlformats.org/package/2006/relationships"><Relationship Type="http://schemas.openxmlformats.org/officeDocument/2006/relationships/slide" Target="/ppt/slides/slide45.xml" Id="R91ed391d99094615"/><Relationship Type="http://schemas.openxmlformats.org/officeDocument/2006/relationships/notesMaster" Target="/ppt/notesMasters/notesMaster1.xml" Id="Re373315d332d4888"/></Relationships>
</file>

<file path=ppt/notesSlides/_rels/notesSlide46.xml.rels><?xml version='1.0' encoding='UTF-8' standalone='yes'?>
<Relationships xmlns="http://schemas.openxmlformats.org/package/2006/relationships"><Relationship Type="http://schemas.openxmlformats.org/officeDocument/2006/relationships/slide" Target="/ppt/slides/slide46.xml" Id="R1d3a9dbd1d4544b3"/><Relationship Type="http://schemas.openxmlformats.org/officeDocument/2006/relationships/notesMaster" Target="/ppt/notesMasters/notesMaster1.xml" Id="R45f12b6cd96b45a8"/></Relationships>
</file>

<file path=ppt/notesSlides/_rels/notesSlide47.xml.rels><?xml version='1.0' encoding='UTF-8' standalone='yes'?>
<Relationships xmlns="http://schemas.openxmlformats.org/package/2006/relationships"><Relationship Type="http://schemas.openxmlformats.org/officeDocument/2006/relationships/slide" Target="/ppt/slides/slide47.xml" Id="R052e55d809534cb8"/><Relationship Type="http://schemas.openxmlformats.org/officeDocument/2006/relationships/notesMaster" Target="/ppt/notesMasters/notesMaster1.xml" Id="Rf3a26e9b704343e6"/></Relationships>
</file>

<file path=ppt/notesSlides/_rels/notesSlide48.xml.rels><?xml version='1.0' encoding='UTF-8' standalone='yes'?>
<Relationships xmlns="http://schemas.openxmlformats.org/package/2006/relationships"><Relationship Type="http://schemas.openxmlformats.org/officeDocument/2006/relationships/slide" Target="/ppt/slides/slide48.xml" Id="R175459f8b5024d0b"/><Relationship Type="http://schemas.openxmlformats.org/officeDocument/2006/relationships/notesMaster" Target="/ppt/notesMasters/notesMaster1.xml" Id="R2a6508a0deb64f01"/></Relationships>
</file>

<file path=ppt/notesSlides/_rels/notesSlide49.xml.rels><?xml version='1.0' encoding='UTF-8' standalone='yes'?>
<Relationships xmlns="http://schemas.openxmlformats.org/package/2006/relationships"><Relationship Type="http://schemas.openxmlformats.org/officeDocument/2006/relationships/slide" Target="/ppt/slides/slide49.xml" Id="R053cfa3a50564e25"/><Relationship Type="http://schemas.openxmlformats.org/officeDocument/2006/relationships/notesMaster" Target="/ppt/notesMasters/notesMaster1.xml" Id="Rdc10f00ddeed40a0"/></Relationships>
</file>

<file path=ppt/notesSlides/_rels/notesSlide50.xml.rels><?xml version='1.0' encoding='UTF-8' standalone='yes'?>
<Relationships xmlns="http://schemas.openxmlformats.org/package/2006/relationships"><Relationship Type="http://schemas.openxmlformats.org/officeDocument/2006/relationships/slide" Target="/ppt/slides/slide50.xml" Id="Ra2828c2ec6874263"/><Relationship Type="http://schemas.openxmlformats.org/officeDocument/2006/relationships/notesMaster" Target="/ppt/notesMasters/notesMaster1.xml" Id="Ra6de53b0cee34552"/></Relationships>
</file>

<file path=ppt/notesSlides/_rels/notesSlide51.xml.rels><?xml version='1.0' encoding='UTF-8' standalone='yes'?>
<Relationships xmlns="http://schemas.openxmlformats.org/package/2006/relationships"><Relationship Type="http://schemas.openxmlformats.org/officeDocument/2006/relationships/slide" Target="/ppt/slides/slide51.xml" Id="Re549755e794a4831"/><Relationship Type="http://schemas.openxmlformats.org/officeDocument/2006/relationships/notesMaster" Target="/ppt/notesMasters/notesMaster1.xml" Id="Rfa1856e7d3d040e5"/></Relationships>
</file>

<file path=ppt/notesSlides/_rels/notesSlide52.xml.rels><?xml version='1.0' encoding='UTF-8' standalone='yes'?>
<Relationships xmlns="http://schemas.openxmlformats.org/package/2006/relationships"><Relationship Type="http://schemas.openxmlformats.org/officeDocument/2006/relationships/slide" Target="/ppt/slides/slide52.xml" Id="Rbce01fe1498e442e"/><Relationship Type="http://schemas.openxmlformats.org/officeDocument/2006/relationships/notesMaster" Target="/ppt/notesMasters/notesMaster1.xml" Id="R10e73491990a4716"/></Relationships>
</file>

<file path=ppt/notesSlides/_rels/notesSlide53.xml.rels><?xml version='1.0' encoding='UTF-8' standalone='yes'?>
<Relationships xmlns="http://schemas.openxmlformats.org/package/2006/relationships"><Relationship Type="http://schemas.openxmlformats.org/officeDocument/2006/relationships/slide" Target="/ppt/slides/slide53.xml" Id="R4b54182e29234f44"/><Relationship Type="http://schemas.openxmlformats.org/officeDocument/2006/relationships/notesMaster" Target="/ppt/notesMasters/notesMaster1.xml" Id="R83e17ca40a9c4ed1"/></Relationships>
</file>

<file path=ppt/notesSlides/_rels/notesSlide54.xml.rels><?xml version='1.0' encoding='UTF-8' standalone='yes'?>
<Relationships xmlns="http://schemas.openxmlformats.org/package/2006/relationships"><Relationship Type="http://schemas.openxmlformats.org/officeDocument/2006/relationships/slide" Target="/ppt/slides/slide54.xml" Id="R1e6b186a3ac94448"/><Relationship Type="http://schemas.openxmlformats.org/officeDocument/2006/relationships/notesMaster" Target="/ppt/notesMasters/notesMaster1.xml" Id="Ra5f6c1c9656144c6"/></Relationships>
</file>

<file path=ppt/notesSlides/_rels/notesSlide55.xml.rels><?xml version='1.0' encoding='UTF-8' standalone='yes'?>
<Relationships xmlns="http://schemas.openxmlformats.org/package/2006/relationships"><Relationship Type="http://schemas.openxmlformats.org/officeDocument/2006/relationships/slide" Target="/ppt/slides/slide55.xml" Id="Rfcb73fdc61af4ae5"/><Relationship Type="http://schemas.openxmlformats.org/officeDocument/2006/relationships/notesMaster" Target="/ppt/notesMasters/notesMaster1.xml" Id="R79208b9701114254"/></Relationships>
</file>

<file path=ppt/notesSlides/_rels/notesSlide56.xml.rels><?xml version='1.0' encoding='UTF-8' standalone='yes'?>
<Relationships xmlns="http://schemas.openxmlformats.org/package/2006/relationships"><Relationship Type="http://schemas.openxmlformats.org/officeDocument/2006/relationships/slide" Target="/ppt/slides/slide56.xml" Id="Rb1e88584bd92435b"/><Relationship Type="http://schemas.openxmlformats.org/officeDocument/2006/relationships/notesMaster" Target="/ppt/notesMasters/notesMaster1.xml" Id="Rc501ad45807848d5"/></Relationships>
</file>

<file path=ppt/notesSlides/_rels/notesSlide57.xml.rels><?xml version='1.0' encoding='UTF-8' standalone='yes'?>
<Relationships xmlns="http://schemas.openxmlformats.org/package/2006/relationships"><Relationship Type="http://schemas.openxmlformats.org/officeDocument/2006/relationships/slide" Target="/ppt/slides/slide57.xml" Id="R9edd0d1505ae4580"/><Relationship Type="http://schemas.openxmlformats.org/officeDocument/2006/relationships/notesMaster" Target="/ppt/notesMasters/notesMaster1.xml" Id="R9bc6ef1335644f88"/></Relationships>
</file>

<file path=ppt/notesSlides/_rels/notesSlide58.xml.rels><?xml version='1.0' encoding='UTF-8' standalone='yes'?>
<Relationships xmlns="http://schemas.openxmlformats.org/package/2006/relationships"><Relationship Type="http://schemas.openxmlformats.org/officeDocument/2006/relationships/slide" Target="/ppt/slides/slide58.xml" Id="R4a9388c154054726"/><Relationship Type="http://schemas.openxmlformats.org/officeDocument/2006/relationships/notesMaster" Target="/ppt/notesMasters/notesMaster1.xml" Id="R1e45bdfbc49c4625"/></Relationships>
</file>

<file path=ppt/notesSlides/_rels/notesSlide59.xml.rels><?xml version='1.0' encoding='UTF-8' standalone='yes'?>
<Relationships xmlns="http://schemas.openxmlformats.org/package/2006/relationships"><Relationship Type="http://schemas.openxmlformats.org/officeDocument/2006/relationships/slide" Target="/ppt/slides/slide59.xml" Id="R5a3237df6b72427c"/><Relationship Type="http://schemas.openxmlformats.org/officeDocument/2006/relationships/notesMaster" Target="/ppt/notesMasters/notesMaster1.xml" Id="R12a90e4eb14a44e1"/></Relationships>
</file>

<file path=ppt/notesSlides/_rels/notesSlide60.xml.rels><?xml version='1.0' encoding='UTF-8' standalone='yes'?>
<Relationships xmlns="http://schemas.openxmlformats.org/package/2006/relationships"><Relationship Type="http://schemas.openxmlformats.org/officeDocument/2006/relationships/slide" Target="/ppt/slides/slide60.xml" Id="Re549755e794a4831"/><Relationship Type="http://schemas.openxmlformats.org/officeDocument/2006/relationships/notesMaster" Target="/ppt/notesMasters/notesMaster1.xml" Id="Rfa1856e7d3d040e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ns0:p xmlns:ns0="http://schemas.openxmlformats.org/drawingml/2006/main">
            <ns0:r>
              <ns0: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ns0:p xmlns:ns0="http://schemas.openxmlformats.org/drawingml/2006/main">
            <ns0:r>
              <ns0: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ns0:p xmlns:ns0="http://schemas.openxmlformats.org/drawingml/2006/main">
            <ns0:r>
              <ns0:t>Logo ONNX Runtime: https://github.com/microsoft/onnxruntime/blob/main/docs/images/ONNX_Runtime_logo.png ; FastAPI: https://fastapi.tiangolo.com/img/logo-margin/logo-teal.png . Giữ artwork/tỷ lệ gốc, chỉ crop phần canvas trong suốt.</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cũ trên DurianLDD: test 889 ảnh, năm nhãn, accuracy 85,38%. Training provenance của model cũ chưa rõ; có thể model đã thấy ảnh nguồn này, nên đây chưa phải independent test được chứng minh. Trên cùng 202 ảnh thuộc ba nhãn đối chiếu Mendeley Data v2, model cũ đúng 80/202 (39,6%), Phomopsis 0/59; candidate Colab đúng 72/202 (35,6%). Đây không phải hai phép đo trên cùng dataset/taxonomy. Mapping nhãn và dHash không chứng minh độc lập theo vườn/cây. Chưa xác nhận hash model đang chạy trên Render. Candidate không được promote. Model vẫn chỉ dùng như gợi ý cần chuyên gia kiểm tra. Phụ lục nằm ngoài bài nói 10 phút; mở khi hỏi đáp.</a:t>
            </a:r>
          </a:p>
          <a:p xmlns:a="http://schemas.openxmlformats.org/drawingml/2006/main">
            <a:r>
              <a:t/>
            </a:r>
          </a:p>
          <a:p xmlns:a="http://schemas.openxmlformats.org/drawingml/2006/main">
            <a:r>
              <a:t>Nguồn: https://github.com/vinhelysia/DurainCheckerDemo/blob/main/submission/review/ai-training/MODEL_CARD.md ; https://github.com/vinhelysia/DurainCheckerDemo/blob/main/submission/review/ai-training/MENDELEY_EXTERNAL_EVAL.md ; https://data.mendeley.com/datasets/pxzvksbwnj/2 (CC BY 4.0).</a:t>
            </a:r>
          </a:p>
          <a:p xmlns:a="http://schemas.openxmlformats.org/drawingml/2006/main">
            <a:r>
              <a:t/>
            </a:r>
          </a:p>
          <a:p xmlns:a="http://schemas.openxmlformats.org/drawingml/2006/main">
            <a:r>
              <a:t>Hỏi đáp; ngoài thời lượng 10 phút.</a:t>
            </a:r>
          </a:p>
          <ns0:p xmlns:ns0="http://schemas.openxmlformats.org/drawingml/2006/main">
            <ns0:r>
              <ns0:t>Brand credits: các logo công nghệ thuộc chủ sở hữu tương ứng. Hướng dẫn brand: https://vercel.com/geist/brands ; https://supabase.com/brand-assets ; https://solana.com/branding . Rust logo artwork: Rust Foundation, CC BY https://creativecommons.org/licenses/by/4.0/ .</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880bf02d1f9f44ee"/></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d1f86fa9f2504f7e"/><Relationship Type="http://schemas.openxmlformats.org/officeDocument/2006/relationships/slideLayout" Target="/ppt/slideLayouts/slideLayout1.xml" Id="R7bf8cb8795b0416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f8cb8795b041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400266197b154bc9"/><Relationship Type="http://schemas.openxmlformats.org/officeDocument/2006/relationships/image" Target="/ppt/media/image.png" Id="R447967732bd94b96"/><Relationship Type="http://schemas.openxmlformats.org/officeDocument/2006/relationships/image" Target="/ppt/media/image2.png" Id="R60deeaefc62340c8"/><Relationship Type="http://schemas.openxmlformats.org/officeDocument/2006/relationships/notesSlide" Target="/ppt/notesSlides/notesSlide1.xml" Id="R44c3f24e1c7c47b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7d3245ed3ec44a0"/><Relationship Type="http://schemas.openxmlformats.org/officeDocument/2006/relationships/image" Target="../media/image.png" Id="R2de8f86d14bb4727"/><Relationship Type="http://schemas.openxmlformats.org/officeDocument/2006/relationships/image" Target="../media/image2.png" Id="Rf4b3c0e5276149b4"/><Relationship Type="http://schemas.openxmlformats.org/officeDocument/2006/relationships/notesSlide" Target="/ppt/notesSlides/notesSlide2.xml" Id="Rb4d90e9f60cd4506"/></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48e1a79427b94397"/><Relationship Type="http://schemas.openxmlformats.org/officeDocument/2006/relationships/image" Target="/ppt/media/image5.png" Id="R22c5a6b068144b6a"/><Relationship Type="http://schemas.openxmlformats.org/officeDocument/2006/relationships/notesSlide" Target="/ppt/notesSlides/notesSlide3.xml" Id="Rd24305fe0f2e4b28"/></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b9092048e524ba1"/><Relationship Type="http://schemas.openxmlformats.org/officeDocument/2006/relationships/image" Target="../media/image5.png" Id="R8b1008f1151e4f94"/><Relationship Type="http://schemas.openxmlformats.org/officeDocument/2006/relationships/notesSlide" Target="/ppt/notesSlides/notesSlide4.xml" Id="R3131223ea72d4cdb"/></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15ca62128eae4913"/><Relationship Type="http://schemas.openxmlformats.org/officeDocument/2006/relationships/image" Target="../media/image5.png" Id="Rf36ec2efabe54427"/><Relationship Type="http://schemas.openxmlformats.org/officeDocument/2006/relationships/notesSlide" Target="/ppt/notesSlides/notesSlide5.xml" Id="R0e468af50a6842f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5233628f29c54174"/><Relationship Type="http://schemas.openxmlformats.org/officeDocument/2006/relationships/image" Target="../media/image5.png" Id="Rce2fb1e830564e46"/><Relationship Type="http://schemas.openxmlformats.org/officeDocument/2006/relationships/notesSlide" Target="/ppt/notesSlides/notesSlide6.xml" Id="R0f13b95e5fbc4b0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1cb34afcf9d2401e"/><Relationship Type="http://schemas.openxmlformats.org/officeDocument/2006/relationships/image" Target="/ppt/media/image9.png" Id="Ra264f50fdbc9484b"/><Relationship Type="http://schemas.openxmlformats.org/officeDocument/2006/relationships/notesSlide" Target="/ppt/notesSlides/notesSlide7.xml" Id="R48e0b16c7aaf4323"/></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28eba4598fca4d60"/><Relationship Type="http://schemas.openxmlformats.org/officeDocument/2006/relationships/image" Target="../media/image9.png" Id="R08b35984b0124abf"/><Relationship Type="http://schemas.openxmlformats.org/officeDocument/2006/relationships/notesSlide" Target="/ppt/notesSlides/notesSlide8.xml" Id="Rca0b9af3966b488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629c8ccc03643dc"/><Relationship Type="http://schemas.openxmlformats.org/officeDocument/2006/relationships/image" Target="../media/image9.png" Id="R0d9d5b586619434a"/><Relationship Type="http://schemas.openxmlformats.org/officeDocument/2006/relationships/notesSlide" Target="/ppt/notesSlides/notesSlide9.xml" Id="R55efbb38276f41d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0939af2a824e4b34"/><Relationship Type="http://schemas.openxmlformats.org/officeDocument/2006/relationships/image" Target="/ppt/media/image12.png" Id="R5716a7c1ddf047f3"/><Relationship Type="http://schemas.openxmlformats.org/officeDocument/2006/relationships/notesSlide" Target="/ppt/notesSlides/notesSlide10.xml" Id="Rd601ff799dff4ef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9d9c75209794914"/><Relationship Type="http://schemas.openxmlformats.org/officeDocument/2006/relationships/image" Target="../media/image12.png" Id="R8072c4a2018f4970"/><Relationship Type="http://schemas.openxmlformats.org/officeDocument/2006/relationships/notesSlide" Target="/ppt/notesSlides/notesSlide11.xml" Id="R64ef91b10af4443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4768b52baf624060"/><Relationship Type="http://schemas.openxmlformats.org/officeDocument/2006/relationships/image" Target="../media/image12.png" Id="R668ea16c213a46ef"/><Relationship Type="http://schemas.openxmlformats.org/officeDocument/2006/relationships/notesSlide" Target="/ppt/notesSlides/notesSlide12.xml" Id="R0a1c355bddc44958"/></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887496228f134f17"/><Relationship Type="http://schemas.openxmlformats.org/officeDocument/2006/relationships/image" Target="../media/image12.png" Id="R44292af2a80646c0"/><Relationship Type="http://schemas.openxmlformats.org/officeDocument/2006/relationships/notesSlide" Target="/ppt/notesSlides/notesSlide13.xml" Id="Rb9df4bf1dc284cf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cde420c135f24767"/><Relationship Type="http://schemas.openxmlformats.org/officeDocument/2006/relationships/image" Target="../media/image5.png" Id="R22ca64a8f4b5428d"/><Relationship Type="http://schemas.openxmlformats.org/officeDocument/2006/relationships/image" Target="/ppt/media/image17.png" Id="R9efb4f26c1d04173"/><Relationship Type="http://schemas.openxmlformats.org/officeDocument/2006/relationships/notesSlide" Target="/ppt/notesSlides/notesSlide14.xml" Id="Rdad6ff068edb41d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4a581746a5c4f27"/><Relationship Type="http://schemas.openxmlformats.org/officeDocument/2006/relationships/image" Target="../media/image5.png" Id="Rc5cfc69f95c743e6"/><Relationship Type="http://schemas.openxmlformats.org/officeDocument/2006/relationships/image" Target="../media/image17.png" Id="R7e666fadc02e4c7b"/><Relationship Type="http://schemas.openxmlformats.org/officeDocument/2006/relationships/notesSlide" Target="/ppt/notesSlides/notesSlide15.xml" Id="R605f514c63ac4ff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57dbacb94a9447d"/><Relationship Type="http://schemas.openxmlformats.org/officeDocument/2006/relationships/image" Target="../media/image5.png" Id="R2a900d89b1a04894"/><Relationship Type="http://schemas.openxmlformats.org/officeDocument/2006/relationships/image" Target="../media/image17.png" Id="Rfd78ef7837f54106"/><Relationship Type="http://schemas.openxmlformats.org/officeDocument/2006/relationships/notesSlide" Target="/ppt/notesSlides/notesSlide16.xml" Id="R782b4cdac735430e"/></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1ca70053de0b4f3e"/><Relationship Type="http://schemas.openxmlformats.org/officeDocument/2006/relationships/image" Target="../media/image5.png" Id="R40597e9d477e48a7"/><Relationship Type="http://schemas.openxmlformats.org/officeDocument/2006/relationships/image" Target="../media/image17.png" Id="Rb68ccb7da2bb4358"/><Relationship Type="http://schemas.openxmlformats.org/officeDocument/2006/relationships/notesSlide" Target="/ppt/notesSlides/notesSlide17.xml" Id="Rab102fa7d0664927"/></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5f1d09740e84eff"/><Relationship Type="http://schemas.openxmlformats.org/officeDocument/2006/relationships/image" Target="../media/image5.png" Id="R78ffdda9a1af4c79"/><Relationship Type="http://schemas.openxmlformats.org/officeDocument/2006/relationships/notesSlide" Target="/ppt/notesSlides/notesSlide18.xml" Id="R7a0d2db2639744ce"/></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7f0d99921f2645ab"/><Relationship Type="http://schemas.openxmlformats.org/officeDocument/2006/relationships/image" Target="../media/image5.png" Id="R13c21cbe068e4501"/><Relationship Type="http://schemas.openxmlformats.org/officeDocument/2006/relationships/notesSlide" Target="/ppt/notesSlides/notesSlide19.xml" Id="Rb4b99ed783d84efa"/></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b3dbb3757b014092"/><Relationship Type="http://schemas.openxmlformats.org/officeDocument/2006/relationships/image" Target="../media/image5.png" Id="Rac948fcd9ccf4fb0"/><Relationship Type="http://schemas.openxmlformats.org/officeDocument/2006/relationships/notesSlide" Target="/ppt/notesSlides/notesSlide20.xml" Id="Rdc45cec6bf464f5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18014e41ef5747c2"/><Relationship Type="http://schemas.openxmlformats.org/officeDocument/2006/relationships/image" Target="../media/image12.png" Id="Ra40653d5ba3e48b6"/><Relationship Type="http://schemas.openxmlformats.org/officeDocument/2006/relationships/notesSlide" Target="/ppt/notesSlides/notesSlide21.xml" Id="R4692559ee9f34b4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7ea77413422f4efc"/><Relationship Type="http://schemas.openxmlformats.org/officeDocument/2006/relationships/image" Target="../media/image12.png" Id="R3e265e3fbab243ec"/><Relationship Type="http://schemas.openxmlformats.org/officeDocument/2006/relationships/notesSlide" Target="/ppt/notesSlides/notesSlide22.xml" Id="R5897bcefae4c49e5"/></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5e7eaf4590594f9e"/><Relationship Type="http://schemas.openxmlformats.org/officeDocument/2006/relationships/image" Target="../media/image12.png" Id="Rba58f5c67a9c475a"/><Relationship Type="http://schemas.openxmlformats.org/officeDocument/2006/relationships/notesSlide" Target="/ppt/notesSlides/notesSlide23.xml" Id="R08adc8b70013489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7fe40716abe248c0"/><Relationship Type="http://schemas.openxmlformats.org/officeDocument/2006/relationships/image" Target="../media/image12.png" Id="R89471b38f78e4f4a"/><Relationship Type="http://schemas.openxmlformats.org/officeDocument/2006/relationships/notesSlide" Target="/ppt/notesSlides/notesSlide24.xml" Id="R93c83feb26004b67"/></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9d0dcba3d452456f"/><Relationship Type="http://schemas.openxmlformats.org/officeDocument/2006/relationships/image" Target="../media/image12.png" Id="R43e0720bc99f4fe0"/><Relationship Type="http://schemas.openxmlformats.org/officeDocument/2006/relationships/image" Target="/ppt/media/image32.png" Id="R7adbf599f06c4af8"/><Relationship Type="http://schemas.openxmlformats.org/officeDocument/2006/relationships/notesSlide" Target="/ppt/notesSlides/notesSlide25.xml" Id="Rcb3944900c064c20"/></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42bfed634c7a41f9"/><Relationship Type="http://schemas.openxmlformats.org/officeDocument/2006/relationships/image" Target="../media/image12.png" Id="Re2e4479cabdb455d"/><Relationship Type="http://schemas.openxmlformats.org/officeDocument/2006/relationships/image" Target="../media/image32.png" Id="R833809805bca4468"/><Relationship Type="http://schemas.openxmlformats.org/officeDocument/2006/relationships/notesSlide" Target="/ppt/notesSlides/notesSlide26.xml" Id="R47ca965744f04844"/></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da0d5bff09fc46b6"/><Relationship Type="http://schemas.openxmlformats.org/officeDocument/2006/relationships/image" Target="../media/image12.png" Id="R428ee5807b1349ec"/><Relationship Type="http://schemas.openxmlformats.org/officeDocument/2006/relationships/image" Target="../media/image32.png" Id="R5eaee6fff0104296"/><Relationship Type="http://schemas.openxmlformats.org/officeDocument/2006/relationships/image" Target="/ppt/media/image37.png" Id="Reb759983234b4035"/><Relationship Type="http://schemas.openxmlformats.org/officeDocument/2006/relationships/notesSlide" Target="/ppt/notesSlides/notesSlide27.xml" Id="Rfc8ad29d35cd42fb"/></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ef97af260a774343"/><Relationship Type="http://schemas.openxmlformats.org/officeDocument/2006/relationships/image" Target="../media/image12.png" Id="R6c5704d3d20b49fa"/><Relationship Type="http://schemas.openxmlformats.org/officeDocument/2006/relationships/image" Target="../media/image32.png" Id="R56b88ba2d95d49f9"/><Relationship Type="http://schemas.openxmlformats.org/officeDocument/2006/relationships/image" Target="../media/image37.png" Id="Rd38cb6bc443c492b"/><Relationship Type="http://schemas.openxmlformats.org/officeDocument/2006/relationships/notesSlide" Target="/ppt/notesSlides/notesSlide28.xml" Id="Rad9f41e4cbed4e57"/></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02c0889f622249d7"/><Relationship Type="http://schemas.openxmlformats.org/officeDocument/2006/relationships/image" Target="../media/image12.png" Id="Rf099ab32c4d44fb3"/><Relationship Type="http://schemas.openxmlformats.org/officeDocument/2006/relationships/notesSlide" Target="/ppt/notesSlides/notesSlide29.xml" Id="R2b629eb82bff4403"/></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4e800e13a93842b7"/><Relationship Type="http://schemas.openxmlformats.org/officeDocument/2006/relationships/image" Target="../media/image12.png" Id="Rb4701c9350584955"/><Relationship Type="http://schemas.openxmlformats.org/officeDocument/2006/relationships/notesSlide" Target="/ppt/notesSlides/notesSlide30.xml" Id="R684eececcc804765"/></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babb179d53ce46b4"/><Relationship Type="http://schemas.openxmlformats.org/officeDocument/2006/relationships/image" Target="../media/image12.png" Id="R88a91e4c2f694bfc"/><Relationship Type="http://schemas.openxmlformats.org/officeDocument/2006/relationships/notesSlide" Target="/ppt/notesSlides/notesSlide31.xml" Id="R7e782574dda54263"/></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49f47021e03343ed"/><Relationship Type="http://schemas.openxmlformats.org/officeDocument/2006/relationships/image" Target="../media/image12.png" Id="Rab50b55a1fed4318"/><Relationship Type="http://schemas.openxmlformats.org/officeDocument/2006/relationships/image" Target="/ppt/media/image45.png" Id="R91a6dcd88c084e98"/><Relationship Type="http://schemas.openxmlformats.org/officeDocument/2006/relationships/hyperlink" Target="https://durian-web3.vercel.app/submission/DurianTrust_HTX_Demo_90s.mp4" TargetMode="External" Id="Re26199ef2d5c4961"/><Relationship Type="http://schemas.openxmlformats.org/officeDocument/2006/relationships/notesSlide" Target="/ppt/notesSlides/notesSlide32.xml" Id="R996ff29650754d67"/><Relationship Id="rIdDemoVideo" Type="http://schemas.openxmlformats.org/officeDocument/2006/relationships/video" Target="../media/durian-demo.mp4"/><Relationship Id="rIdDemoMedia" Type="http://schemas.microsoft.com/office/2007/relationships/media" Target="../media/durian-demo.mp4"/></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c367c543f7564439"/><Relationship Type="http://schemas.openxmlformats.org/officeDocument/2006/relationships/image" Target="../media/image12.png" Id="R68a9012c862b421a"/><Relationship Type="http://schemas.openxmlformats.org/officeDocument/2006/relationships/notesSlide" Target="/ppt/notesSlides/notesSlide33.xml" Id="Rfe1ce0094b29428f"/><Relationship Id="rIdTechLogo15" Type="http://schemas.openxmlformats.org/officeDocument/2006/relationships/image" Target="/ppt/media/tech-logo-react.png"/><Relationship Id="rIdTechLogo16" Type="http://schemas.openxmlformats.org/officeDocument/2006/relationships/image" Target="/ppt/media/tech-logo-vite.png"/><Relationship Id="rIdTechLogo17" Type="http://schemas.openxmlformats.org/officeDocument/2006/relationships/image" Target="/ppt/media/tech-logo-vercel.png"/></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e376ce1fe94b4bab"/><Relationship Type="http://schemas.openxmlformats.org/officeDocument/2006/relationships/image" Target="../media/image12.png" Id="R5878ff9e0b134270"/><Relationship Type="http://schemas.openxmlformats.org/officeDocument/2006/relationships/notesSlide" Target="/ppt/notesSlides/notesSlide34.xml" Id="Rd5b52db31cfe41dc"/><Relationship Id="rIdTechLogo34" Type="http://schemas.openxmlformats.org/officeDocument/2006/relationships/image" Target="/ppt/media/tech-logo-react.png"/><Relationship Id="rIdTechLogo35" Type="http://schemas.openxmlformats.org/officeDocument/2006/relationships/image" Target="/ppt/media/tech-logo-vite.png"/><Relationship Id="rIdTechLogo36" Type="http://schemas.openxmlformats.org/officeDocument/2006/relationships/image" Target="/ppt/media/tech-logo-vercel.png"/><Relationship Id="rIdTechLogo42" Type="http://schemas.openxmlformats.org/officeDocument/2006/relationships/image" Target="/ppt/media/tech-logo-supabase.png"/></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fff273e468884ed0"/><Relationship Type="http://schemas.openxmlformats.org/officeDocument/2006/relationships/image" Target="../media/image12.png" Id="Rd6f1133ec8bf44ea"/><Relationship Type="http://schemas.openxmlformats.org/officeDocument/2006/relationships/notesSlide" Target="/ppt/notesSlides/notesSlide35.xml" Id="R089efcfad2e64875"/><Relationship Id="rIdTechLogo54" Type="http://schemas.openxmlformats.org/officeDocument/2006/relationships/image" Target="/ppt/media/tech-logo-react.png"/><Relationship Id="rIdTechLogo55" Type="http://schemas.openxmlformats.org/officeDocument/2006/relationships/image" Target="/ppt/media/tech-logo-vite.png"/><Relationship Id="rIdTechLogo56" Type="http://schemas.openxmlformats.org/officeDocument/2006/relationships/image" Target="/ppt/media/tech-logo-vercel.png"/><Relationship Id="rIdTechLogo57" Type="http://schemas.openxmlformats.org/officeDocument/2006/relationships/image" Target="/ppt/media/tech-logo-fastapi.png"/><Relationship Id="rIdTechLogo58" Type="http://schemas.openxmlformats.org/officeDocument/2006/relationships/image" Target="/ppt/media/tech-logo-python.png"/><Relationship Id="rIdTechLogo59" Type="http://schemas.openxmlformats.org/officeDocument/2006/relationships/image" Target="/ppt/media/tech-logo-render.png"/><Relationship Id="rIdTechLogo62" Type="http://schemas.openxmlformats.org/officeDocument/2006/relationships/image" Target="/ppt/media/tech-logo-supabase.png"/></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14eaeb03c7314df6"/><Relationship Type="http://schemas.openxmlformats.org/officeDocument/2006/relationships/image" Target="../media/image12.png" Id="R853020a19e2b4a99"/><Relationship Type="http://schemas.openxmlformats.org/officeDocument/2006/relationships/notesSlide" Target="/ppt/notesSlides/notesSlide36.xml" Id="Re7185e9fd6784fd5"/><Relationship Id="rIdTechLogo83" Type="http://schemas.openxmlformats.org/officeDocument/2006/relationships/image" Target="/ppt/media/tech-logo-react.png"/><Relationship Id="rIdTechLogo84" Type="http://schemas.openxmlformats.org/officeDocument/2006/relationships/image" Target="/ppt/media/tech-logo-vite.png"/><Relationship Id="rIdTechLogo85" Type="http://schemas.openxmlformats.org/officeDocument/2006/relationships/image" Target="/ppt/media/tech-logo-vercel.png"/><Relationship Id="rIdTechLogo86" Type="http://schemas.openxmlformats.org/officeDocument/2006/relationships/image" Target="/ppt/media/tech-logo-fastapi.png"/><Relationship Id="rIdTechLogo87" Type="http://schemas.openxmlformats.org/officeDocument/2006/relationships/image" Target="/ppt/media/tech-logo-python.png"/><Relationship Id="rIdTechLogo88" Type="http://schemas.openxmlformats.org/officeDocument/2006/relationships/image" Target="/ppt/media/tech-logo-render.png"/><Relationship Id="rIdTechLogo89" Type="http://schemas.openxmlformats.org/officeDocument/2006/relationships/image" Target="/ppt/media/tech-logo-supabase.png"/><Relationship Id="rIdTechLogo90" Type="http://schemas.openxmlformats.org/officeDocument/2006/relationships/image" Target="/ppt/media/tech-logo-postgresql.png"/><Relationship Id="rIdTechLogo91" Type="http://schemas.openxmlformats.org/officeDocument/2006/relationships/image" Target="/ppt/media/tech-logo-supabase.png"/><Relationship Id="rIdSupabaseWordmark92" Type="http://schemas.openxmlformats.org/officeDocument/2006/relationships/image" Target="/ppt/media/supabase-wordmark-dark.png"/><Relationship Id="rIdSupabaseWordmark93" Type="http://schemas.openxmlformats.org/officeDocument/2006/relationships/image" Target="/ppt/media/supabase-wordmark-dark.png"/></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b86159d120534ca0"/><Relationship Type="http://schemas.openxmlformats.org/officeDocument/2006/relationships/image" Target="/ppt/media/image50.png" Id="R225747e159ae407d"/><Relationship Type="http://schemas.openxmlformats.org/officeDocument/2006/relationships/notesSlide" Target="/ppt/notesSlides/notesSlide37.xml" Id="Rc9d97eb4198f422d"/><Relationship Id="rIdTechLogo13" Type="http://schemas.openxmlformats.org/officeDocument/2006/relationships/image" Target="/ppt/media/tech-logo-rust.png"/><Relationship Id="rIdTechLogo15" Type="http://schemas.openxmlformats.org/officeDocument/2006/relationships/image" Target="/ppt/media/tech-logo-anchor.png"/><Relationship Id="rIdTechLogo17" Type="http://schemas.openxmlformats.org/officeDocument/2006/relationships/image" Target="/ppt/media/tech-logo-solana.png"/></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ec02c329c87640b9"/><Relationship Type="http://schemas.openxmlformats.org/officeDocument/2006/relationships/image" Target="../media/image50.png" Id="R8162b3e568d9434d"/><Relationship Type="http://schemas.openxmlformats.org/officeDocument/2006/relationships/notesSlide" Target="/ppt/notesSlides/notesSlide38.xml" Id="R642e0a876f2d495a"/><Relationship Id="rIdTechLogo33" Type="http://schemas.openxmlformats.org/officeDocument/2006/relationships/image" Target="/ppt/media/tech-logo-rust.png"/><Relationship Id="rIdTechLogo35" Type="http://schemas.openxmlformats.org/officeDocument/2006/relationships/image" Target="/ppt/media/tech-logo-anchor.png"/><Relationship Id="rIdTechLogo37" Type="http://schemas.openxmlformats.org/officeDocument/2006/relationships/image" Target="/ppt/media/tech-logo-solana.png"/></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e648e8ed46747b4"/><Relationship Type="http://schemas.openxmlformats.org/officeDocument/2006/relationships/image" Target="../media/image50.png" Id="R4056399d3bb94364"/><Relationship Type="http://schemas.openxmlformats.org/officeDocument/2006/relationships/notesSlide" Target="/ppt/notesSlides/notesSlide39.xml" Id="R6c2fae61ec2d4e76"/><Relationship Id="rIdTechLogo47" Type="http://schemas.openxmlformats.org/officeDocument/2006/relationships/image" Target="/ppt/media/tech-logo-rust.png"/><Relationship Id="rIdTechLogo49" Type="http://schemas.openxmlformats.org/officeDocument/2006/relationships/image" Target="/ppt/media/tech-logo-anchor.png"/><Relationship Id="rIdTechLogo51" Type="http://schemas.openxmlformats.org/officeDocument/2006/relationships/image" Target="/ppt/media/tech-logo-solana.png"/></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26546a7238fd4b8c"/><Relationship Type="http://schemas.openxmlformats.org/officeDocument/2006/relationships/image" Target="../media/image50.png" Id="R2c84fe5be9e64ff3"/><Relationship Type="http://schemas.openxmlformats.org/officeDocument/2006/relationships/notesSlide" Target="/ppt/notesSlides/notesSlide40.xml" Id="R3ab7451c952945db"/><Relationship Id="rIdTechLogo48" Type="http://schemas.openxmlformats.org/officeDocument/2006/relationships/image" Target="/ppt/media/tech-logo-rust.png"/><Relationship Id="rIdTechLogo50" Type="http://schemas.openxmlformats.org/officeDocument/2006/relationships/image" Target="/ppt/media/tech-logo-anchor.png"/><Relationship Id="rIdTechLogo52" Type="http://schemas.openxmlformats.org/officeDocument/2006/relationships/image" Target="/ppt/media/tech-logo-solana.png"/></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41234564424141dd"/><Relationship Type="http://schemas.openxmlformats.org/officeDocument/2006/relationships/image" Target="../media/image12.png" Id="R404cf01b23ad4261"/><Relationship Type="http://schemas.openxmlformats.org/officeDocument/2006/relationships/notesSlide" Target="/ppt/notesSlides/notesSlide41.xml" Id="R8c194db989454278"/></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178194997f2b4717"/><Relationship Type="http://schemas.openxmlformats.org/officeDocument/2006/relationships/image" Target="../media/image12.png" Id="Ra78ab7e7c45343e5"/><Relationship Type="http://schemas.openxmlformats.org/officeDocument/2006/relationships/notesSlide" Target="/ppt/notesSlides/notesSlide42.xml" Id="R1e71739af24f4d20"/></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98b1bee343ea4f3e"/><Relationship Type="http://schemas.openxmlformats.org/officeDocument/2006/relationships/image" Target="../media/image12.png" Id="R91cd821c9a224b1c"/><Relationship Type="http://schemas.openxmlformats.org/officeDocument/2006/relationships/notesSlide" Target="/ppt/notesSlides/notesSlide43.xml" Id="R7efa4ca9b7674147"/></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65a1153ce9e5441a"/><Relationship Type="http://schemas.openxmlformats.org/officeDocument/2006/relationships/image" Target="/ppt/media/image57.png" Id="R370104696a1a433e"/><Relationship Type="http://schemas.openxmlformats.org/officeDocument/2006/relationships/notesSlide" Target="/ppt/notesSlides/notesSlide44.xml" Id="R74a80416c6454521"/></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812ffa3c664d4301"/><Relationship Type="http://schemas.openxmlformats.org/officeDocument/2006/relationships/image" Target="../media/image57.png" Id="R6396ee0363824c79"/><Relationship Type="http://schemas.openxmlformats.org/officeDocument/2006/relationships/notesSlide" Target="/ppt/notesSlides/notesSlide45.xml" Id="R806023fc23c843f3"/><Relationship Id="rIdTechLogo24" Type="http://schemas.openxmlformats.org/officeDocument/2006/relationships/image" Target="/ppt/media/tech-logo-onnxruntime.png"/><Relationship Id="rIdTechLogo25" Type="http://schemas.openxmlformats.org/officeDocument/2006/relationships/image" Target="/ppt/media/tech-logo-fastapi-teal.png"/></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907a12897eae4446"/><Relationship Type="http://schemas.openxmlformats.org/officeDocument/2006/relationships/image" Target="../media/image57.png" Id="R179e90e8fecf46fd"/><Relationship Type="http://schemas.openxmlformats.org/officeDocument/2006/relationships/image" Target="/ppt/media/image60.png" Id="Rad468703b6ef4e34"/><Relationship Type="http://schemas.openxmlformats.org/officeDocument/2006/relationships/notesSlide" Target="/ppt/notesSlides/notesSlide46.xml" Id="Rd367a25dc9ac412e"/><Relationship Id="rIdTechLogo35" Type="http://schemas.openxmlformats.org/officeDocument/2006/relationships/image" Target="/ppt/media/tech-logo-onnxruntime.png"/><Relationship Id="rIdTechLogo36" Type="http://schemas.openxmlformats.org/officeDocument/2006/relationships/image" Target="/ppt/media/tech-logo-fastapi-teal.png"/></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c05cd8733e004bf3"/><Relationship Type="http://schemas.openxmlformats.org/officeDocument/2006/relationships/image" Target="../media/image57.png" Id="R1091e0b35fd14d51"/><Relationship Type="http://schemas.openxmlformats.org/officeDocument/2006/relationships/notesSlide" Target="/ppt/notesSlides/notesSlide47.xml" Id="R07017560574d4a50"/></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1f879a3396574eb5"/><Relationship Type="http://schemas.openxmlformats.org/officeDocument/2006/relationships/image" Target="../media/image57.png" Id="R0216348b8bcb4da3"/><Relationship Type="http://schemas.openxmlformats.org/officeDocument/2006/relationships/notesSlide" Target="/ppt/notesSlides/notesSlide48.xml" Id="R1b3813011e5c442b"/></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a28c69e26fbb4330"/><Relationship Type="http://schemas.openxmlformats.org/officeDocument/2006/relationships/image" Target="../media/image12.png" Id="Rf99834dfa7964f1e"/><Relationship Type="http://schemas.openxmlformats.org/officeDocument/2006/relationships/notesSlide" Target="/ppt/notesSlides/notesSlide49.xml" Id="R52d45777505f4d7a"/></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7bb6a628badc4bdd"/><Relationship Type="http://schemas.openxmlformats.org/officeDocument/2006/relationships/image" Target="../media/image12.png" Id="Re8609116dee54eb6"/><Relationship Type="http://schemas.openxmlformats.org/officeDocument/2006/relationships/notesSlide" Target="/ppt/notesSlides/notesSlide50.xml" Id="Rb55f5a4f2f8f4b85"/></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51.xml" Id="R6ba847dd85b64799"/></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5cfe23a48ec94d2e"/><Relationship Type="http://schemas.openxmlformats.org/officeDocument/2006/relationships/image" Target="../media/image9.png" Id="Ra7309318cacd4d71"/><Relationship Type="http://schemas.openxmlformats.org/officeDocument/2006/relationships/notesSlide" Target="/ppt/notesSlides/notesSlide52.xml" Id="R38650a35b6404ff6"/></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73ea5249ed3642ca"/><Relationship Type="http://schemas.openxmlformats.org/officeDocument/2006/relationships/image" Target="../media/image9.png" Id="R169244bd33a9400b"/><Relationship Type="http://schemas.openxmlformats.org/officeDocument/2006/relationships/notesSlide" Target="/ppt/notesSlides/notesSlide53.xml" Id="Rbd780277707d4f5e"/></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b282073d6d49425f"/><Relationship Type="http://schemas.openxmlformats.org/officeDocument/2006/relationships/image" Target="../media/image9.png" Id="Rc7fc8e7f6c734188"/><Relationship Type="http://schemas.openxmlformats.org/officeDocument/2006/relationships/notesSlide" Target="/ppt/notesSlides/notesSlide54.xml" Id="R40919b4fbfbf41bd"/></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c094b7d8fee141f6"/><Relationship Type="http://schemas.openxmlformats.org/officeDocument/2006/relationships/image" Target="../media/image5.png" Id="R161f4f19c14943b7"/><Relationship Type="http://schemas.openxmlformats.org/officeDocument/2006/relationships/notesSlide" Target="/ppt/notesSlides/notesSlide55.xml" Id="Ra5a4a01e6bd94235"/></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568211f509764fc0"/><Relationship Type="http://schemas.openxmlformats.org/officeDocument/2006/relationships/image" Target="../media/image5.png" Id="R960e684e95404f53"/><Relationship Type="http://schemas.openxmlformats.org/officeDocument/2006/relationships/notesSlide" Target="/ppt/notesSlides/notesSlide56.xml" Id="R3c10784be2fc47ff"/></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ff226678ffaa4fa6"/><Relationship Type="http://schemas.openxmlformats.org/officeDocument/2006/relationships/image" Target="../media/image5.png" Id="R4a9277b21b004c61"/><Relationship Type="http://schemas.openxmlformats.org/officeDocument/2006/relationships/notesSlide" Target="/ppt/notesSlides/notesSlide57.xml" Id="R54891cb45d8f4dd9"/></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58537c1196844858"/><Relationship Type="http://schemas.openxmlformats.org/officeDocument/2006/relationships/image" Target="../media/image.png" Id="R6a99e7d67b1e4bdf"/><Relationship Type="http://schemas.openxmlformats.org/officeDocument/2006/relationships/notesSlide" Target="/ppt/notesSlides/notesSlide58.xml" Id="R25abc82ca51d450f"/></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ba328673bc014b0a"/><Relationship Type="http://schemas.openxmlformats.org/officeDocument/2006/relationships/image" Target="../media/image.png" Id="Rb0ed0058004a4176"/><Relationship Type="http://schemas.openxmlformats.org/officeDocument/2006/relationships/image" Target="../media/image32.png" Id="Rd3f240ed2e2849b9"/><Relationship Type="http://schemas.openxmlformats.org/officeDocument/2006/relationships/hyperlink" Target="https://durian-web3.vercel.app/#/records/example" TargetMode="External" Id="R9e1998df7a4e4696"/><Relationship Type="http://schemas.openxmlformats.org/officeDocument/2006/relationships/hyperlink" Target="https://github.com/vinhelysia/DurainCheckerDemo" TargetMode="External" Id="Reabc68734bc14c96"/><Relationship Type="http://schemas.openxmlformats.org/officeDocument/2006/relationships/notesSlide" Target="/ppt/notesSlides/notesSlide59.xml" Id="R6396c1f4f172466a"/></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53474a0b3158408c"/><Relationship Type="http://schemas.openxmlformats.org/officeDocument/2006/relationships/image" Target="../media/image12.png" Id="Rb77cb192962e4c99"/><Relationship Type="http://schemas.openxmlformats.org/officeDocument/2006/relationships/notesSlide" Target="/ppt/notesSlides/notesSlide60.xml" Id="R6ba847dd85b64799"/></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47967732bd94b9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9432B25-3EEE-46F6-BF94-4C1F018BD6F8}"/>
              </a:ext>
            </a:extLst>
          </p:cNvPr>
          <p:cNvSpPr>
            <a:spLocks xmlns:a="http://schemas.openxmlformats.org/drawingml/2006/main" noGrp="1"/>
          </p:cNvSpPr>
          <p:nvPr/>
        </p:nvSpPr>
        <p:spPr>
          <a:xfrm xmlns:a="http://schemas.openxmlformats.org/drawingml/2006/main">
            <a:off x="609600" y="255270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700" b="1">
                <a:solidFill>
                  <a:srgbClr val="F4F1E8"/>
                </a:solidFill>
                <a:latin typeface="Segoe UI"/>
                <a:ea typeface="Segoe UI"/>
                <a:cs typeface="Segoe UI"/>
              </a:defRPr>
            </a:pPr>
            <a:r>
              <a:rPr sz="5700" b="1">
                <a:solidFill>
                  <a:srgbClr val="F4F1E8"/>
                </a:solidFill>
                <a:latin typeface="Segoe UI"/>
                <a:ea typeface="Segoe UI"/>
                <a:cs typeface="Segoe UI"/>
              </a:rPr>
              <a:t>DurianTrust</a:t>
            </a:r>
          </a:p>
        </p:txBody>
      </p:sp>
      <p:sp>
        <p:nvSpPr>
          <p:cNvPr id="3" name="!!competition">
            <a:extLst xmlns:a="http://schemas.openxmlformats.org/drawingml/2006/main">
              <a:ext uri="{FF2B5EF4-FFF2-40B4-BE49-F238E27FC236}">
                <a16:creationId xmlns:a16="http://schemas.microsoft.com/office/drawing/2014/main" id="{74E26A9C-2B0B-42FB-AC99-F47CC05A910B}"/>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0" name="!!logo"/>
          <p:cNvPicPr>
            <a:picLocks xmlns:a="http://schemas.openxmlformats.org/drawingml/2006/main" noChangeAspect="1"/>
          </p:cNvPicPr>
          <p:nvPr/>
        </p:nvPicPr>
        <p:blipFill>
          <a:blip xmlns:r="http://schemas.openxmlformats.org/officeDocument/2006/relationships" xmlns:a="http://schemas.openxmlformats.org/drawingml/2006/main" r:embed="R60deeaefc62340c8"/>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23722A17-929A-4BD2-91C6-B5120ED607F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6" name="!!caption">
            <a:extLst xmlns:a="http://schemas.openxmlformats.org/drawingml/2006/main">
              <a:ext uri="{FF2B5EF4-FFF2-40B4-BE49-F238E27FC236}">
                <a16:creationId xmlns:a16="http://schemas.microsoft.com/office/drawing/2014/main" id="{F611FA9C-5332-425A-A77A-98ACD69AB10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27871743"/>
      </p:ext>
    </p:extLst>
  </p:cSld>
</p:sld>
</file>

<file path=ppt/slides/slide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2de8f86d14bb47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CE1C7A97-AEA7-4CBC-9746-E47D9F29B348}"/>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FFB36356-1537-4C61-AAB1-F980E62C17A0}"/>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1FB0E0DE-7DCB-47D5-AA45-76AC11576ECA}"/>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f4b3c0e5276149b4"/>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BB99D8A4-6B5D-45A2-9688-C14FA69773D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B166CEE-AA0E-4E91-B722-77AE535AB74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37485104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22c5a6b068144b6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6EF79DE-9F1A-4F2A-B44F-A56DE9FE4F4B}"/>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6AB61F0A-F2E7-4B7C-BFBD-3A0BCF1A9A40}"/>
              </a:ext>
            </a:extLst>
          </p:cNvPr>
          <p:cNvSpPr>
            <a:spLocks xmlns:a="http://schemas.openxmlformats.org/drawingml/2006/main" noGrp="1"/>
          </p:cNvSpPr>
          <p:nvPr/>
        </p:nvSpPr>
        <p:spPr>
          <a:xfrm xmlns:a="http://schemas.openxmlformats.org/drawingml/2006/main">
            <a:off x="571500" y="1866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ragment-0-icon-0">
            <a:extLst xmlns:a="http://schemas.openxmlformats.org/drawingml/2006/main">
              <a:ext uri="{FF2B5EF4-FFF2-40B4-BE49-F238E27FC236}">
                <a16:creationId xmlns:a16="http://schemas.microsoft.com/office/drawing/2014/main" id="{51BD089C-2384-498C-8170-19D6F29F5F76}"/>
              </a:ext>
            </a:extLst>
          </p:cNvPr>
          <p:cNvSpPr>
            <a:spLocks xmlns:a="http://schemas.openxmlformats.org/drawingml/2006/main" noGrp="1"/>
          </p:cNvSpPr>
          <p:nvPr/>
        </p:nvSpPr>
        <p:spPr>
          <a:xfrm xmlns:a="http://schemas.openxmlformats.org/drawingml/2006/main">
            <a:off x="770572" y="2065972"/>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5" name="!!fragment-0-icon-1">
            <a:extLst xmlns:a="http://schemas.openxmlformats.org/drawingml/2006/main">
              <a:ext uri="{FF2B5EF4-FFF2-40B4-BE49-F238E27FC236}">
                <a16:creationId xmlns:a16="http://schemas.microsoft.com/office/drawing/2014/main" id="{C8B9E9F6-296D-4DD9-8CDA-46DC8A5C5F70}"/>
              </a:ext>
            </a:extLst>
          </p:cNvPr>
          <p:cNvSpPr>
            <a:spLocks xmlns:a="http://schemas.openxmlformats.org/drawingml/2006/main" noGrp="1"/>
          </p:cNvSpPr>
          <p:nvPr/>
        </p:nvSpPr>
        <p:spPr>
          <a:xfrm xmlns:a="http://schemas.openxmlformats.org/drawingml/2006/main">
            <a:off x="868299" y="2065972"/>
            <a:ext cx="130302"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fragment-0-icon-2">
            <a:extLst xmlns:a="http://schemas.openxmlformats.org/drawingml/2006/main">
              <a:ext uri="{FF2B5EF4-FFF2-40B4-BE49-F238E27FC236}">
                <a16:creationId xmlns:a16="http://schemas.microsoft.com/office/drawing/2014/main" id="{E98B0F2A-BD6D-48E9-96E5-32760324CFEB}"/>
              </a:ext>
            </a:extLst>
          </p:cNvPr>
          <p:cNvSpPr>
            <a:spLocks xmlns:a="http://schemas.openxmlformats.org/drawingml/2006/main" noGrp="1"/>
          </p:cNvSpPr>
          <p:nvPr/>
        </p:nvSpPr>
        <p:spPr>
          <a:xfrm xmlns:a="http://schemas.openxmlformats.org/drawingml/2006/main">
            <a:off x="737997" y="2033397"/>
            <a:ext cx="390906" cy="39090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FFFFFF"/>
            </a:solidFill>
            <a:prstDash val="solid"/>
          </a:ln>
        </p:spPr>
      </p:sp>
      <p:sp>
        <p:nvSpPr>
          <p:cNvPr id="7" name="!!fragment-0">
            <a:extLst xmlns:a="http://schemas.openxmlformats.org/drawingml/2006/main">
              <a:ext uri="{FF2B5EF4-FFF2-40B4-BE49-F238E27FC236}">
                <a16:creationId xmlns:a16="http://schemas.microsoft.com/office/drawing/2014/main" id="{675AA8ED-DD4B-4740-BC74-5F1A880E26A6}"/>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4500" b="1">
                <a:solidFill>
                  <a:srgbClr val="142F24"/>
                </a:solidFill>
                <a:latin typeface="Segoe UI"/>
                <a:ea typeface="Segoe UI"/>
                <a:cs typeface="Segoe UI"/>
              </a:defRPr>
            </a:pPr>
            <a:r>
              <a:rPr sz="45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309E756-FFB7-4947-AEB2-119D6A04AD96}"/>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page">
            <a:extLst xmlns:a="http://schemas.openxmlformats.org/drawingml/2006/main">
              <a:ext uri="{FF2B5EF4-FFF2-40B4-BE49-F238E27FC236}">
                <a16:creationId xmlns:a16="http://schemas.microsoft.com/office/drawing/2014/main" id="{0CE3515C-389A-4B31-9747-90723470226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0" name="!!caption">
            <a:extLst xmlns:a="http://schemas.openxmlformats.org/drawingml/2006/main">
              <a:ext uri="{FF2B5EF4-FFF2-40B4-BE49-F238E27FC236}">
                <a16:creationId xmlns:a16="http://schemas.microsoft.com/office/drawing/2014/main" id="{44547D5B-773D-4894-8E96-935AF5F1836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4141968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8b1008f1151e4f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C7237ED-B265-49AF-93A9-ADE0C373ABF8}"/>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74948A4-52AD-4D58-98F9-971299FF1C88}"/>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B99E92AA-7216-41F8-ABFC-A19BA0FA24E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F9E656D1-05B0-405F-A107-2AE8F396B12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7AB0EA6-9EA8-4501-9EE6-D751038A0B79}"/>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8F5A5FA7-8CD6-480D-93F9-5482A2A43B19}"/>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67E6B445-15FD-4B34-8614-DCA9FC8A2073}"/>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F134D34-9151-4E98-83CA-C0D7B0365B89}"/>
              </a:ext>
            </a:extLst>
          </p:cNvPr>
          <p:cNvSpPr>
            <a:spLocks xmlns:a="http://schemas.openxmlformats.org/drawingml/2006/main" noGrp="1"/>
          </p:cNvSpPr>
          <p:nvPr/>
        </p:nvSpPr>
        <p:spPr>
          <a:xfrm xmlns:a="http://schemas.openxmlformats.org/drawingml/2006/main">
            <a:off x="57150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fragment-1-icon-0">
            <a:extLst xmlns:a="http://schemas.openxmlformats.org/drawingml/2006/main">
              <a:ext uri="{FF2B5EF4-FFF2-40B4-BE49-F238E27FC236}">
                <a16:creationId xmlns:a16="http://schemas.microsoft.com/office/drawing/2014/main" id="{396220AF-9713-4C23-BAB9-AAF7DBE28AF6}"/>
              </a:ext>
            </a:extLst>
          </p:cNvPr>
          <p:cNvSpPr>
            <a:spLocks xmlns:a="http://schemas.openxmlformats.org/drawingml/2006/main" noGrp="1"/>
          </p:cNvSpPr>
          <p:nvPr/>
        </p:nvSpPr>
        <p:spPr>
          <a:xfrm xmlns:a="http://schemas.openxmlformats.org/drawingml/2006/main">
            <a:off x="770572" y="35518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fragment-1-icon-1">
            <a:extLst xmlns:a="http://schemas.openxmlformats.org/drawingml/2006/main">
              <a:ext uri="{FF2B5EF4-FFF2-40B4-BE49-F238E27FC236}">
                <a16:creationId xmlns:a16="http://schemas.microsoft.com/office/drawing/2014/main" id="{705E6419-89F6-4F76-A9B0-4575E89239BC}"/>
              </a:ext>
            </a:extLst>
          </p:cNvPr>
          <p:cNvSpPr>
            <a:spLocks xmlns:a="http://schemas.openxmlformats.org/drawingml/2006/main" noGrp="1"/>
          </p:cNvSpPr>
          <p:nvPr/>
        </p:nvSpPr>
        <p:spPr>
          <a:xfrm xmlns:a="http://schemas.openxmlformats.org/drawingml/2006/main">
            <a:off x="737997" y="35192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2" name="!!fragment-1">
            <a:extLst xmlns:a="http://schemas.openxmlformats.org/drawingml/2006/main">
              <a:ext uri="{FF2B5EF4-FFF2-40B4-BE49-F238E27FC236}">
                <a16:creationId xmlns:a16="http://schemas.microsoft.com/office/drawing/2014/main" id="{CEF81D09-89E6-4589-9B74-D4571CE6C4D6}"/>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F34EEE96-05B4-4D6C-9245-40E0EC17D375}"/>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page">
            <a:extLst xmlns:a="http://schemas.openxmlformats.org/drawingml/2006/main">
              <a:ext uri="{FF2B5EF4-FFF2-40B4-BE49-F238E27FC236}">
                <a16:creationId xmlns:a16="http://schemas.microsoft.com/office/drawing/2014/main" id="{43CE9C47-FA94-4865-BE2C-0EECBF15FBC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15" name="!!caption">
            <a:extLst xmlns:a="http://schemas.openxmlformats.org/drawingml/2006/main">
              <a:ext uri="{FF2B5EF4-FFF2-40B4-BE49-F238E27FC236}">
                <a16:creationId xmlns:a16="http://schemas.microsoft.com/office/drawing/2014/main" id="{3F5AA709-9E08-450E-9DD7-6327A596B8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209390705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1" name="!!backdrop"/>
          <p:cNvPicPr>
            <a:picLocks xmlns:a="http://schemas.openxmlformats.org/drawingml/2006/main" noChangeAspect="1"/>
          </p:cNvPicPr>
          <p:nvPr/>
        </p:nvPicPr>
        <p:blipFill>
          <a:blip xmlns:r="http://schemas.openxmlformats.org/officeDocument/2006/relationships" xmlns:a="http://schemas.openxmlformats.org/drawingml/2006/main" r:embed="Rf36ec2efabe5442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B06F16F-923A-4AA1-87A8-0291B3B590A7}"/>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F5188BE-97E6-4A54-9F9C-32B51E0EB846}"/>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74548738-FD63-4339-8D6A-786FD578FCC0}"/>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383797E0-7D36-4309-9B72-5D61E15952E6}"/>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DBB35A17-5203-4467-8279-4CB1824C207A}"/>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399B1C1C-825D-46ED-969B-0D9682FC0B3E}"/>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23EC9A94-318C-49BF-A839-6972656A6E0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DCF7B3B2-A110-4088-A7DD-E38E93C7F196}"/>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CD501C37-F53A-4B1F-BA40-68AE8C9A0B9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07A5BD37-2FF7-4550-97EF-7D6D5B055D4F}"/>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A5F3A263-EC86-4A06-A4B2-61EB7040F364}"/>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42B17814-8BD5-4EFD-B9BE-96F4F24E343C}"/>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B69AB6DC-884F-48A8-B2D7-81521B6AE143}"/>
              </a:ext>
            </a:extLst>
          </p:cNvPr>
          <p:cNvSpPr>
            <a:spLocks xmlns:a="http://schemas.openxmlformats.org/drawingml/2006/main" noGrp="1"/>
          </p:cNvSpPr>
          <p:nvPr/>
        </p:nvSpPr>
        <p:spPr>
          <a:xfrm xmlns:a="http://schemas.openxmlformats.org/drawingml/2006/main">
            <a:off x="571500" y="44386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ragment-2-icon-0">
            <a:extLst xmlns:a="http://schemas.openxmlformats.org/drawingml/2006/main">
              <a:ext uri="{FF2B5EF4-FFF2-40B4-BE49-F238E27FC236}">
                <a16:creationId xmlns:a16="http://schemas.microsoft.com/office/drawing/2014/main" id="{99DACD07-E37E-4FDF-95C8-ED64B95984EC}"/>
              </a:ext>
            </a:extLst>
          </p:cNvPr>
          <p:cNvSpPr>
            <a:spLocks xmlns:a="http://schemas.openxmlformats.org/drawingml/2006/main" noGrp="1"/>
          </p:cNvSpPr>
          <p:nvPr/>
        </p:nvSpPr>
        <p:spPr>
          <a:xfrm xmlns:a="http://schemas.openxmlformats.org/drawingml/2006/main">
            <a:off x="868299" y="46377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6" name="!!fragment-2-icon-1">
            <a:extLst xmlns:a="http://schemas.openxmlformats.org/drawingml/2006/main">
              <a:ext uri="{FF2B5EF4-FFF2-40B4-BE49-F238E27FC236}">
                <a16:creationId xmlns:a16="http://schemas.microsoft.com/office/drawing/2014/main" id="{731171CE-B4EE-451E-A683-0A6713D4F84C}"/>
              </a:ext>
            </a:extLst>
          </p:cNvPr>
          <p:cNvSpPr>
            <a:spLocks xmlns:a="http://schemas.openxmlformats.org/drawingml/2006/main" noGrp="1"/>
          </p:cNvSpPr>
          <p:nvPr/>
        </p:nvSpPr>
        <p:spPr>
          <a:xfrm xmlns:a="http://schemas.openxmlformats.org/drawingml/2006/main">
            <a:off x="803148" y="48168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7" name="!!fragment-2">
            <a:extLst xmlns:a="http://schemas.openxmlformats.org/drawingml/2006/main">
              <a:ext uri="{FF2B5EF4-FFF2-40B4-BE49-F238E27FC236}">
                <a16:creationId xmlns:a16="http://schemas.microsoft.com/office/drawing/2014/main" id="{311EE9F0-47B0-4822-A902-3B4DDB8BD102}"/>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75" b="1">
                <a:solidFill>
                  <a:srgbClr val="142F24"/>
                </a:solidFill>
                <a:latin typeface="Segoe UI"/>
                <a:ea typeface="Segoe UI"/>
                <a:cs typeface="Segoe UI"/>
              </a:defRPr>
            </a:pPr>
            <a:r>
              <a:rPr sz="24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41E804D7-947E-4FE8-926F-A85E4024299A}"/>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page">
            <a:extLst xmlns:a="http://schemas.openxmlformats.org/drawingml/2006/main">
              <a:ext uri="{FF2B5EF4-FFF2-40B4-BE49-F238E27FC236}">
                <a16:creationId xmlns:a16="http://schemas.microsoft.com/office/drawing/2014/main" id="{5EABA989-C11E-4E34-ABCE-68BF8DDD3F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0" name="!!caption">
            <a:extLst xmlns:a="http://schemas.openxmlformats.org/drawingml/2006/main">
              <a:ext uri="{FF2B5EF4-FFF2-40B4-BE49-F238E27FC236}">
                <a16:creationId xmlns:a16="http://schemas.microsoft.com/office/drawing/2014/main" id="{ED3F29E0-1BC0-4DCF-9120-50B8AA71856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9809455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e2fb1e830564e4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AA5716A-C48B-4BF5-B5A4-99ADE43B7A3C}"/>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2F6493EF-45E1-497B-BBA5-819DCF8A0740}"/>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DAC73AC8-360D-444E-94F7-A32BBC13A65D}"/>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B41CD993-3B7B-45C0-A794-F59161E977BB}"/>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BF969589-BBD9-45B2-A1BD-A4DE32C563DB}"/>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CFFB2CCD-26C6-43AB-93B1-40918EFBA6BF}"/>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07751B14-5963-4421-8897-D21CD937F38A}"/>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06E77EC2-E16F-4E48-B6D7-F71FE6C083F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E9857802-4525-4E7A-965E-4BBB783856F5}"/>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46FC4DDA-71B9-4E32-BE70-1598D1EA9B5E}"/>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FADC7214-A16E-4190-A3B0-496D659019BD}"/>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0F54FA5C-CF90-4559-A655-7ADCEDC5C041}"/>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8BE90F3-9E10-498C-8F66-39082DE8AAB3}"/>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50A1A033-46D9-43A4-AE24-A97F31AF5E01}"/>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0FC2C9C2-C25C-47BE-A725-26B8F6A4E434}"/>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35B2BCFB-97A4-45AF-85DE-5A8EFB4171FC}"/>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E332EA72-5410-46D2-B5F6-6AD5152C4242}"/>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F53C106-75DE-4454-A4A9-9422EED507E9}"/>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76CC1963-153C-4520-864C-AB73C1A1E5D2}"/>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2EFC97A7-DBC4-4B4A-B2AA-FB79B40A49ED}"/>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DE58C069-BD96-401E-A119-98D0C31AD3F9}"/>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7C157FA4-B82A-4ACC-B19F-9F705BEFFBA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D629DFC8-EC0A-4733-8670-5E0A2A4D842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5622346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264f50fdbc9484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8CBEE7-740D-4783-8025-9791B84D6B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F0420A1-B5BD-42C9-A893-60B20273BE7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EEF97E1A-D593-4231-86AD-ED0F7D26977A}"/>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grower-icon-0">
            <a:extLst xmlns:a="http://schemas.openxmlformats.org/drawingml/2006/main">
              <a:ext uri="{FF2B5EF4-FFF2-40B4-BE49-F238E27FC236}">
                <a16:creationId xmlns:a16="http://schemas.microsoft.com/office/drawing/2014/main" id="{4037C0D4-1354-4519-81C1-773C6B672C54}"/>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6" name="!!grower-icon-1">
            <a:extLst xmlns:a="http://schemas.openxmlformats.org/drawingml/2006/main">
              <a:ext uri="{FF2B5EF4-FFF2-40B4-BE49-F238E27FC236}">
                <a16:creationId xmlns:a16="http://schemas.microsoft.com/office/drawing/2014/main" id="{61D3C63E-7147-46CC-846D-9953B5B8205A}"/>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7" name="!!grower-label">
            <a:extLst xmlns:a="http://schemas.openxmlformats.org/drawingml/2006/main">
              <a:ext uri="{FF2B5EF4-FFF2-40B4-BE49-F238E27FC236}">
                <a16:creationId xmlns:a16="http://schemas.microsoft.com/office/drawing/2014/main" id="{3F37E062-348D-4D5F-ADA8-0576FFC24DAA}"/>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E3547313-7EFD-4B10-B3E5-D10EE5F8C5BB}"/>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page">
            <a:extLst xmlns:a="http://schemas.openxmlformats.org/drawingml/2006/main">
              <a:ext uri="{FF2B5EF4-FFF2-40B4-BE49-F238E27FC236}">
                <a16:creationId xmlns:a16="http://schemas.microsoft.com/office/drawing/2014/main" id="{50C939DB-51B2-4442-9C5E-B450CD19261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0" name="!!caption">
            <a:extLst xmlns:a="http://schemas.openxmlformats.org/drawingml/2006/main">
              <a:ext uri="{FF2B5EF4-FFF2-40B4-BE49-F238E27FC236}">
                <a16:creationId xmlns:a16="http://schemas.microsoft.com/office/drawing/2014/main" id="{1128EE0C-C2B1-41A8-AC11-C581348C238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97177712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08b35984b0124ab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90332B3E-EB88-48E8-8FAF-5C143A6376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33B5306-D8A9-4677-B997-95BE5672EE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5797203E-93CF-47A9-80F8-1BF42C433D8C}"/>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001FD485-4B17-4D5E-83DA-07BBA79643D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64DE1408-8FE3-4B4F-916F-11D1975EFA90}"/>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0A8FA80E-DF45-46F5-A63F-00D258282326}"/>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8EA31443-C483-4A5B-A2A2-74653E9F5915}"/>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8371A7F4-D93E-454A-AC8A-8B34C5E036CD}"/>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icon-0">
            <a:extLst xmlns:a="http://schemas.openxmlformats.org/drawingml/2006/main">
              <a:ext uri="{FF2B5EF4-FFF2-40B4-BE49-F238E27FC236}">
                <a16:creationId xmlns:a16="http://schemas.microsoft.com/office/drawing/2014/main" id="{298C6864-1851-42C3-AA48-D401DCBD3FD2}"/>
              </a:ext>
            </a:extLst>
          </p:cNvPr>
          <p:cNvSpPr>
            <a:spLocks xmlns:a="http://schemas.openxmlformats.org/drawingml/2006/main" noGrp="1"/>
          </p:cNvSpPr>
          <p:nvPr/>
        </p:nvSpPr>
        <p:spPr>
          <a:xfrm xmlns:a="http://schemas.openxmlformats.org/drawingml/2006/main">
            <a:off x="887349" y="355187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icon-1">
            <a:extLst xmlns:a="http://schemas.openxmlformats.org/drawingml/2006/main">
              <a:ext uri="{FF2B5EF4-FFF2-40B4-BE49-F238E27FC236}">
                <a16:creationId xmlns:a16="http://schemas.microsoft.com/office/drawing/2014/main" id="{6E1AD8FE-70BC-4F1A-966E-9D5DF46632A3}"/>
              </a:ext>
            </a:extLst>
          </p:cNvPr>
          <p:cNvSpPr>
            <a:spLocks xmlns:a="http://schemas.openxmlformats.org/drawingml/2006/main" noGrp="1"/>
          </p:cNvSpPr>
          <p:nvPr/>
        </p:nvSpPr>
        <p:spPr>
          <a:xfrm xmlns:a="http://schemas.openxmlformats.org/drawingml/2006/main">
            <a:off x="822198" y="3731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label">
            <a:extLst xmlns:a="http://schemas.openxmlformats.org/drawingml/2006/main">
              <a:ext uri="{FF2B5EF4-FFF2-40B4-BE49-F238E27FC236}">
                <a16:creationId xmlns:a16="http://schemas.microsoft.com/office/drawing/2014/main" id="{C0B7E535-4780-476C-9D29-7D578C0284E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262E529A-D1D8-4755-A633-6C1CA046E71A}"/>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page">
            <a:extLst xmlns:a="http://schemas.openxmlformats.org/drawingml/2006/main">
              <a:ext uri="{FF2B5EF4-FFF2-40B4-BE49-F238E27FC236}">
                <a16:creationId xmlns:a16="http://schemas.microsoft.com/office/drawing/2014/main" id="{EC6CEE08-E557-47A9-B5EB-CEDD33DEB23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15" name="!!caption">
            <a:extLst xmlns:a="http://schemas.openxmlformats.org/drawingml/2006/main">
              <a:ext uri="{FF2B5EF4-FFF2-40B4-BE49-F238E27FC236}">
                <a16:creationId xmlns:a16="http://schemas.microsoft.com/office/drawing/2014/main" id="{ACC925BF-017F-44B4-B0FB-0673DDC104D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7043592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0d9d5b58661943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14F1D3-89E5-4672-958E-B2DA9593AE5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65D3847-50DD-47B4-9E43-7D68B75829A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039A50C4-3E7F-4CF4-887E-8CD1892551E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7DEDC3E3-EC9F-4868-9DA4-0A83BD3956C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1E8910DE-0E4C-4F4B-B33A-114876E90B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A5DB5651-D7A1-45BD-9D72-6E4492AF9199}"/>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79148C5A-AAB1-48F5-B92D-59014E13743A}"/>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C1D16EFC-4BDC-4ECB-9DD1-B0879C98CB36}"/>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24D79BCD-EB98-44CB-B026-5B2D2235652D}"/>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1FDEF59D-2FB0-4749-BACB-D5BA7E242E5B}"/>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3FD437F5-23D0-44F5-81C1-8E5C2EF86E31}"/>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3DAB4FB6-69AB-425C-B4E3-0F11359F19EC}"/>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D0A0BAC3-97F5-418E-B737-FF633E3227D8}"/>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BAD320BC-99F7-4641-AA44-ABEE402D94C9}"/>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209EBB36-3163-4EDB-A5E1-27C939A1CD05}"/>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C012BBF-9BAD-4761-B654-5F29C08FFB9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087100B2-79AF-44C3-B165-A07348DA43A6}"/>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94F09B72-5A4D-4F1A-88D4-60B389AB777C}"/>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6F4BBA26-B36B-4E81-8381-2512FF2BF3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09EA345A-0D71-4C49-B6A4-C3400BBF63C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123255185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5716a7c1ddf047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677CD7E-F901-42F6-BCD3-4AD9ADD3FFB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E3AA814-06BA-479B-A52A-6F0B68504E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53216B59-21E1-48CF-A206-F21F648D3B67}"/>
              </a:ext>
            </a:extLst>
          </p:cNvPr>
          <p:cNvSpPr>
            <a:spLocks xmlns:a="http://schemas.openxmlformats.org/drawingml/2006/main" noGrp="1"/>
          </p:cNvSpPr>
          <p:nvPr/>
        </p:nvSpPr>
        <p:spPr>
          <a:xfrm xmlns:a="http://schemas.openxmlformats.org/drawingml/2006/main">
            <a:off x="91440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low-0-icon-0">
            <a:extLst xmlns:a="http://schemas.openxmlformats.org/drawingml/2006/main">
              <a:ext uri="{FF2B5EF4-FFF2-40B4-BE49-F238E27FC236}">
                <a16:creationId xmlns:a16="http://schemas.microsoft.com/office/drawing/2014/main" id="{6CDFDE59-0168-41DE-B4DA-4CF06C4B214E}"/>
              </a:ext>
            </a:extLst>
          </p:cNvPr>
          <p:cNvSpPr>
            <a:spLocks xmlns:a="http://schemas.openxmlformats.org/drawingml/2006/main" noGrp="1"/>
          </p:cNvSpPr>
          <p:nvPr/>
        </p:nvSpPr>
        <p:spPr>
          <a:xfrm xmlns:a="http://schemas.openxmlformats.org/drawingml/2006/main">
            <a:off x="1234249" y="2739200"/>
            <a:ext cx="750951" cy="750951"/>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6820">
            <a:solidFill>
              <a:srgbClr val="FFFFFF"/>
            </a:solidFill>
            <a:prstDash val="solid"/>
          </a:ln>
        </p:spPr>
      </p:sp>
      <p:sp>
        <p:nvSpPr>
          <p:cNvPr id="6" name="!!flow-label-0">
            <a:extLst xmlns:a="http://schemas.openxmlformats.org/drawingml/2006/main">
              <a:ext uri="{FF2B5EF4-FFF2-40B4-BE49-F238E27FC236}">
                <a16:creationId xmlns:a16="http://schemas.microsoft.com/office/drawing/2014/main" id="{CCE97FC3-FC1D-4EF2-A561-8E4C6953FE1B}"/>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Tạo lô</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7" name="!!flow-note">
            <a:extLst xmlns:a="http://schemas.openxmlformats.org/drawingml/2006/main">
              <a:ext uri="{FF2B5EF4-FFF2-40B4-BE49-F238E27FC236}">
                <a16:creationId xmlns:a16="http://schemas.microsoft.com/office/drawing/2014/main" id="{0D10A62E-4EDA-416A-9BB9-07E18F6D5C0B}"/>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bắt đầu bằng Google login</a:t>
            </a:r>
          </a:p>
        </p:txBody>
      </p:sp>
      <p:sp>
        <p:nvSpPr>
          <p:cNvPr id="8" name="!!page">
            <a:extLst xmlns:a="http://schemas.openxmlformats.org/drawingml/2006/main">
              <a:ext uri="{FF2B5EF4-FFF2-40B4-BE49-F238E27FC236}">
                <a16:creationId xmlns:a16="http://schemas.microsoft.com/office/drawing/2014/main" id="{412343E4-8AD9-4A9B-88CE-727A9459712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9" name="!!caption">
            <a:extLst xmlns:a="http://schemas.openxmlformats.org/drawingml/2006/main">
              <a:ext uri="{FF2B5EF4-FFF2-40B4-BE49-F238E27FC236}">
                <a16:creationId xmlns:a16="http://schemas.microsoft.com/office/drawing/2014/main" id="{F28B30D3-027C-41FB-B30C-7C8BCB293E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8615018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8072c4a2018f49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B5121E-AF4A-4C11-B65F-3139B05B59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A2E7E9A-B02D-4D14-847E-6A6161DCBA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4C17E23D-4307-4323-B224-6D8083B5E837}"/>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CC350557-3913-452E-81E2-E5812291A5E3}"/>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F9BE1F72-A2B6-4D8A-8DBC-8ADC80D716E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F77BF25F-4380-4526-9FC8-2B5D2B53B6B2}"/>
              </a:ext>
            </a:extLst>
          </p:cNvPr>
          <p:cNvSpPr>
            <a:spLocks xmlns:a="http://schemas.openxmlformats.org/drawingml/2006/main" noGrp="1"/>
          </p:cNvSpPr>
          <p:nvPr/>
        </p:nvSpPr>
        <p:spPr>
          <a:xfrm xmlns:a="http://schemas.openxmlformats.org/drawingml/2006/main">
            <a:off x="370522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flow-1-icon-0">
            <a:extLst xmlns:a="http://schemas.openxmlformats.org/drawingml/2006/main">
              <a:ext uri="{FF2B5EF4-FFF2-40B4-BE49-F238E27FC236}">
                <a16:creationId xmlns:a16="http://schemas.microsoft.com/office/drawing/2014/main" id="{09E37E2B-829D-40CB-A39C-3BE85B9F8877}"/>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6820">
            <a:solidFill>
              <a:srgbClr val="FFFFFF"/>
            </a:solidFill>
            <a:prstDash val="solid"/>
          </a:ln>
        </p:spPr>
      </p:sp>
      <p:sp>
        <p:nvSpPr>
          <p:cNvPr id="9" name="!!flow-1-icon-1">
            <a:extLst xmlns:a="http://schemas.openxmlformats.org/drawingml/2006/main">
              <a:ext uri="{FF2B5EF4-FFF2-40B4-BE49-F238E27FC236}">
                <a16:creationId xmlns:a16="http://schemas.microsoft.com/office/drawing/2014/main" id="{F89337A5-986D-49ED-A712-C075E8234632}"/>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6820">
            <a:solidFill>
              <a:srgbClr val="FFFFFF"/>
            </a:solidFill>
            <a:prstDash val="solid"/>
          </a:ln>
        </p:spPr>
      </p:sp>
      <p:sp>
        <p:nvSpPr>
          <p:cNvPr id="10" name="!!flow-1-icon-2">
            <a:extLst xmlns:a="http://schemas.openxmlformats.org/drawingml/2006/main">
              <a:ext uri="{FF2B5EF4-FFF2-40B4-BE49-F238E27FC236}">
                <a16:creationId xmlns:a16="http://schemas.microsoft.com/office/drawing/2014/main" id="{DFFFB2FF-48E7-4A9A-BF34-89C2D804BF8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6820">
            <a:solidFill>
              <a:srgbClr val="FFFFFF"/>
            </a:solidFill>
            <a:prstDash val="solid"/>
          </a:ln>
        </p:spPr>
      </p:sp>
      <p:sp>
        <p:nvSpPr>
          <p:cNvPr id="11" name="!!flow-1-icon-3">
            <a:extLst xmlns:a="http://schemas.openxmlformats.org/drawingml/2006/main">
              <a:ext uri="{FF2B5EF4-FFF2-40B4-BE49-F238E27FC236}">
                <a16:creationId xmlns:a16="http://schemas.microsoft.com/office/drawing/2014/main" id="{6AF612FB-1DCE-43DC-BED1-002E001B17E4}"/>
              </a:ext>
            </a:extLst>
          </p:cNvPr>
          <p:cNvSpPr>
            <a:spLocks xmlns:a="http://schemas.openxmlformats.org/drawingml/2006/main" noGrp="1"/>
          </p:cNvSpPr>
          <p:nvPr/>
        </p:nvSpPr>
        <p:spPr>
          <a:xfrm xmlns:a="http://schemas.openxmlformats.org/drawingml/2006/main">
            <a:off x="4025075" y="2739200"/>
            <a:ext cx="750951" cy="750951"/>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6820">
            <a:solidFill>
              <a:srgbClr val="FFFFFF"/>
            </a:solidFill>
            <a:prstDash val="solid"/>
          </a:ln>
        </p:spPr>
      </p:sp>
      <p:sp>
        <p:nvSpPr>
          <p:cNvPr id="12" name="!!flow-label-1">
            <a:extLst xmlns:a="http://schemas.openxmlformats.org/drawingml/2006/main">
              <a:ext uri="{FF2B5EF4-FFF2-40B4-BE49-F238E27FC236}">
                <a16:creationId xmlns:a16="http://schemas.microsoft.com/office/drawing/2014/main" id="{87E49A49-75EB-44D7-9411-9CF7DC7E6BED}"/>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Ảnh và</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tài liệu</a:t>
            </a:r>
          </a:p>
        </p:txBody>
      </p:sp>
      <p:cxnSp>
        <p:nvCxnSpPr>
          <p:cNvPr id="29"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note">
            <a:extLst xmlns:a="http://schemas.openxmlformats.org/drawingml/2006/main">
              <a:ext uri="{FF2B5EF4-FFF2-40B4-BE49-F238E27FC236}">
                <a16:creationId xmlns:a16="http://schemas.microsoft.com/office/drawing/2014/main" id="{6C76051F-90CA-4B16-B5DE-FED728A4CCCC}"/>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Tệp có nguồn khai báo và ngày tài liệu</a:t>
            </a:r>
          </a:p>
        </p:txBody>
      </p:sp>
      <p:sp>
        <p:nvSpPr>
          <p:cNvPr id="15" name="!!page">
            <a:extLst xmlns:a="http://schemas.openxmlformats.org/drawingml/2006/main">
              <a:ext uri="{FF2B5EF4-FFF2-40B4-BE49-F238E27FC236}">
                <a16:creationId xmlns:a16="http://schemas.microsoft.com/office/drawing/2014/main" id="{245AC9C6-3D3B-4F89-9081-B388091200E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16" name="!!caption">
            <a:extLst xmlns:a="http://schemas.openxmlformats.org/drawingml/2006/main">
              <a:ext uri="{FF2B5EF4-FFF2-40B4-BE49-F238E27FC236}">
                <a16:creationId xmlns:a16="http://schemas.microsoft.com/office/drawing/2014/main" id="{F703F0EF-AB4C-4831-A7A9-707D7AB415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1728552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668ea16c213a46e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9E248DF-E4DB-4D7D-82C2-081F460A33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988D9F8-6246-4843-892F-AAE5A858E2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57BB9DA-C9ED-457D-9524-D8EAB545C29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86E1B8C7-D91D-4F23-96AB-1BD7376BC891}"/>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8F572B67-CDE3-4B12-879D-7EC6B820C859}"/>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D24B12CB-B5C6-4FF2-9010-B38AD9C27E56}"/>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3B30BCB3-F400-4D99-A517-FFE6019BDB91}"/>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988193AD-6E01-42A6-962F-AE773AA1359A}"/>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687500D2-9503-4453-8C22-18D78D8BA738}"/>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457C7FAA-47BC-4291-AE2F-8DF9FB04AD7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08E92A04-CE36-463A-B7E5-6E661C7E2785}"/>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34"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76C38FAF-A8D5-45EA-B894-FF9579A5CB6E}"/>
              </a:ext>
            </a:extLst>
          </p:cNvPr>
          <p:cNvSpPr>
            <a:spLocks xmlns:a="http://schemas.openxmlformats.org/drawingml/2006/main" noGrp="1"/>
          </p:cNvSpPr>
          <p:nvPr/>
        </p:nvSpPr>
        <p:spPr>
          <a:xfrm xmlns:a="http://schemas.openxmlformats.org/drawingml/2006/main">
            <a:off x="6496050"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flow-2-icon-0">
            <a:extLst xmlns:a="http://schemas.openxmlformats.org/drawingml/2006/main">
              <a:ext uri="{FF2B5EF4-FFF2-40B4-BE49-F238E27FC236}">
                <a16:creationId xmlns:a16="http://schemas.microsoft.com/office/drawing/2014/main" id="{588E7BA8-D0FD-4FFF-BDB9-14D9EA2A8CCC}"/>
              </a:ext>
            </a:extLst>
          </p:cNvPr>
          <p:cNvSpPr>
            <a:spLocks xmlns:a="http://schemas.openxmlformats.org/drawingml/2006/main" noGrp="1"/>
          </p:cNvSpPr>
          <p:nvPr/>
        </p:nvSpPr>
        <p:spPr>
          <a:xfrm xmlns:a="http://schemas.openxmlformats.org/drawingml/2006/main">
            <a:off x="6878479" y="2801779"/>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6" name="!!flow-2-icon-1">
            <a:extLst xmlns:a="http://schemas.openxmlformats.org/drawingml/2006/main">
              <a:ext uri="{FF2B5EF4-FFF2-40B4-BE49-F238E27FC236}">
                <a16:creationId xmlns:a16="http://schemas.microsoft.com/office/drawing/2014/main" id="{AA69A3A4-849C-4964-8D49-F569A967D54F}"/>
              </a:ext>
            </a:extLst>
          </p:cNvPr>
          <p:cNvSpPr>
            <a:spLocks xmlns:a="http://schemas.openxmlformats.org/drawingml/2006/main" noGrp="1"/>
          </p:cNvSpPr>
          <p:nvPr/>
        </p:nvSpPr>
        <p:spPr>
          <a:xfrm xmlns:a="http://schemas.openxmlformats.org/drawingml/2006/main">
            <a:off x="6815900" y="2739200"/>
            <a:ext cx="750951" cy="750951"/>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6820">
            <a:solidFill>
              <a:srgbClr val="FFFFFF"/>
            </a:solidFill>
            <a:prstDash val="solid"/>
          </a:ln>
        </p:spPr>
      </p:sp>
      <p:sp>
        <p:nvSpPr>
          <p:cNvPr id="17" name="!!flow-label-2">
            <a:extLst xmlns:a="http://schemas.openxmlformats.org/drawingml/2006/main">
              <a:ext uri="{FF2B5EF4-FFF2-40B4-BE49-F238E27FC236}">
                <a16:creationId xmlns:a16="http://schemas.microsoft.com/office/drawing/2014/main" id="{FF0DCC9F-398F-49EC-AD3D-9DFDD7FA85E9}"/>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Lịch sử</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hành trình</a:t>
            </a:r>
          </a:p>
        </p:txBody>
      </p:sp>
      <p:cxnSp>
        <p:nvCxnSpPr>
          <p:cNvPr id="39"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note">
            <a:extLst xmlns:a="http://schemas.openxmlformats.org/drawingml/2006/main">
              <a:ext uri="{FF2B5EF4-FFF2-40B4-BE49-F238E27FC236}">
                <a16:creationId xmlns:a16="http://schemas.microsoft.com/office/drawing/2014/main" id="{9B0802FA-417B-4645-AE7F-AC0E89972014}"/>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Thêm mốc mới để đính chính lịch sử</a:t>
            </a:r>
          </a:p>
        </p:txBody>
      </p:sp>
      <p:sp>
        <p:nvSpPr>
          <p:cNvPr id="20" name="!!page">
            <a:extLst xmlns:a="http://schemas.openxmlformats.org/drawingml/2006/main">
              <a:ext uri="{FF2B5EF4-FFF2-40B4-BE49-F238E27FC236}">
                <a16:creationId xmlns:a16="http://schemas.microsoft.com/office/drawing/2014/main" id="{4E357505-DDEC-406C-A729-0D2B65D3D55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1" name="!!caption">
            <a:extLst xmlns:a="http://schemas.openxmlformats.org/drawingml/2006/main">
              <a:ext uri="{FF2B5EF4-FFF2-40B4-BE49-F238E27FC236}">
                <a16:creationId xmlns:a16="http://schemas.microsoft.com/office/drawing/2014/main" id="{313FF846-1246-46A2-BEEE-80614E1077E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7821665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44292af2a80646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1B6C701-040F-4C75-B705-E7AA9D949D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8FDE34-9454-4C12-9A0D-6F19B4A2A56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B81630B7-00DB-472D-84F1-8F97F516247C}"/>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0078BEEC-D0E9-42E1-BD4A-0EF0E4A04B22}"/>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D65422E2-EA2F-40A0-AE2F-4A41493DEF65}"/>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635E3DEE-DE49-4CB7-BFE9-2A818E6EB573}"/>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67BE1923-77BC-468D-AB6E-1FE276D2F4D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3299E0F0-083E-4A48-A57A-8BA211E4CD8C}"/>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3117F1D5-91AA-40C2-B079-33F5C1C033CD}"/>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008C68AB-FE79-4CD9-8631-DD0790D1EF96}"/>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73AAE066-BA7C-42A3-B413-1D80D654C156}"/>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F5F6A740-2D0D-4231-9F95-D5E9B35001CF}"/>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36D523C-82AC-4716-BCCE-F9ABBFB06F8B}"/>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6286C6F9-19FE-4138-9AB7-D75B43A57574}"/>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5963FC1A-02F8-464B-A721-F271DDDFB09F}"/>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955A04C3-9907-48B6-9E58-31BF728217C8}"/>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4CF43A53-0404-4C2D-B5F4-05AF649CB90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C275B2D2-F23E-4556-BBFF-6202BA8FFC3A}"/>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B5A88CE0-0E16-44E9-9D43-AAEE88178B2C}"/>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9913B213-81CF-4AE7-87D7-8E75E9135392}"/>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F023068A-A176-4C2F-BA7E-C7CDE08BDB01}"/>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179B95FC-C5F2-410F-B27A-799AB3504975}"/>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F311CD3D-7F98-4924-830A-9A913C2C5E9D}"/>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40616EF1-4437-4D58-9998-0168C239C2B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15CCF6F1-6FF3-4CFD-9520-37F7F9BE820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95393721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22ca64a8f4b5428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37E5C75-3D37-4486-8F1E-F70D7868300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15" name="!!workspace"/>
          <p:cNvPicPr>
            <a:picLocks xmlns:a="http://schemas.openxmlformats.org/drawingml/2006/main" noChangeAspect="1"/>
          </p:cNvPicPr>
          <p:nvPr/>
        </p:nvPicPr>
        <p:blipFill>
          <a:blip xmlns:r="http://schemas.openxmlformats.org/officeDocument/2006/relationships" xmlns:a="http://schemas.openxmlformats.org/drawingml/2006/main" r:embed="R9efb4f26c1d04173"/>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0A195C37-1768-4DF5-B498-C0E580C241B5}"/>
              </a:ext>
            </a:extLst>
          </p:cNvPr>
          <p:cNvSpPr>
            <a:spLocks xmlns:a="http://schemas.openxmlformats.org/drawingml/2006/main" noGrp="1"/>
          </p:cNvSpPr>
          <p:nvPr/>
        </p:nvSpPr>
        <p:spPr>
          <a:xfrm xmlns:a="http://schemas.openxmlformats.org/drawingml/2006/main">
            <a:off x="609600" y="201930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field-0-icon-0">
            <a:extLst xmlns:a="http://schemas.openxmlformats.org/drawingml/2006/main">
              <a:ext uri="{FF2B5EF4-FFF2-40B4-BE49-F238E27FC236}">
                <a16:creationId xmlns:a16="http://schemas.microsoft.com/office/drawing/2014/main" id="{2048F414-A9A5-4426-9169-F7B255673CF2}"/>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6" name="!!field-0-icon-1">
            <a:extLst xmlns:a="http://schemas.openxmlformats.org/drawingml/2006/main">
              <a:ext uri="{FF2B5EF4-FFF2-40B4-BE49-F238E27FC236}">
                <a16:creationId xmlns:a16="http://schemas.microsoft.com/office/drawing/2014/main" id="{2618E72A-F72F-42D0-B0B5-D798C5E2C8AC}"/>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7" name="!!field-0-icon-2">
            <a:extLst xmlns:a="http://schemas.openxmlformats.org/drawingml/2006/main">
              <a:ext uri="{FF2B5EF4-FFF2-40B4-BE49-F238E27FC236}">
                <a16:creationId xmlns:a16="http://schemas.microsoft.com/office/drawing/2014/main" id="{C880A168-7471-4CC3-857E-E322D725B140}"/>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8" name="!!field-0-icon-3">
            <a:extLst xmlns:a="http://schemas.openxmlformats.org/drawingml/2006/main">
              <a:ext uri="{FF2B5EF4-FFF2-40B4-BE49-F238E27FC236}">
                <a16:creationId xmlns:a16="http://schemas.microsoft.com/office/drawing/2014/main" id="{152710A8-9CC8-469B-91AA-3CE28C21F717}"/>
              </a:ext>
            </a:extLst>
          </p:cNvPr>
          <p:cNvSpPr>
            <a:spLocks xmlns:a="http://schemas.openxmlformats.org/drawingml/2006/main" noGrp="1"/>
          </p:cNvSpPr>
          <p:nvPr/>
        </p:nvSpPr>
        <p:spPr>
          <a:xfrm xmlns:a="http://schemas.openxmlformats.org/drawingml/2006/main">
            <a:off x="749808" y="2159508"/>
            <a:ext cx="329184" cy="329184"/>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9" name="!!field-label-0">
            <a:extLst xmlns:a="http://schemas.openxmlformats.org/drawingml/2006/main">
              <a:ext uri="{FF2B5EF4-FFF2-40B4-BE49-F238E27FC236}">
                <a16:creationId xmlns:a16="http://schemas.microsoft.com/office/drawing/2014/main" id="{29C1DFAA-DF35-45A2-9964-31E2D21594E1}"/>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9856343-6B5D-4016-917A-1C4B99800D6D}"/>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MAU-2026-01</a:t>
            </a:r>
          </a:p>
        </p:txBody>
      </p:sp>
      <p:sp>
        <p:nvSpPr>
          <p:cNvPr id="11" name="!!page">
            <a:extLst xmlns:a="http://schemas.openxmlformats.org/drawingml/2006/main">
              <a:ext uri="{FF2B5EF4-FFF2-40B4-BE49-F238E27FC236}">
                <a16:creationId xmlns:a16="http://schemas.microsoft.com/office/drawing/2014/main" id="{4B743E3A-9CF4-4D6F-9C6D-1B9ECC2C97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2" name="!!caption">
            <a:extLst xmlns:a="http://schemas.openxmlformats.org/drawingml/2006/main">
              <a:ext uri="{FF2B5EF4-FFF2-40B4-BE49-F238E27FC236}">
                <a16:creationId xmlns:a16="http://schemas.microsoft.com/office/drawing/2014/main" id="{CE966382-3782-4CE5-A8B8-83455F8633A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9505017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c5cfc69f95c743e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164729F-871E-429B-9FA7-9290782B460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0" name="!!workspace"/>
          <p:cNvPicPr>
            <a:picLocks xmlns:a="http://schemas.openxmlformats.org/drawingml/2006/main" noChangeAspect="1"/>
          </p:cNvPicPr>
          <p:nvPr/>
        </p:nvPicPr>
        <p:blipFill>
          <a:blip xmlns:r="http://schemas.openxmlformats.org/officeDocument/2006/relationships" xmlns:a="http://schemas.openxmlformats.org/drawingml/2006/main" r:embed="R7e666fadc02e4c7b"/>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E42B38AE-91F9-4753-9B5D-F13428E2C297}"/>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B5BBB76C-E99F-43DF-ABB5-EA59151F377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9D90A31-A7B4-45CF-B177-C848BEF436EC}"/>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0B51CC33-22C0-41D7-8DE3-685FF98A692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386E07FB-4A18-4D06-B093-73F5E3DF5BE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E47EE912-C399-48F5-8855-3F40D89FB47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D576285E-FA30-46E6-B08F-CFB33E8ABD2A}"/>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12A74E9E-F3E8-46D0-978B-FE52C32882B0}"/>
              </a:ext>
            </a:extLst>
          </p:cNvPr>
          <p:cNvSpPr>
            <a:spLocks xmlns:a="http://schemas.openxmlformats.org/drawingml/2006/main" noGrp="1"/>
          </p:cNvSpPr>
          <p:nvPr/>
        </p:nvSpPr>
        <p:spPr>
          <a:xfrm xmlns:a="http://schemas.openxmlformats.org/drawingml/2006/main">
            <a:off x="609600" y="301942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field-1-icon-0">
            <a:extLst xmlns:a="http://schemas.openxmlformats.org/drawingml/2006/main">
              <a:ext uri="{FF2B5EF4-FFF2-40B4-BE49-F238E27FC236}">
                <a16:creationId xmlns:a16="http://schemas.microsoft.com/office/drawing/2014/main" id="{96741904-1245-4D8D-B300-6F5879A923E2}"/>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13" name="!!field-1-icon-1">
            <a:extLst xmlns:a="http://schemas.openxmlformats.org/drawingml/2006/main">
              <a:ext uri="{FF2B5EF4-FFF2-40B4-BE49-F238E27FC236}">
                <a16:creationId xmlns:a16="http://schemas.microsoft.com/office/drawing/2014/main" id="{0450DE4D-59A2-4D6C-9576-9777D22B9163}"/>
              </a:ext>
            </a:extLst>
          </p:cNvPr>
          <p:cNvSpPr>
            <a:spLocks xmlns:a="http://schemas.openxmlformats.org/drawingml/2006/main" noGrp="1"/>
          </p:cNvSpPr>
          <p:nvPr/>
        </p:nvSpPr>
        <p:spPr>
          <a:xfrm xmlns:a="http://schemas.openxmlformats.org/drawingml/2006/main">
            <a:off x="749808" y="3159633"/>
            <a:ext cx="329184" cy="329184"/>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14" name="!!field-label-1">
            <a:extLst xmlns:a="http://schemas.openxmlformats.org/drawingml/2006/main">
              <a:ext uri="{FF2B5EF4-FFF2-40B4-BE49-F238E27FC236}">
                <a16:creationId xmlns:a16="http://schemas.microsoft.com/office/drawing/2014/main" id="{FB945FA7-23A4-4B7F-B638-510A4C979AAF}"/>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3848E48A-9BF5-4EE9-933F-6F68B275B086}"/>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HTX minh họa</a:t>
            </a:r>
          </a:p>
        </p:txBody>
      </p:sp>
      <p:sp>
        <p:nvSpPr>
          <p:cNvPr id="16" name="!!page">
            <a:extLst xmlns:a="http://schemas.openxmlformats.org/drawingml/2006/main">
              <a:ext uri="{FF2B5EF4-FFF2-40B4-BE49-F238E27FC236}">
                <a16:creationId xmlns:a16="http://schemas.microsoft.com/office/drawing/2014/main" id="{72AEB82A-C832-4C55-A394-1FFBBD52F08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17" name="!!caption">
            <a:extLst xmlns:a="http://schemas.openxmlformats.org/drawingml/2006/main">
              <a:ext uri="{FF2B5EF4-FFF2-40B4-BE49-F238E27FC236}">
                <a16:creationId xmlns:a16="http://schemas.microsoft.com/office/drawing/2014/main" id="{AFBA5897-EFA2-419A-BCCF-6E1A07105BF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16795397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2a900d89b1a0489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9556EB3-9C59-4A63-B733-DF48E9D983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26" name="!!workspace"/>
          <p:cNvPicPr>
            <a:picLocks xmlns:a="http://schemas.openxmlformats.org/drawingml/2006/main" noChangeAspect="1"/>
          </p:cNvPicPr>
          <p:nvPr/>
        </p:nvPicPr>
        <p:blipFill>
          <a:blip xmlns:r="http://schemas.openxmlformats.org/officeDocument/2006/relationships" xmlns:a="http://schemas.openxmlformats.org/drawingml/2006/main" r:embed="Rfd78ef7837f54106"/>
          <a:stretch xmlns:a="http://schemas.openxmlformats.org/drawingml/2006/main"/>
        </p:blipFill>
        <p:spPr>
          <a:xfrm xmlns:a="http://schemas.openxmlformats.org/drawingml/2006/main">
            <a:off x="7728343" y="2276475"/>
            <a:ext cx="3212313" cy="23622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463FD819-AAD2-4908-84BD-800CB4A91A6D}"/>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5750A98A-5390-47CD-82A3-C3A6F6069712}"/>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EDBAF9D3-5D20-4917-9892-52B678C94BFA}"/>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95696BB3-E553-40DE-8FCA-E42E7E738547}"/>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935D130A-8169-460D-ACE0-A68D2CEC6029}"/>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19DC4C73-E685-4591-A01D-2B76365C0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2F1F333-1B49-4603-8342-9C3734068CCF}"/>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053908F2-E4AE-4B26-9FE3-24410D3D8651}"/>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5C29F7AF-2DBC-4748-A1C3-8848AFFB2701}"/>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24682CB-EC38-485B-B925-A9D47BF55DCB}"/>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F2A023FA-25E0-43BF-947F-7DC823AB6A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0C402275-1BBF-4D75-8414-24560E17352E}"/>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660AA03-5114-4FCE-9D72-3F31B9F11B04}"/>
              </a:ext>
            </a:extLst>
          </p:cNvPr>
          <p:cNvSpPr>
            <a:spLocks xmlns:a="http://schemas.openxmlformats.org/drawingml/2006/main" noGrp="1"/>
          </p:cNvSpPr>
          <p:nvPr/>
        </p:nvSpPr>
        <p:spPr>
          <a:xfrm xmlns:a="http://schemas.openxmlformats.org/drawingml/2006/main">
            <a:off x="609600" y="4019550"/>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field-2-icon-0">
            <a:extLst xmlns:a="http://schemas.openxmlformats.org/drawingml/2006/main">
              <a:ext uri="{FF2B5EF4-FFF2-40B4-BE49-F238E27FC236}">
                <a16:creationId xmlns:a16="http://schemas.microsoft.com/office/drawing/2014/main" id="{1FD9A051-E085-4A92-953E-55363CCF1D3E}"/>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8" name="!!field-2-icon-1">
            <a:extLst xmlns:a="http://schemas.openxmlformats.org/drawingml/2006/main">
              <a:ext uri="{FF2B5EF4-FFF2-40B4-BE49-F238E27FC236}">
                <a16:creationId xmlns:a16="http://schemas.microsoft.com/office/drawing/2014/main" id="{FDF28FA5-592C-45E8-83B6-15EB9A80864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19" name="!!field-2-icon-2">
            <a:extLst xmlns:a="http://schemas.openxmlformats.org/drawingml/2006/main">
              <a:ext uri="{FF2B5EF4-FFF2-40B4-BE49-F238E27FC236}">
                <a16:creationId xmlns:a16="http://schemas.microsoft.com/office/drawing/2014/main" id="{8B6F4FB4-011E-4920-9379-B5A70F30290F}"/>
              </a:ext>
            </a:extLst>
          </p:cNvPr>
          <p:cNvSpPr>
            <a:spLocks xmlns:a="http://schemas.openxmlformats.org/drawingml/2006/main" noGrp="1"/>
          </p:cNvSpPr>
          <p:nvPr/>
        </p:nvSpPr>
        <p:spPr>
          <a:xfrm xmlns:a="http://schemas.openxmlformats.org/drawingml/2006/main">
            <a:off x="749808" y="4159758"/>
            <a:ext cx="329184" cy="329184"/>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sp>
        <p:nvSpPr>
          <p:cNvPr id="20" name="!!field-label-2">
            <a:extLst xmlns:a="http://schemas.openxmlformats.org/drawingml/2006/main">
              <a:ext uri="{FF2B5EF4-FFF2-40B4-BE49-F238E27FC236}">
                <a16:creationId xmlns:a16="http://schemas.microsoft.com/office/drawing/2014/main" id="{E4D79A17-9F61-4539-B765-C6204D957A45}"/>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6D194A71-5738-4C11-AA7B-89D68992928B}"/>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Ri6, 850 kg</a:t>
            </a:r>
          </a:p>
        </p:txBody>
      </p:sp>
      <p:sp>
        <p:nvSpPr>
          <p:cNvPr id="22" name="!!page">
            <a:extLst xmlns:a="http://schemas.openxmlformats.org/drawingml/2006/main">
              <a:ext uri="{FF2B5EF4-FFF2-40B4-BE49-F238E27FC236}">
                <a16:creationId xmlns:a16="http://schemas.microsoft.com/office/drawing/2014/main" id="{0A9E0D5F-F090-444E-A8AE-5EC590EF84F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3" name="!!caption">
            <a:extLst xmlns:a="http://schemas.openxmlformats.org/drawingml/2006/main">
              <a:ext uri="{FF2B5EF4-FFF2-40B4-BE49-F238E27FC236}">
                <a16:creationId xmlns:a16="http://schemas.microsoft.com/office/drawing/2014/main" id="{1EF36F30-CDAB-42CD-ABDB-6F38271F132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211838265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40597e9d477e48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92274170-0928-48C1-B134-6CD086D6204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b68ccb7da2bb4358"/>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86DC6235-E702-4A3F-A0D9-FF6F6E1C87F5}"/>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3DACEEC6-2F5B-4757-83A7-8B155C23877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D1686435-C82F-47C9-8D26-16432BE81128}"/>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DADFBD44-78AC-4E5E-A3E6-F8E8686405B3}"/>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F7D95622-A117-4861-A7CE-14C0C8960F6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4B65255D-0DFC-4BEC-B93C-2C1E00AABEFA}"/>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50639EF9-9C3B-451A-A0BE-DF22073CCD57}"/>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A8D7A4B3-ABA7-4613-8A81-E976B6BED79C}"/>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41865AAD-CB00-4212-867A-602580022467}"/>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E083D446-820B-443B-97E2-21304C4A1C9D}"/>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6E1A9485-8DA0-49A0-935E-94DF45921CA1}"/>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240C05A7-6F2D-41A4-B9CA-E1EF950DEB1F}"/>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0D8BC5C1-7E01-4ADF-8BD0-523EF05F92A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D5348BC1-641E-4735-923D-99A2CDF6ACF1}"/>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DF5817AC-6575-41EF-8F26-C30D1065F797}"/>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ECD037A-6A7F-450B-87F2-83D4B4CE6A78}"/>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E8D48193-882C-4CF5-BBC6-94EA7BF0F95B}"/>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55CF44CF-8064-4CCE-BC99-35182BA07B0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155253CC-45D7-4715-8D5A-E9EEF41C6C3D}"/>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02B2FFF1-B3AE-475F-B0C5-55E547D74E4E}"/>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17717AF6-5337-43F9-B752-DDB06A4DA893}"/>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232E541F-B89A-4C73-B23C-1549121CED5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7F68A776-FAFE-4995-BD59-79DABA13F873}"/>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28/09/2026</a:t>
            </a:r>
          </a:p>
        </p:txBody>
      </p:sp>
      <p:sp>
        <p:nvSpPr>
          <p:cNvPr id="27" name="!!page">
            <a:extLst xmlns:a="http://schemas.openxmlformats.org/drawingml/2006/main">
              <a:ext uri="{FF2B5EF4-FFF2-40B4-BE49-F238E27FC236}">
                <a16:creationId xmlns:a16="http://schemas.microsoft.com/office/drawing/2014/main" id="{F6323C3B-D82F-41A1-8401-DB4F51C0BC2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0B0B47BF-D2FC-4AC8-B60B-7935710401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6533681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78ffdda9a1af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542639E-99D0-438E-9985-FD95BF2FA24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31F408A-CE97-4F3E-9D18-1B6DBD01C441}"/>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file-icon-0">
            <a:extLst xmlns:a="http://schemas.openxmlformats.org/drawingml/2006/main">
              <a:ext uri="{FF2B5EF4-FFF2-40B4-BE49-F238E27FC236}">
                <a16:creationId xmlns:a16="http://schemas.microsoft.com/office/drawing/2014/main" id="{1EBE14CE-4280-4839-A240-39A22805293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5" name="!!file-label">
            <a:extLst xmlns:a="http://schemas.openxmlformats.org/drawingml/2006/main">
              <a:ext uri="{FF2B5EF4-FFF2-40B4-BE49-F238E27FC236}">
                <a16:creationId xmlns:a16="http://schemas.microsoft.com/office/drawing/2014/main" id="{CB408C22-44F4-4E8F-90C6-33FCD19447D7}"/>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4C9A30CF-B2F5-4EBB-BE83-3EA023D9DE27}"/>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page">
            <a:extLst xmlns:a="http://schemas.openxmlformats.org/drawingml/2006/main">
              <a:ext uri="{FF2B5EF4-FFF2-40B4-BE49-F238E27FC236}">
                <a16:creationId xmlns:a16="http://schemas.microsoft.com/office/drawing/2014/main" id="{C308E1EB-EA4F-4B6C-889A-DD795EF5D38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8" name="!!caption">
            <a:extLst xmlns:a="http://schemas.openxmlformats.org/drawingml/2006/main">
              <a:ext uri="{FF2B5EF4-FFF2-40B4-BE49-F238E27FC236}">
                <a16:creationId xmlns:a16="http://schemas.microsoft.com/office/drawing/2014/main" id="{08EB7D78-5C98-4895-BA63-E91FFA12F69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0017123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5" name="!!backdrop"/>
          <p:cNvPicPr>
            <a:picLocks xmlns:a="http://schemas.openxmlformats.org/drawingml/2006/main" noChangeAspect="1"/>
          </p:cNvPicPr>
          <p:nvPr/>
        </p:nvPicPr>
        <p:blipFill>
          <a:blip xmlns:r="http://schemas.openxmlformats.org/officeDocument/2006/relationships" xmlns:a="http://schemas.openxmlformats.org/drawingml/2006/main" r:embed="R13c21cbe068e450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7B7AD4E-E7FA-4E68-AA2E-5AD5C9005DE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1EA379D0-E73D-48E3-B38B-BFEEF0198BC7}"/>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1A1B55B9-D1D6-4D5E-BA92-D77FB76A65E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DCC3D280-5BDA-4BCC-BAC8-5263D9FCF1B5}"/>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B4BBC7BB-9C74-4132-98F8-9094DFDD69E4}"/>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D75B05F7-7368-4F4B-BF1F-E11D59846552}"/>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8" name="!!source-icon-0">
            <a:extLst xmlns:a="http://schemas.openxmlformats.org/drawingml/2006/main">
              <a:ext uri="{FF2B5EF4-FFF2-40B4-BE49-F238E27FC236}">
                <a16:creationId xmlns:a16="http://schemas.microsoft.com/office/drawing/2014/main" id="{CC4CBAC6-6A98-4F83-954D-0FCE5C16C86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9" name="!!source-icon-1">
            <a:extLst xmlns:a="http://schemas.openxmlformats.org/drawingml/2006/main">
              <a:ext uri="{FF2B5EF4-FFF2-40B4-BE49-F238E27FC236}">
                <a16:creationId xmlns:a16="http://schemas.microsoft.com/office/drawing/2014/main" id="{8BE7D05F-048B-4AF5-B645-7DAAC64B25E6}"/>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0" name="!!source-icon-2">
            <a:extLst xmlns:a="http://schemas.openxmlformats.org/drawingml/2006/main">
              <a:ext uri="{FF2B5EF4-FFF2-40B4-BE49-F238E27FC236}">
                <a16:creationId xmlns:a16="http://schemas.microsoft.com/office/drawing/2014/main" id="{EC046439-55C7-4D66-A7F4-C81F4C6B532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1" name="!!source-label">
            <a:extLst xmlns:a="http://schemas.openxmlformats.org/drawingml/2006/main">
              <a:ext uri="{FF2B5EF4-FFF2-40B4-BE49-F238E27FC236}">
                <a16:creationId xmlns:a16="http://schemas.microsoft.com/office/drawing/2014/main" id="{C923DB4B-CEF7-4AA1-9629-84A078D2DE3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AEB5655A-8981-45F4-B949-FD65FC79B074}"/>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page">
            <a:extLst xmlns:a="http://schemas.openxmlformats.org/drawingml/2006/main">
              <a:ext uri="{FF2B5EF4-FFF2-40B4-BE49-F238E27FC236}">
                <a16:creationId xmlns:a16="http://schemas.microsoft.com/office/drawing/2014/main" id="{EF5A2D4C-EB61-4110-A4D4-1CBE2303D61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14" name="!!caption">
            <a:extLst xmlns:a="http://schemas.openxmlformats.org/drawingml/2006/main">
              <a:ext uri="{FF2B5EF4-FFF2-40B4-BE49-F238E27FC236}">
                <a16:creationId xmlns:a16="http://schemas.microsoft.com/office/drawing/2014/main" id="{D75CDD06-4CD6-4647-9E9F-374C106BBC9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5115788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c948fcd9ccf4fb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13253460-A0E9-4524-9F8C-C670938073D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43FFB31B-2E2C-473D-B03C-55F0930F33AE}"/>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CAA99B04-C804-4845-9600-D36FC553D97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ADADE0F-8E19-4A6B-AEEC-E2FDC2C8DFB4}"/>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05F3561C-980E-461E-9CF6-7A9CC4A44F60}"/>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9E2C348E-8C4F-4A7D-854B-A7C9B311CDF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1C4F0068-4BE5-4A68-BD9B-F9EF1204453F}"/>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3340259C-7BC4-49D7-8382-B99D12ADE0E8}"/>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94ABFC35-AA72-4660-BBA3-EBA6A573FFD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EAD13938-67B9-4860-AF16-DAAC836EEB65}"/>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B438FECC-5A81-489C-8FE0-9F63E51C0426}"/>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51A65AB1-F888-4EC6-95D3-71DB7BA8FC3E}"/>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3952499A-F168-4723-B56D-F543D1D5279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E982CF63-F451-4014-B0E7-D5FD28682FB3}"/>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B09C73C1-423F-4EA1-8F01-DD4B518DF2A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FBE08A02-2ACD-4BC3-93A2-4AFF7658607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4B5783-5ABA-4792-B1AE-4F5BA1ACC597}"/>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4F312343-07E6-4D38-9BDC-F14FD81812DD}"/>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C8100AD6-9B4B-4C05-9380-12742F799EE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DBE96278-0F7A-48C7-B70A-DB3D398C380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8803051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40653d5ba3e48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F361834-8623-4D08-9C3A-D3E4320AF15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6FF58CE-3F98-498A-8808-F08AA249CBB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F077F8EB-968C-4DA6-8257-CCBD32EB04D1}"/>
              </a:ext>
            </a:extLst>
          </p:cNvPr>
          <p:cNvSpPr>
            <a:spLocks xmlns:a="http://schemas.openxmlformats.org/drawingml/2006/main" noGrp="1"/>
          </p:cNvSpPr>
          <p:nvPr/>
        </p:nvSpPr>
        <p:spPr>
          <a:xfrm xmlns:a="http://schemas.openxmlformats.org/drawingml/2006/main">
            <a:off x="91440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event-0-icon-0">
            <a:extLst xmlns:a="http://schemas.openxmlformats.org/drawingml/2006/main">
              <a:ext uri="{FF2B5EF4-FFF2-40B4-BE49-F238E27FC236}">
                <a16:creationId xmlns:a16="http://schemas.microsoft.com/office/drawing/2014/main" id="{96ED512F-0B66-4ADC-BBE8-F7D325D24FE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6820">
            <a:solidFill>
              <a:srgbClr val="FFFFFF"/>
            </a:solidFill>
            <a:prstDash val="solid"/>
          </a:ln>
        </p:spPr>
      </p:sp>
      <p:sp>
        <p:nvSpPr>
          <p:cNvPr id="6" name="!!event-0-icon-1">
            <a:extLst xmlns:a="http://schemas.openxmlformats.org/drawingml/2006/main">
              <a:ext uri="{FF2B5EF4-FFF2-40B4-BE49-F238E27FC236}">
                <a16:creationId xmlns:a16="http://schemas.microsoft.com/office/drawing/2014/main" id="{3242E2A2-8404-43E4-B565-2F0BE815CE23}"/>
              </a:ext>
            </a:extLst>
          </p:cNvPr>
          <p:cNvSpPr>
            <a:spLocks xmlns:a="http://schemas.openxmlformats.org/drawingml/2006/main" noGrp="1"/>
          </p:cNvSpPr>
          <p:nvPr/>
        </p:nvSpPr>
        <p:spPr>
          <a:xfrm xmlns:a="http://schemas.openxmlformats.org/drawingml/2006/main">
            <a:off x="1234249" y="2434400"/>
            <a:ext cx="750951" cy="750951"/>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6820">
            <a:solidFill>
              <a:srgbClr val="FFFFFF"/>
            </a:solidFill>
            <a:prstDash val="solid"/>
          </a:ln>
        </p:spPr>
      </p:sp>
      <p:sp>
        <p:nvSpPr>
          <p:cNvPr id="7" name="!!event-label-0">
            <a:extLst xmlns:a="http://schemas.openxmlformats.org/drawingml/2006/main">
              <a:ext uri="{FF2B5EF4-FFF2-40B4-BE49-F238E27FC236}">
                <a16:creationId xmlns:a16="http://schemas.microsoft.com/office/drawing/2014/main" id="{37E115D5-35F1-4FE7-8571-4C8BB5B698D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hoạch</a:t>
            </a:r>
          </a:p>
        </p:txBody>
      </p:sp>
      <p:sp>
        <p:nvSpPr>
          <p:cNvPr id="8" name="!!date-0">
            <a:extLst xmlns:a="http://schemas.openxmlformats.org/drawingml/2006/main">
              <a:ext uri="{FF2B5EF4-FFF2-40B4-BE49-F238E27FC236}">
                <a16:creationId xmlns:a16="http://schemas.microsoft.com/office/drawing/2014/main" id="{899FE5C3-B7A4-46FD-980C-E74A1AFF5F34}"/>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9" name="!!history-conclusion">
            <a:extLst xmlns:a="http://schemas.openxmlformats.org/drawingml/2006/main">
              <a:ext uri="{FF2B5EF4-FFF2-40B4-BE49-F238E27FC236}">
                <a16:creationId xmlns:a16="http://schemas.microsoft.com/office/drawing/2014/main" id="{2958A4B4-F0BB-4F22-A29C-E025655D403A}"/>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0" name="!!page">
            <a:extLst xmlns:a="http://schemas.openxmlformats.org/drawingml/2006/main">
              <a:ext uri="{FF2B5EF4-FFF2-40B4-BE49-F238E27FC236}">
                <a16:creationId xmlns:a16="http://schemas.microsoft.com/office/drawing/2014/main" id="{CDA53B32-1B52-40D6-924D-BCF2D2F74ED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1" name="!!caption">
            <a:extLst xmlns:a="http://schemas.openxmlformats.org/drawingml/2006/main">
              <a:ext uri="{FF2B5EF4-FFF2-40B4-BE49-F238E27FC236}">
                <a16:creationId xmlns:a16="http://schemas.microsoft.com/office/drawing/2014/main" id="{4DF7886E-C2E9-4718-8195-5589AA81955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2757773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3e265e3fbab243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2D6DD6F2-4C87-453D-AC1C-469CD74234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856EA39-C016-49CD-9571-0BA28E88DB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E7F2750-3378-472E-A42D-7DF931C02965}"/>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30A1719-498A-43C0-824A-B718D2AC1A7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FC65374F-E738-4526-8115-BF0CDF9ACC3D}"/>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4DD7544-9159-4FB1-A535-587143E87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D066647E-330A-4EA4-BBE9-7B0D0507DCB7}"/>
              </a:ext>
            </a:extLst>
          </p:cNvPr>
          <p:cNvSpPr>
            <a:spLocks xmlns:a="http://schemas.openxmlformats.org/drawingml/2006/main" noGrp="1"/>
          </p:cNvSpPr>
          <p:nvPr/>
        </p:nvSpPr>
        <p:spPr>
          <a:xfrm xmlns:a="http://schemas.openxmlformats.org/drawingml/2006/main">
            <a:off x="370522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event-1-icon-0">
            <a:extLst xmlns:a="http://schemas.openxmlformats.org/drawingml/2006/main">
              <a:ext uri="{FF2B5EF4-FFF2-40B4-BE49-F238E27FC236}">
                <a16:creationId xmlns:a16="http://schemas.microsoft.com/office/drawing/2014/main" id="{1E0325B2-B892-48D4-AB42-194E0E7E8EE5}"/>
              </a:ext>
            </a:extLst>
          </p:cNvPr>
          <p:cNvSpPr>
            <a:spLocks xmlns:a="http://schemas.openxmlformats.org/drawingml/2006/main" noGrp="1"/>
          </p:cNvSpPr>
          <p:nvPr/>
        </p:nvSpPr>
        <p:spPr>
          <a:xfrm xmlns:a="http://schemas.openxmlformats.org/drawingml/2006/main">
            <a:off x="4087654" y="2496979"/>
            <a:ext cx="438055" cy="438055"/>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0" name="!!event-1-icon-1">
            <a:extLst xmlns:a="http://schemas.openxmlformats.org/drawingml/2006/main">
              <a:ext uri="{FF2B5EF4-FFF2-40B4-BE49-F238E27FC236}">
                <a16:creationId xmlns:a16="http://schemas.microsoft.com/office/drawing/2014/main" id="{AA77FBB7-EBE4-47E5-B7AC-1933EAA9B4A9}"/>
              </a:ext>
            </a:extLst>
          </p:cNvPr>
          <p:cNvSpPr>
            <a:spLocks xmlns:a="http://schemas.openxmlformats.org/drawingml/2006/main" noGrp="1"/>
          </p:cNvSpPr>
          <p:nvPr/>
        </p:nvSpPr>
        <p:spPr>
          <a:xfrm xmlns:a="http://schemas.openxmlformats.org/drawingml/2006/main">
            <a:off x="4025075" y="2434400"/>
            <a:ext cx="750951" cy="750951"/>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6820">
            <a:solidFill>
              <a:srgbClr val="FFFFFF"/>
            </a:solidFill>
            <a:prstDash val="solid"/>
          </a:ln>
        </p:spPr>
      </p:sp>
      <p:sp>
        <p:nvSpPr>
          <p:cNvPr id="11" name="!!event-label-1">
            <a:extLst xmlns:a="http://schemas.openxmlformats.org/drawingml/2006/main">
              <a:ext uri="{FF2B5EF4-FFF2-40B4-BE49-F238E27FC236}">
                <a16:creationId xmlns:a16="http://schemas.microsoft.com/office/drawing/2014/main" id="{A2E296A1-11BF-420D-A2C0-0DC5ACACBC11}"/>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Phân loại</a:t>
            </a:r>
          </a:p>
        </p:txBody>
      </p:sp>
      <p:cxnSp>
        <p:nvCxnSpPr>
          <p:cNvPr id="29"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date-0">
            <a:extLst xmlns:a="http://schemas.openxmlformats.org/drawingml/2006/main">
              <a:ext uri="{FF2B5EF4-FFF2-40B4-BE49-F238E27FC236}">
                <a16:creationId xmlns:a16="http://schemas.microsoft.com/office/drawing/2014/main" id="{E8877124-4A08-47B9-B952-4BD079E288D2}"/>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14" name="!!date-1">
            <a:extLst xmlns:a="http://schemas.openxmlformats.org/drawingml/2006/main">
              <a:ext uri="{FF2B5EF4-FFF2-40B4-BE49-F238E27FC236}">
                <a16:creationId xmlns:a16="http://schemas.microsoft.com/office/drawing/2014/main" id="{8C989B0F-E3EB-4A06-B506-E34EB5DCB663}"/>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15" name="!!history-conclusion">
            <a:extLst xmlns:a="http://schemas.openxmlformats.org/drawingml/2006/main">
              <a:ext uri="{FF2B5EF4-FFF2-40B4-BE49-F238E27FC236}">
                <a16:creationId xmlns:a16="http://schemas.microsoft.com/office/drawing/2014/main" id="{A0B2F5BE-EB3E-43C4-95B6-F06BA202BDE5}"/>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16" name="!!page">
            <a:extLst xmlns:a="http://schemas.openxmlformats.org/drawingml/2006/main">
              <a:ext uri="{FF2B5EF4-FFF2-40B4-BE49-F238E27FC236}">
                <a16:creationId xmlns:a16="http://schemas.microsoft.com/office/drawing/2014/main" id="{D7C70F59-58D9-45A3-AC47-852386B0675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17" name="!!caption">
            <a:extLst xmlns:a="http://schemas.openxmlformats.org/drawingml/2006/main">
              <a:ext uri="{FF2B5EF4-FFF2-40B4-BE49-F238E27FC236}">
                <a16:creationId xmlns:a16="http://schemas.microsoft.com/office/drawing/2014/main" id="{8F28BC81-BF66-4518-865F-1A5862DADA0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734108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ba58f5c67a9c475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AB3ABD2-0E33-4BD1-93B7-012C6950FE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C735B5E-DDBC-4616-A39F-E85D361BB2E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56A1139F-E132-494F-B0B4-EBEAA8D1040F}"/>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9D3B262D-76DD-4537-B8ED-D51A4A62E642}"/>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811A280-AA7E-467E-ACA6-B11CA78295F4}"/>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431777D1-A69B-40F4-9850-678E24DCE7C9}"/>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99BDC29-666D-4C5B-B7B0-96E96A321774}"/>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8FD02817-5E90-4CFE-A12B-1AA5B1216911}"/>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3CEBE23F-EC16-4207-925B-1F54403423AD}"/>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D94813FC-2DCB-45E5-AB52-11F20D9D004A}"/>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36"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D01EA341-8D7D-406A-88EB-3FFF4BF35282}"/>
              </a:ext>
            </a:extLst>
          </p:cNvPr>
          <p:cNvSpPr>
            <a:spLocks xmlns:a="http://schemas.openxmlformats.org/drawingml/2006/main" noGrp="1"/>
          </p:cNvSpPr>
          <p:nvPr/>
        </p:nvSpPr>
        <p:spPr>
          <a:xfrm xmlns:a="http://schemas.openxmlformats.org/drawingml/2006/main">
            <a:off x="6496050"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ent-2-icon-0">
            <a:extLst xmlns:a="http://schemas.openxmlformats.org/drawingml/2006/main">
              <a:ext uri="{FF2B5EF4-FFF2-40B4-BE49-F238E27FC236}">
                <a16:creationId xmlns:a16="http://schemas.microsoft.com/office/drawing/2014/main" id="{C896830B-3CA3-4EDB-9DAF-D7905CAEAA93}"/>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6820">
            <a:solidFill>
              <a:srgbClr val="FFFFFF"/>
            </a:solidFill>
            <a:prstDash val="solid"/>
          </a:ln>
        </p:spPr>
      </p:sp>
      <p:sp>
        <p:nvSpPr>
          <p:cNvPr id="15" name="!!event-2-icon-1">
            <a:extLst xmlns:a="http://schemas.openxmlformats.org/drawingml/2006/main">
              <a:ext uri="{FF2B5EF4-FFF2-40B4-BE49-F238E27FC236}">
                <a16:creationId xmlns:a16="http://schemas.microsoft.com/office/drawing/2014/main" id="{17AB4EEB-4F31-427B-8253-402F661A25F8}"/>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6820">
            <a:solidFill>
              <a:srgbClr val="FFFFFF"/>
            </a:solidFill>
            <a:prstDash val="solid"/>
          </a:ln>
        </p:spPr>
      </p:sp>
      <p:sp>
        <p:nvSpPr>
          <p:cNvPr id="16" name="!!event-2-icon-2">
            <a:extLst xmlns:a="http://schemas.openxmlformats.org/drawingml/2006/main">
              <a:ext uri="{FF2B5EF4-FFF2-40B4-BE49-F238E27FC236}">
                <a16:creationId xmlns:a16="http://schemas.microsoft.com/office/drawing/2014/main" id="{83974F43-DA87-4ECD-9484-F87B3400103B}"/>
              </a:ext>
            </a:extLst>
          </p:cNvPr>
          <p:cNvSpPr>
            <a:spLocks xmlns:a="http://schemas.openxmlformats.org/drawingml/2006/main" noGrp="1"/>
          </p:cNvSpPr>
          <p:nvPr/>
        </p:nvSpPr>
        <p:spPr>
          <a:xfrm xmlns:a="http://schemas.openxmlformats.org/drawingml/2006/main">
            <a:off x="6815900" y="2434400"/>
            <a:ext cx="750951" cy="750951"/>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6820">
            <a:solidFill>
              <a:srgbClr val="FFFFFF"/>
            </a:solidFill>
            <a:prstDash val="solid"/>
          </a:ln>
        </p:spPr>
      </p:sp>
      <p:sp>
        <p:nvSpPr>
          <p:cNvPr id="17" name="!!event-label-2">
            <a:extLst xmlns:a="http://schemas.openxmlformats.org/drawingml/2006/main">
              <a:ext uri="{FF2B5EF4-FFF2-40B4-BE49-F238E27FC236}">
                <a16:creationId xmlns:a16="http://schemas.microsoft.com/office/drawing/2014/main" id="{1C2480D8-FB22-4760-BC3C-D6E3E65266DC}"/>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Đóng gói</a:t>
            </a:r>
          </a:p>
        </p:txBody>
      </p:sp>
      <p:cxnSp>
        <p:nvCxnSpPr>
          <p:cNvPr id="42"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date-0">
            <a:extLst xmlns:a="http://schemas.openxmlformats.org/drawingml/2006/main">
              <a:ext uri="{FF2B5EF4-FFF2-40B4-BE49-F238E27FC236}">
                <a16:creationId xmlns:a16="http://schemas.microsoft.com/office/drawing/2014/main" id="{EAE5E87A-B37B-4C6E-953B-1E3FDDEC5907}"/>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0" name="!!date-1">
            <a:extLst xmlns:a="http://schemas.openxmlformats.org/drawingml/2006/main">
              <a:ext uri="{FF2B5EF4-FFF2-40B4-BE49-F238E27FC236}">
                <a16:creationId xmlns:a16="http://schemas.microsoft.com/office/drawing/2014/main" id="{9213477A-D2DA-40AC-94D8-E00C5B10B342}"/>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1" name="!!date-2">
            <a:extLst xmlns:a="http://schemas.openxmlformats.org/drawingml/2006/main">
              <a:ext uri="{FF2B5EF4-FFF2-40B4-BE49-F238E27FC236}">
                <a16:creationId xmlns:a16="http://schemas.microsoft.com/office/drawing/2014/main" id="{CD9DED2F-441B-4558-A122-A82639F3DA99}"/>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2" name="!!history-conclusion">
            <a:extLst xmlns:a="http://schemas.openxmlformats.org/drawingml/2006/main">
              <a:ext uri="{FF2B5EF4-FFF2-40B4-BE49-F238E27FC236}">
                <a16:creationId xmlns:a16="http://schemas.microsoft.com/office/drawing/2014/main" id="{2F1AAD36-54EE-48E5-91BB-21B18EC18F98}"/>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Mỗi mốc lưu thành một bản ghi mới</a:t>
            </a:r>
          </a:p>
        </p:txBody>
      </p:sp>
      <p:sp>
        <p:nvSpPr>
          <p:cNvPr id="23" name="!!page">
            <a:extLst xmlns:a="http://schemas.openxmlformats.org/drawingml/2006/main">
              <a:ext uri="{FF2B5EF4-FFF2-40B4-BE49-F238E27FC236}">
                <a16:creationId xmlns:a16="http://schemas.microsoft.com/office/drawing/2014/main" id="{B30B53CA-AD88-4AED-A1E9-4CADDD1096E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24" name="!!caption">
            <a:extLst xmlns:a="http://schemas.openxmlformats.org/drawingml/2006/main">
              <a:ext uri="{FF2B5EF4-FFF2-40B4-BE49-F238E27FC236}">
                <a16:creationId xmlns:a16="http://schemas.microsoft.com/office/drawing/2014/main" id="{3AAC8B16-81F0-442F-B0EF-9B069745D9A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59554512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89471b38f78e4f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155AE84-226B-4DA1-ADD8-87DF6193974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1FFD538A-0FF1-46B7-B145-6E19A625CA0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CF30E8B2-1261-4E1A-AC0D-8D1D2D7FF4B3}"/>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E4818EA2-6C50-4248-9AD9-D6678F77A0F5}"/>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9901D496-FE1F-4A7C-9AB4-31587328CB88}"/>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19FA95B1-4887-4315-BC82-1A3DA1F9988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359CF5EF-1983-408E-BA2B-2EE9454A51E6}"/>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4599E639-36AB-4EA6-8E9A-770C6EB9E9E0}"/>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FD856D23-1C31-471F-82DC-D634F2022197}"/>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73C2DDC0-EA39-4A71-B831-50BD423F6742}"/>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4EF8534A-5E4B-4D8F-8615-66019C62B8A6}"/>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01F158D7-A54F-46C8-BBD7-A9C53A0C336D}"/>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16117153-B5AF-49F7-AE84-0D61B7195878}"/>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658DCD24-6368-4571-A897-248F8309D5A5}"/>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B6C24E9B-7C00-4E10-BCFF-C40232C3055B}"/>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4B02CA68-7454-44FE-8F24-F9B1BCD278B1}"/>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1D28E282-B98F-45AC-AA27-B2517E66EC6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57E9FC8-37E9-4A9C-987F-03507AA0753E}"/>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936AC4B4-D3A9-40C2-B17E-4120C9AA0275}"/>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B97AD541-9B02-4697-A0A0-9EEA8CE7AED2}"/>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B651E97C-C3A7-4DA4-8B55-46EE02B1E576}"/>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C8953DBC-B5FC-45E9-A7EF-31999EBBAF3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7" name="!!date-1">
            <a:extLst xmlns:a="http://schemas.openxmlformats.org/drawingml/2006/main">
              <a:ext uri="{FF2B5EF4-FFF2-40B4-BE49-F238E27FC236}">
                <a16:creationId xmlns:a16="http://schemas.microsoft.com/office/drawing/2014/main" id="{E744D9AB-866B-44F9-B7B5-B4A7725BFD95}"/>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8" name="!!date-2">
            <a:extLst xmlns:a="http://schemas.openxmlformats.org/drawingml/2006/main">
              <a:ext uri="{FF2B5EF4-FFF2-40B4-BE49-F238E27FC236}">
                <a16:creationId xmlns:a16="http://schemas.microsoft.com/office/drawing/2014/main" id="{4149A8CB-10FD-4C9B-9D99-EAB66A028E6B}"/>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9" name="!!date-3">
            <a:extLst xmlns:a="http://schemas.openxmlformats.org/drawingml/2006/main">
              <a:ext uri="{FF2B5EF4-FFF2-40B4-BE49-F238E27FC236}">
                <a16:creationId xmlns:a16="http://schemas.microsoft.com/office/drawing/2014/main" id="{2B69106A-C411-4EF2-9831-AB1E29108D80}"/>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210A4BE6-06CD-44C6-956C-016C497234A9}"/>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F5741539-B2EE-4C80-81F2-F38C9DEB5C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828ED535-4373-4FBF-9A3C-F99D1380098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62890028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7" name="!!backdrop"/>
          <p:cNvPicPr>
            <a:picLocks xmlns:a="http://schemas.openxmlformats.org/drawingml/2006/main" noChangeAspect="1"/>
          </p:cNvPicPr>
          <p:nvPr/>
        </p:nvPicPr>
        <p:blipFill>
          <a:blip xmlns:r="http://schemas.openxmlformats.org/officeDocument/2006/relationships" xmlns:a="http://schemas.openxmlformats.org/drawingml/2006/main" r:embed="R43e0720bc99f4fe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06B6ACE-89FF-415F-8735-F527E2569E5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18FC2BE-73F7-4FFF-8933-332441EA45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0" name="!!buyer-qr"/>
          <p:cNvPicPr>
            <a:picLocks xmlns:a="http://schemas.openxmlformats.org/drawingml/2006/main" noChangeAspect="1"/>
          </p:cNvPicPr>
          <p:nvPr/>
        </p:nvPicPr>
        <p:blipFill>
          <a:blip xmlns:r="http://schemas.openxmlformats.org/officeDocument/2006/relationships" xmlns:a="http://schemas.openxmlformats.org/drawingml/2006/main" r:embed="R7adbf599f06c4af8"/>
          <a:stretch xmlns:a="http://schemas.openxmlformats.org/drawingml/2006/main"/>
        </p:blipFill>
        <p:spPr>
          <a:xfrm xmlns:a="http://schemas.openxmlformats.org/drawingml/2006/main">
            <a:off x="742950" y="2181225"/>
            <a:ext cx="3524250" cy="3524250"/>
          </a:xfrm>
          <a:prstGeom xmlns:a="http://schemas.openxmlformats.org/drawingml/2006/main" prst="rect">
            <a:avLst/>
          </a:prstGeom>
        </p:spPr>
      </p:pic>
      <p:sp>
        <p:nvSpPr>
          <p:cNvPr id="5" name="!!page">
            <a:extLst xmlns:a="http://schemas.openxmlformats.org/drawingml/2006/main">
              <a:ext uri="{FF2B5EF4-FFF2-40B4-BE49-F238E27FC236}">
                <a16:creationId xmlns:a16="http://schemas.microsoft.com/office/drawing/2014/main" id="{14E738AB-67E2-4054-9BB9-4BC31F42390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6" name="!!caption">
            <a:extLst xmlns:a="http://schemas.openxmlformats.org/drawingml/2006/main">
              <a:ext uri="{FF2B5EF4-FFF2-40B4-BE49-F238E27FC236}">
                <a16:creationId xmlns:a16="http://schemas.microsoft.com/office/drawing/2014/main" id="{AA6957F9-D3B7-4968-BD75-6035E842E7A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743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e2e4479cabdb45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CC42E85-CCEB-424A-A273-0E78DBED07D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5C64070-1181-4A04-9E1F-B732245A0CF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2" name="!!buyer-qr"/>
          <p:cNvPicPr>
            <a:picLocks xmlns:a="http://schemas.openxmlformats.org/drawingml/2006/main" noChangeAspect="1"/>
          </p:cNvPicPr>
          <p:nvPr/>
        </p:nvPicPr>
        <p:blipFill>
          <a:blip xmlns:r="http://schemas.openxmlformats.org/officeDocument/2006/relationships" xmlns:a="http://schemas.openxmlformats.org/drawingml/2006/main" r:embed="R833809805bca4468"/>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1B38E3BF-4648-4F3D-BFA3-5736226C1C9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B1FF8EF-6C35-44EA-8BF4-09DB50E9DAD9}"/>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sp>
        <p:nvSpPr>
          <p:cNvPr id="7" name="!!page">
            <a:extLst xmlns:a="http://schemas.openxmlformats.org/drawingml/2006/main">
              <a:ext uri="{FF2B5EF4-FFF2-40B4-BE49-F238E27FC236}">
                <a16:creationId xmlns:a16="http://schemas.microsoft.com/office/drawing/2014/main" id="{7A05081E-2481-40F5-BAE6-B7A41A1EBE9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8" name="!!caption">
            <a:extLst xmlns:a="http://schemas.openxmlformats.org/drawingml/2006/main">
              <a:ext uri="{FF2B5EF4-FFF2-40B4-BE49-F238E27FC236}">
                <a16:creationId xmlns:a16="http://schemas.microsoft.com/office/drawing/2014/main" id="{A38CEF4F-CD23-43AE-B963-FF45D9DC299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21027902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428ee5807b1349e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200A47-3CF8-42E9-8666-801E5111477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99AEF105-D331-41DA-92D9-7ECFFF23462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4" name="!!buyer-qr"/>
          <p:cNvPicPr>
            <a:picLocks xmlns:a="http://schemas.openxmlformats.org/drawingml/2006/main" noChangeAspect="1"/>
          </p:cNvPicPr>
          <p:nvPr/>
        </p:nvPicPr>
        <p:blipFill>
          <a:blip xmlns:r="http://schemas.openxmlformats.org/officeDocument/2006/relationships" xmlns:a="http://schemas.openxmlformats.org/drawingml/2006/main" r:embed="R5eaee6fff0104296"/>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61F075B1-4B95-4FFF-BD6F-7A0A723296E7}"/>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9F9E447F-2972-4A0C-8F2C-626FD4FEDEBF}"/>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17" name="!!buyer-record"/>
          <p:cNvPicPr>
            <a:picLocks xmlns:a="http://schemas.openxmlformats.org/drawingml/2006/main" noChangeAspect="1"/>
          </p:cNvPicPr>
          <p:nvPr/>
        </p:nvPicPr>
        <p:blipFill>
          <a:blip xmlns:r="http://schemas.openxmlformats.org/officeDocument/2006/relationships" xmlns:a="http://schemas.openxmlformats.org/drawingml/2006/main" r:embed="Reb759983234b4035"/>
          <a:stretch xmlns:a="http://schemas.openxmlformats.org/drawingml/2006/main"/>
        </p:blipFill>
        <p:spPr>
          <a:xfrm xmlns:a="http://schemas.openxmlformats.org/drawingml/2006/main">
            <a:off x="6929731" y="1714500"/>
            <a:ext cx="1980613" cy="42862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7AF9E6EA-0031-4391-A383-DDAC5CB60378}"/>
              </a:ext>
            </a:extLst>
          </p:cNvPr>
          <p:cNvSpPr>
            <a:spLocks xmlns:a="http://schemas.openxmlformats.org/drawingml/2006/main" noGrp="1"/>
          </p:cNvSpPr>
          <p:nvPr/>
        </p:nvSpPr>
        <p:spPr>
          <a:xfrm xmlns:a="http://schemas.openxmlformats.org/drawingml/2006/main">
            <a:off x="6553200"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page">
            <a:extLst xmlns:a="http://schemas.openxmlformats.org/drawingml/2006/main">
              <a:ext uri="{FF2B5EF4-FFF2-40B4-BE49-F238E27FC236}">
                <a16:creationId xmlns:a16="http://schemas.microsoft.com/office/drawing/2014/main" id="{9544C84D-0B8B-4518-B6F4-16A52BAA344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0" name="!!caption">
            <a:extLst xmlns:a="http://schemas.openxmlformats.org/drawingml/2006/main">
              <a:ext uri="{FF2B5EF4-FFF2-40B4-BE49-F238E27FC236}">
                <a16:creationId xmlns:a16="http://schemas.microsoft.com/office/drawing/2014/main" id="{4B2266E7-FFD6-490B-BB20-D326CF73B877}"/>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3168797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6c5704d3d20b49f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350F5CA-7230-4857-AD23-7383005AD5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6BE9B372-0440-40FE-8649-CC558149834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56b88ba2d95d49f9"/>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570A4DF9-49E1-4623-BDDD-E6C815A98175}"/>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F801EAA0-C909-4782-AE78-9FCEE43057E7}"/>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d38cb6bc443c492b"/>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68980504-C11F-4315-88F5-E0BD1A9E6A4B}"/>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9CC8700E-942A-4B0C-AA6D-8FE2783859D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CF5D0AB4-6286-4BDB-B48F-7A90D4A03886}"/>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D0CD6EF5-A8CF-49E3-B5D7-18D54114A411}"/>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55C46E6-4740-4BF2-93ED-9A62F3AF0CF2}"/>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79B641E9-0857-433E-B3E8-D6D05D9EAC5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F017E221-89AB-4215-A57F-F05EF961CA2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92E43278-37A2-4188-BDAE-6D09EE801A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4957269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2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f099ab32c4d44fb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3F03307-96C7-452E-8EA8-1B780C20CE4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762FDB5D-63B5-49AE-B876-31E8BAADD2A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05867DCC-3731-4648-9FE5-08CE0DC15002}"/>
              </a:ext>
            </a:extLst>
          </p:cNvPr>
          <p:cNvSpPr>
            <a:spLocks xmlns:a="http://schemas.openxmlformats.org/drawingml/2006/main" noGrp="1"/>
          </p:cNvSpPr>
          <p:nvPr/>
        </p:nvSpPr>
        <p:spPr>
          <a:xfrm xmlns:a="http://schemas.openxmlformats.org/drawingml/2006/main">
            <a:off x="105727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ermission-0-icon-0">
            <a:extLst xmlns:a="http://schemas.openxmlformats.org/drawingml/2006/main">
              <a:ext uri="{FF2B5EF4-FFF2-40B4-BE49-F238E27FC236}">
                <a16:creationId xmlns:a16="http://schemas.microsoft.com/office/drawing/2014/main" id="{FC75D523-826D-4C96-A4A4-B0EEEAF7EBB9}"/>
              </a:ext>
            </a:extLst>
          </p:cNvPr>
          <p:cNvSpPr>
            <a:spLocks xmlns:a="http://schemas.openxmlformats.org/drawingml/2006/main" noGrp="1"/>
          </p:cNvSpPr>
          <p:nvPr/>
        </p:nvSpPr>
        <p:spPr>
          <a:xfrm xmlns:a="http://schemas.openxmlformats.org/drawingml/2006/main">
            <a:off x="150228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6" name="!!permission-0-icon-1">
            <a:extLst xmlns:a="http://schemas.openxmlformats.org/drawingml/2006/main">
              <a:ext uri="{FF2B5EF4-FFF2-40B4-BE49-F238E27FC236}">
                <a16:creationId xmlns:a16="http://schemas.microsoft.com/office/drawing/2014/main" id="{CF2E42D0-CDF9-4054-B80D-FA887E4BF49C}"/>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7" name="!!permission-0-icon-2">
            <a:extLst xmlns:a="http://schemas.openxmlformats.org/drawingml/2006/main">
              <a:ext uri="{FF2B5EF4-FFF2-40B4-BE49-F238E27FC236}">
                <a16:creationId xmlns:a16="http://schemas.microsoft.com/office/drawing/2014/main" id="{1F2BE42A-E5C6-4F1A-95BC-EFA01CD4E0A3}"/>
              </a:ext>
            </a:extLst>
          </p:cNvPr>
          <p:cNvSpPr>
            <a:spLocks xmlns:a="http://schemas.openxmlformats.org/drawingml/2006/main" noGrp="1"/>
          </p:cNvSpPr>
          <p:nvPr/>
        </p:nvSpPr>
        <p:spPr>
          <a:xfrm xmlns:a="http://schemas.openxmlformats.org/drawingml/2006/main">
            <a:off x="172131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8" name="!!permission-0-icon-3">
            <a:extLst xmlns:a="http://schemas.openxmlformats.org/drawingml/2006/main">
              <a:ext uri="{FF2B5EF4-FFF2-40B4-BE49-F238E27FC236}">
                <a16:creationId xmlns:a16="http://schemas.microsoft.com/office/drawing/2014/main" id="{7B9EFD0E-08A2-4985-AE4D-9CCCA19541A5}"/>
              </a:ext>
            </a:extLst>
          </p:cNvPr>
          <p:cNvSpPr>
            <a:spLocks xmlns:a="http://schemas.openxmlformats.org/drawingml/2006/main" noGrp="1"/>
          </p:cNvSpPr>
          <p:nvPr/>
        </p:nvSpPr>
        <p:spPr>
          <a:xfrm xmlns:a="http://schemas.openxmlformats.org/drawingml/2006/main">
            <a:off x="1377124"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9" name="!!permission-label-0">
            <a:extLst xmlns:a="http://schemas.openxmlformats.org/drawingml/2006/main">
              <a:ext uri="{FF2B5EF4-FFF2-40B4-BE49-F238E27FC236}">
                <a16:creationId xmlns:a16="http://schemas.microsoft.com/office/drawing/2014/main" id="{9D876914-1907-4481-9C05-B50A3E171918}"/>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C7ED042D-14B7-400C-8C30-27D714AFD97C}"/>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age">
            <a:extLst xmlns:a="http://schemas.openxmlformats.org/drawingml/2006/main">
              <a:ext uri="{FF2B5EF4-FFF2-40B4-BE49-F238E27FC236}">
                <a16:creationId xmlns:a16="http://schemas.microsoft.com/office/drawing/2014/main" id="{6C21D345-21BD-4BD3-8BC5-01D62D0D167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2" name="!!caption">
            <a:extLst xmlns:a="http://schemas.openxmlformats.org/drawingml/2006/main">
              <a:ext uri="{FF2B5EF4-FFF2-40B4-BE49-F238E27FC236}">
                <a16:creationId xmlns:a16="http://schemas.microsoft.com/office/drawing/2014/main" id="{B6FF830A-253E-4D31-B0C1-DC9E0C0589A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80780927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b4701c93505849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4DA7B80-7E2F-4348-87EA-15CEC992AE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A128009-2EAF-4D23-A7A4-1C77BC580C2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8735C864-8549-4D8A-9126-B888E3015FEF}"/>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0EF38255-E7AA-4E31-9DE4-42966CEA9007}"/>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465BA55D-03C6-44F8-8C5F-EE3C29398365}"/>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BF59A84B-3A63-4F3F-8E81-0A2EACC0A968}"/>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EE55A740-E9AE-45B2-9C14-65D9C1EF04BC}"/>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332419A6-E4EE-479B-8B2E-2B1AD589498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0602F3B5-42E6-40F9-9215-2F5287031C00}"/>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EF019126-C52D-4316-B399-461EF1C8B6FC}"/>
              </a:ext>
            </a:extLst>
          </p:cNvPr>
          <p:cNvSpPr>
            <a:spLocks xmlns:a="http://schemas.openxmlformats.org/drawingml/2006/main" noGrp="1"/>
          </p:cNvSpPr>
          <p:nvPr/>
        </p:nvSpPr>
        <p:spPr>
          <a:xfrm xmlns:a="http://schemas.openxmlformats.org/drawingml/2006/main">
            <a:off x="4762500"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permission-1-icon-0">
            <a:extLst xmlns:a="http://schemas.openxmlformats.org/drawingml/2006/main">
              <a:ext uri="{FF2B5EF4-FFF2-40B4-BE49-F238E27FC236}">
                <a16:creationId xmlns:a16="http://schemas.microsoft.com/office/drawing/2014/main" id="{1788909D-AF68-47CF-A382-53C99C50FC83}"/>
              </a:ext>
            </a:extLst>
          </p:cNvPr>
          <p:cNvSpPr>
            <a:spLocks xmlns:a="http://schemas.openxmlformats.org/drawingml/2006/main" noGrp="1"/>
          </p:cNvSpPr>
          <p:nvPr/>
        </p:nvSpPr>
        <p:spPr>
          <a:xfrm xmlns:a="http://schemas.openxmlformats.org/drawingml/2006/main">
            <a:off x="5144929" y="2468404"/>
            <a:ext cx="625793"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3" name="!!permission-1-icon-1">
            <a:extLst xmlns:a="http://schemas.openxmlformats.org/drawingml/2006/main">
              <a:ext uri="{FF2B5EF4-FFF2-40B4-BE49-F238E27FC236}">
                <a16:creationId xmlns:a16="http://schemas.microsoft.com/office/drawing/2014/main" id="{BFAB0DA2-3EA2-44B2-AEAD-F69EF661C44A}"/>
              </a:ext>
            </a:extLst>
          </p:cNvPr>
          <p:cNvSpPr>
            <a:spLocks xmlns:a="http://schemas.openxmlformats.org/drawingml/2006/main" noGrp="1"/>
          </p:cNvSpPr>
          <p:nvPr/>
        </p:nvSpPr>
        <p:spPr>
          <a:xfrm xmlns:a="http://schemas.openxmlformats.org/drawingml/2006/main">
            <a:off x="5332667" y="2468404"/>
            <a:ext cx="250317" cy="625793"/>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14" name="!!permission-1-icon-2">
            <a:extLst xmlns:a="http://schemas.openxmlformats.org/drawingml/2006/main">
              <a:ext uri="{FF2B5EF4-FFF2-40B4-BE49-F238E27FC236}">
                <a16:creationId xmlns:a16="http://schemas.microsoft.com/office/drawing/2014/main" id="{A2EAB9E9-0146-41D4-81C1-1F4B5A854B2B}"/>
              </a:ext>
            </a:extLst>
          </p:cNvPr>
          <p:cNvSpPr>
            <a:spLocks xmlns:a="http://schemas.openxmlformats.org/drawingml/2006/main" noGrp="1"/>
          </p:cNvSpPr>
          <p:nvPr/>
        </p:nvSpPr>
        <p:spPr>
          <a:xfrm xmlns:a="http://schemas.openxmlformats.org/drawingml/2006/main">
            <a:off x="5082350" y="2405825"/>
            <a:ext cx="750951" cy="750951"/>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6820">
            <a:solidFill>
              <a:srgbClr val="FFFFFF"/>
            </a:solidFill>
            <a:prstDash val="solid"/>
          </a:ln>
        </p:spPr>
      </p:sp>
      <p:sp>
        <p:nvSpPr>
          <p:cNvPr id="15" name="!!permission-label-1">
            <a:extLst xmlns:a="http://schemas.openxmlformats.org/drawingml/2006/main">
              <a:ext uri="{FF2B5EF4-FFF2-40B4-BE49-F238E27FC236}">
                <a16:creationId xmlns:a16="http://schemas.microsoft.com/office/drawing/2014/main" id="{1826AC6B-6F27-4787-8316-0DD3761FCAE6}"/>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2FBC3DE2-D142-49C4-BBA9-843C1F9BC560}"/>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36"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age">
            <a:extLst xmlns:a="http://schemas.openxmlformats.org/drawingml/2006/main">
              <a:ext uri="{FF2B5EF4-FFF2-40B4-BE49-F238E27FC236}">
                <a16:creationId xmlns:a16="http://schemas.microsoft.com/office/drawing/2014/main" id="{C23AF867-F41E-49AE-91F6-EE94A8BBFE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19" name="!!caption">
            <a:extLst xmlns:a="http://schemas.openxmlformats.org/drawingml/2006/main">
              <a:ext uri="{FF2B5EF4-FFF2-40B4-BE49-F238E27FC236}">
                <a16:creationId xmlns:a16="http://schemas.microsoft.com/office/drawing/2014/main" id="{F9484408-8AD6-416E-BD27-2159CCD0FAE9}"/>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4520603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88a91e4c2f694bf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85707A22-50BE-423D-97C2-DE75091398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ACFCF28-086E-41FE-B495-DDD3A06A4A0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219617F0-1B28-4242-B92C-09CE3F9F9A91}"/>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726F0E4B-E378-439B-91A4-31FDE5C0AFAD}"/>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272B8585-8E4D-4A4A-8588-848C261EB12A}"/>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AB7D2133-9DEC-4100-8325-010184AF7E4C}"/>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47AC099B-28D6-48BA-864B-0121A1CCBA8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1D081275-E33F-47C5-90E3-FCF1306AEBF2}"/>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29C4CDAA-D212-49ED-882C-255397B5D1C9}"/>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0855CDED-7BD8-4BC0-BABC-15F23AA11F92}"/>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C5816A5C-DC67-40DE-A480-26805493D88C}"/>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47FA87B0-2701-4660-BBC6-74A51ED62038}"/>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5AF2A73E-C85F-449B-83E6-93674D491B1A}"/>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D2B4A0B5-9A5F-4A10-B5A0-376576C472F5}"/>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6F655AFB-D841-4BC9-95BC-B8B6B0E33E8D}"/>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DB3E7613-707D-4DB4-AFF8-7F2B6A7BD322}"/>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AA65C1C5-0A87-4B4A-B875-A329EB6DB075}"/>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E3A2F90-7DE0-4694-B116-C3D1BCAA3D9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27AE256D-0891-46E8-AF16-E8DB1407D395}"/>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749E4D3E-DD33-48C5-A421-CA53B78B8F6B}"/>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0AC35BE-6963-48C6-B2A8-1132D2F91FF9}"/>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25FDEA44-6E68-4F06-9499-3FE0199E2560}"/>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165DFBA7-2C52-45CE-A6BB-93BE572B0179}"/>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D3C739B2-B5FA-476A-892E-B1C0D8AF2DF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13108CCD-53B5-4F3F-A14E-A849D53FDB7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93160926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ab50b55a1fed431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E858BDF-100B-49AC-8E39-7F3038B2DF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72109E-830F-47C3-BFE7-AD380E5F82C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713EC2E9-6697-4B4B-9D72-5E7428375A9C}"/>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91a6dcd88c084e98"/>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7BD50ACE-A336-4FE1-811F-27D3E105010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894A46E4-F9FB-4722-9622-907B89D16C53}"/>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BED27316-94F1-4E94-8CED-D732A754C71B}"/>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364E21A5-64E9-4698-BFC2-99B7C4A7A769}"/>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e26199ef2d5c4961"/>
              </a:rPr>
              <a:t>Mở video dự phòng</a:t>
            </a:r>
          </a:p>
        </p:txBody>
      </p:sp>
      <p:sp>
        <p:nvSpPr>
          <p:cNvPr id="10" name="!!page">
            <a:extLst xmlns:a="http://schemas.openxmlformats.org/drawingml/2006/main">
              <a:ext uri="{FF2B5EF4-FFF2-40B4-BE49-F238E27FC236}">
                <a16:creationId xmlns:a16="http://schemas.microsoft.com/office/drawing/2014/main" id="{33FDE19C-126B-4933-8BAD-EF5A9727356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D8E85D9-B71D-4186-A944-95E2E6CDA88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Giao diện local ngày 28/09/2026. Auth/API mô phỏng, dữ liệu minh họa</a:t>
            </a:r>
          </a:p>
        </p:txBody>
      </p:sp>
    </p:spTree>
    <p:extLst>
      <p:ext uri="{BB962C8B-B14F-4D97-AF65-F5344CB8AC3E}">
        <p14:creationId xmlns:p14="http://schemas.microsoft.com/office/powerpoint/2010/main" val="96000476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3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4" name="!!backdrop"/>
          <p:cNvPicPr>
            <a:picLocks xmlns:a="http://schemas.openxmlformats.org/drawingml/2006/main" noChangeAspect="1"/>
          </p:cNvPicPr>
          <p:nvPr/>
        </p:nvPicPr>
        <p:blipFill>
          <a:blip xmlns:r="http://schemas.openxmlformats.org/officeDocument/2006/relationships" xmlns:a="http://schemas.openxmlformats.org/drawingml/2006/main" r:embed="R68a9012c862b42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7C21D0B-EFAD-4549-860B-509A6C0265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5399AED-D7CF-4A35-BA96-82BBF9F553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47539F-4E50-4BEF-9C99-DA26455FD808}"/>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5" name="!!client-text">
            <a:extLst xmlns:a="http://schemas.openxmlformats.org/drawingml/2006/main">
              <a:ext uri="{FF2B5EF4-FFF2-40B4-BE49-F238E27FC236}">
                <a16:creationId xmlns:a16="http://schemas.microsoft.com/office/drawing/2014/main" id="{2C06A242-827A-4DC4-9CBD-54E4AFA99B33}"/>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React 19 + Vite 8</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Vercel · giao diện</a:t>
            </a:r>
          </a:p>
        </p:txBody>
      </p:sp>
      <p:sp>
        <p:nvSpPr>
          <p:cNvPr id="12" name="!!page">
            <a:extLst xmlns:a="http://schemas.openxmlformats.org/drawingml/2006/main">
              <a:ext uri="{FF2B5EF4-FFF2-40B4-BE49-F238E27FC236}">
                <a16:creationId xmlns:a16="http://schemas.microsoft.com/office/drawing/2014/main" id="{B0614D0C-D4DB-4CB1-A430-9DAF3F2BE79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3" name="!!caption">
            <a:extLst xmlns:a="http://schemas.openxmlformats.org/drawingml/2006/main">
              <a:ext uri="{FF2B5EF4-FFF2-40B4-BE49-F238E27FC236}">
                <a16:creationId xmlns:a16="http://schemas.microsoft.com/office/drawing/2014/main" id="{9B890CD0-7428-4F73-AC91-693B7F052CC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15"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670917" y="1621128"/>
            <a:ext cx="510778" cy="459992"/>
          </a:xfrm>
          <a:prstGeom xmlns:a="http://schemas.openxmlformats.org/drawingml/2006/main" prst="rect">
            <a:avLst/>
          </a:prstGeom>
        </p:spPr>
      </p:pic>
      <p:pic>
        <p:nvPicPr>
          <p:cNvPr id="16"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6"/>
          <ns0:srcRect xmlns:ns0="http://schemas.openxmlformats.org/drawingml/2006/main" l="0" t="0" r="500" b="1042"/>
          <a:stretch xmlns:a="http://schemas.openxmlformats.org/drawingml/2006/main">
            <a:fillRect/>
          </a:stretch>
        </p:blipFill>
        <p:spPr>
          <a:xfrm xmlns:a="http://schemas.openxmlformats.org/drawingml/2006/main">
            <a:off x="1529953" y="1607285"/>
            <a:ext cx="510778" cy="487678"/>
          </a:xfrm>
          <a:prstGeom xmlns:a="http://schemas.openxmlformats.org/drawingml/2006/main" prst="rect">
            <a:avLst/>
          </a:prstGeom>
        </p:spPr>
      </p:pic>
      <p:pic>
        <p:nvPicPr>
          <p:cNvPr id="17"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21" b="0"/>
          <a:stretch xmlns:a="http://schemas.openxmlformats.org/drawingml/2006/main">
            <a:fillRect/>
          </a:stretch>
        </p:blipFill>
        <p:spPr>
          <a:xfrm xmlns:a="http://schemas.openxmlformats.org/drawingml/2006/main">
            <a:off x="2388989" y="1629967"/>
            <a:ext cx="510778" cy="442314"/>
          </a:xfrm>
          <a:prstGeom xmlns:a="http://schemas.openxmlformats.org/drawingml/2006/main" prst="rect">
            <a:avLst/>
          </a:prstGeom>
        </p:spPr>
      </p:pic>
    </p:spTree>
    <p:extLst>
      <p:ext uri="{BB962C8B-B14F-4D97-AF65-F5344CB8AC3E}">
        <p14:creationId xmlns:p14="http://schemas.microsoft.com/office/powerpoint/2010/main" val="7372074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5878ff9e0b13427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B325D9-AC03-4A45-9730-B44FF80590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D06C73-3D5E-4F22-9011-C75B460B35A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B093FC9B-64CF-4F7F-835A-1B38EF9D5E95}"/>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2C50E754-9B58-4CCC-BB55-F95B806672A4}"/>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38A4A214-E29B-44A4-95EE-5A6BE6B3F722}"/>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3" name="!!auth-text">
            <a:extLst xmlns:a="http://schemas.openxmlformats.org/drawingml/2006/main">
              <a:ext uri="{FF2B5EF4-FFF2-40B4-BE49-F238E27FC236}">
                <a16:creationId xmlns:a16="http://schemas.microsoft.com/office/drawing/2014/main" id="{A803BD01-5E66-43E5-AAD4-A0FE352B3AC3}"/>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Auth</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Google OAuth</a:t>
            </a:r>
          </a:p>
        </p:txBody>
      </p:sp>
      <p:cxnSp>
        <p:nvCxnSpPr>
          <p:cNvPr id="33"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18D4303-E1AC-4516-9E1D-AAFF911DA055}"/>
              </a:ext>
            </a:extLst>
          </p:cNvPr>
          <p:cNvSpPr>
            <a:spLocks xmlns:a="http://schemas.openxmlformats.org/drawingml/2006/main" noGrp="1"/>
          </p:cNvSpPr>
          <p:nvPr/>
        </p:nvSpPr>
        <p:spPr>
          <a:xfrm xmlns:a="http://schemas.openxmlformats.org/drawingml/2006/main">
            <a:off x="1704975" y="33813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page">
            <a:extLst xmlns:a="http://schemas.openxmlformats.org/drawingml/2006/main">
              <a:ext uri="{FF2B5EF4-FFF2-40B4-BE49-F238E27FC236}">
                <a16:creationId xmlns:a16="http://schemas.microsoft.com/office/drawing/2014/main" id="{F733F521-05E4-4956-A5D1-E1DF4F18C547}"/>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19" name="!!caption">
            <a:extLst xmlns:a="http://schemas.openxmlformats.org/drawingml/2006/main">
              <a:ext uri="{FF2B5EF4-FFF2-40B4-BE49-F238E27FC236}">
                <a16:creationId xmlns:a16="http://schemas.microsoft.com/office/drawing/2014/main" id="{E9A1B433-193D-4296-8A12-F455A749852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3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3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3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42" name="!!tech-logo-supabase-auth" descr="supabas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2"/>
          <ns0:srcRect xmlns:ns0="http://schemas.openxmlformats.org/drawingml/2006/main" l="0" t="212" r="0" b="637"/>
          <a:stretch xmlns:a="http://schemas.openxmlformats.org/drawingml/2006/main">
            <a:fillRect/>
          </a:stretch>
        </p:blipFill>
        <p:spPr>
          <a:xfrm xmlns:a="http://schemas.openxmlformats.org/drawingml/2006/main">
            <a:off x="1793991" y="3439418"/>
            <a:ext cx="541701" cy="557212"/>
          </a:xfrm>
          <a:prstGeom xmlns:a="http://schemas.openxmlformats.org/drawingml/2006/main" prst="rect">
            <a:avLst/>
          </a:prstGeom>
        </p:spPr>
      </p:pic>
    </p:spTree>
    <p:extLst>
      <p:ext uri="{BB962C8B-B14F-4D97-AF65-F5344CB8AC3E}">
        <p14:creationId xmlns:p14="http://schemas.microsoft.com/office/powerpoint/2010/main" val="6820662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5.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4" name="!!backdrop"/>
          <p:cNvPicPr>
            <a:picLocks xmlns:a="http://schemas.openxmlformats.org/drawingml/2006/main" noChangeAspect="1"/>
          </p:cNvPicPr>
          <p:nvPr/>
        </p:nvPicPr>
        <p:blipFill>
          <a:blip xmlns:r="http://schemas.openxmlformats.org/officeDocument/2006/relationships" xmlns:a="http://schemas.openxmlformats.org/drawingml/2006/main" r:embed="Rd6f1133ec8bf44e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14D43C6-7955-4F02-A18D-3CDC46B8A52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2F82607-B21E-4E6B-83C6-78FA3C90E02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C55B7865-70D0-420B-9780-EB2372758DBF}"/>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8D962F3-DE2E-4765-8A39-7DA70A8B4228}"/>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A0FB76BC-A5E6-4F3B-9F63-C6FFD67185E4}"/>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10EE88DC-A3F5-481B-8DFF-3189585DAE09}"/>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47"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E925E5B0-F399-40D2-A073-40638A3CBE7E}"/>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F518E113-BD73-401B-BB3D-38FDFA35802C}"/>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19" name="!!render-text">
            <a:extLst xmlns:a="http://schemas.openxmlformats.org/drawingml/2006/main">
              <a:ext uri="{FF2B5EF4-FFF2-40B4-BE49-F238E27FC236}">
                <a16:creationId xmlns:a16="http://schemas.microsoft.com/office/drawing/2014/main" id="{A0C7B4DB-80E2-4D18-9F3B-73CD3B640D74}"/>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FastAPI · Python</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Render · REST API</a:t>
            </a:r>
          </a:p>
        </p:txBody>
      </p:sp>
      <p:cxnSp>
        <p:nvCxnSpPr>
          <p:cNvPr id="53"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page">
            <a:extLst xmlns:a="http://schemas.openxmlformats.org/drawingml/2006/main">
              <a:ext uri="{FF2B5EF4-FFF2-40B4-BE49-F238E27FC236}">
                <a16:creationId xmlns:a16="http://schemas.microsoft.com/office/drawing/2014/main" id="{8EACE44B-7C3A-4FBD-AE1C-CD119C0CF5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33" name="!!caption">
            <a:extLst xmlns:a="http://schemas.openxmlformats.org/drawingml/2006/main">
              <a:ext uri="{FF2B5EF4-FFF2-40B4-BE49-F238E27FC236}">
                <a16:creationId xmlns:a16="http://schemas.microsoft.com/office/drawing/2014/main" id="{352AF713-3869-45A4-938B-01B6DB94F1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54"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4"/>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55"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5"/>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56"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6"/>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57"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7"/>
          <ns0:srcRect xmlns:ns0="http://schemas.openxmlformats.org/drawingml/2006/main" l="8333" t="8333" r="8333" b="8654"/>
          <a:stretch xmlns:a="http://schemas.openxmlformats.org/drawingml/2006/main">
            <a:fillRect/>
          </a:stretch>
        </p:blipFill>
        <p:spPr>
          <a:xfrm xmlns:a="http://schemas.openxmlformats.org/drawingml/2006/main">
            <a:off x="4022229" y="1573589"/>
            <a:ext cx="557212" cy="555070"/>
          </a:xfrm>
          <a:prstGeom xmlns:a="http://schemas.openxmlformats.org/drawingml/2006/main" prst="rect">
            <a:avLst/>
          </a:prstGeom>
        </p:spPr>
      </p:pic>
      <p:pic>
        <p:nvPicPr>
          <p:cNvPr id="58"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8"/>
          <ns0:srcRect xmlns:ns0="http://schemas.openxmlformats.org/drawingml/2006/main" l="0" t="0" r="67934" b="67998"/>
          <a:stretch xmlns:a="http://schemas.openxmlformats.org/drawingml/2006/main">
            <a:fillRect/>
          </a:stretch>
        </p:blipFill>
        <p:spPr>
          <a:xfrm xmlns:a="http://schemas.openxmlformats.org/drawingml/2006/main">
            <a:off x="4933452" y="1549301"/>
            <a:ext cx="499273" cy="603647"/>
          </a:xfrm>
          <a:prstGeom xmlns:a="http://schemas.openxmlformats.org/drawingml/2006/main" prst="rect">
            <a:avLst/>
          </a:prstGeom>
        </p:spPr>
      </p:pic>
      <p:pic>
        <p:nvPicPr>
          <p:cNvPr id="59"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9"/>
          <ns0:srcRect xmlns:ns0="http://schemas.openxmlformats.org/drawingml/2006/main" l="25743" t="24242" r="24302" b="25833"/>
          <a:stretch xmlns:a="http://schemas.openxmlformats.org/drawingml/2006/main">
            <a:fillRect/>
          </a:stretch>
        </p:blipFill>
        <p:spPr>
          <a:xfrm xmlns:a="http://schemas.openxmlformats.org/drawingml/2006/main">
            <a:off x="5786735" y="1572685"/>
            <a:ext cx="557212" cy="556877"/>
          </a:xfrm>
          <a:prstGeom xmlns:a="http://schemas.openxmlformats.org/drawingml/2006/main" prst="rect">
            <a:avLst/>
          </a:prstGeom>
        </p:spPr>
      </p:pic>
      <p:pic>
        <p:nvPicPr>
          <p:cNvPr id="62" name="!!tech-logo-supabase-auth" descr="supabas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62"/>
          <ns0:srcRect xmlns:ns0="http://schemas.openxmlformats.org/drawingml/2006/main" l="0" t="212" r="0" b="637"/>
          <a:stretch xmlns:a="http://schemas.openxmlformats.org/drawingml/2006/main">
            <a:fillRect/>
          </a:stretch>
        </p:blipFill>
        <p:spPr>
          <a:xfrm xmlns:a="http://schemas.openxmlformats.org/drawingml/2006/main">
            <a:off x="1844689" y="3495675"/>
            <a:ext cx="444473" cy="457200"/>
          </a:xfrm>
          <a:prstGeom xmlns:a="http://schemas.openxmlformats.org/drawingml/2006/main" prst="rect">
            <a:avLst/>
          </a:prstGeom>
        </p:spPr>
      </p:pic>
    </p:spTree>
    <p:extLst>
      <p:ext uri="{BB962C8B-B14F-4D97-AF65-F5344CB8AC3E}">
        <p14:creationId xmlns:p14="http://schemas.microsoft.com/office/powerpoint/2010/main" val="40619013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853020a19e2b4a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0D6231E-6689-4566-B64C-E8B5796FAB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828FBA9-4669-45D4-AB44-A1B7DFA7451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02C05EEF-D0B8-41A3-89BD-ED9C3B0B140A}"/>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A2DCE1C1-0F78-4133-9DFB-F022B1AC4B32}"/>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xmlns:a="http://schemas.openxmlformats.org/drawingml/2006/main">
              <a:ext uri="{FF2B5EF4-FFF2-40B4-BE49-F238E27FC236}">
                <a16:creationId xmlns:a16="http://schemas.microsoft.com/office/drawing/2014/main" id="{6FEB6A53-3BFE-43D2-969B-08DB813B4760}"/>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2CB7A0B6-C4A3-4D7E-9DEB-3286C1EB4BD1}"/>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7C52B530-61C5-4070-A374-A97622660237}"/>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8" name="!!render">
            <a:extLst xmlns:a="http://schemas.openxmlformats.org/drawingml/2006/main">
              <a:ext uri="{FF2B5EF4-FFF2-40B4-BE49-F238E27FC236}">
                <a16:creationId xmlns:a16="http://schemas.microsoft.com/office/drawing/2014/main" id="{8B371532-73DF-4655-8AFA-3D6BA92EA70A}"/>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1C55F9B5-72F6-4BD1-A6FD-60A71006DB22}"/>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2" name="!!db">
            <a:extLst xmlns:a="http://schemas.openxmlformats.org/drawingml/2006/main">
              <a:ext uri="{FF2B5EF4-FFF2-40B4-BE49-F238E27FC236}">
                <a16:creationId xmlns:a16="http://schemas.microsoft.com/office/drawing/2014/main" id="{5EF90799-05B6-4DAF-8020-668DDACC86CA}"/>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052DE448-AEA7-4EFD-91FB-F34025918B79}"/>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07C84B4C-459D-4064-B4DE-FD68EEB78FA0}"/>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6376F472-174F-40E1-9339-203E7A2CAF87}"/>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42" name="!!db-rel">
            <a:extLst xmlns:a="http://schemas.openxmlformats.org/drawingml/2006/main">
              <a:ext uri="{FF2B5EF4-FFF2-40B4-BE49-F238E27FC236}">
                <a16:creationId xmlns:a16="http://schemas.microsoft.com/office/drawing/2014/main" id="{547716D4-DAD9-425C-B408-FB49218DFFF5}"/>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FD467B2F-63A8-4414-9CE6-6FA0115E03AE}"/>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FA9CA6F8-4F20-4C0D-9A68-5703FCCB646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50649360-FDB7-4C18-9533-2B9EA69E11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pic>
        <p:nvPicPr>
          <p:cNvPr id="83" name="!!tech-logo-react" descr="reac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3"/>
          <ns0:srcRect xmlns:ns0="http://schemas.openxmlformats.org/drawingml/2006/main" l="0" t="0" r="0" b="0"/>
          <a:stretch xmlns:a="http://schemas.openxmlformats.org/drawingml/2006/main">
            <a:fillRect/>
          </a:stretch>
        </p:blipFill>
        <p:spPr>
          <a:xfrm xmlns:a="http://schemas.openxmlformats.org/drawingml/2006/main">
            <a:off x="866775" y="1668660"/>
            <a:ext cx="419100" cy="377429"/>
          </a:xfrm>
          <a:prstGeom xmlns:a="http://schemas.openxmlformats.org/drawingml/2006/main" prst="rect">
            <a:avLst/>
          </a:prstGeom>
        </p:spPr>
      </p:pic>
      <p:pic>
        <p:nvPicPr>
          <p:cNvPr id="84" name="!!tech-logo-vite" descr="vit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4"/>
          <ns0:srcRect xmlns:ns0="http://schemas.openxmlformats.org/drawingml/2006/main" l="0" t="0" r="500" b="1042"/>
          <a:stretch xmlns:a="http://schemas.openxmlformats.org/drawingml/2006/main">
            <a:fillRect/>
          </a:stretch>
        </p:blipFill>
        <p:spPr>
          <a:xfrm xmlns:a="http://schemas.openxmlformats.org/drawingml/2006/main">
            <a:off x="1571625" y="1657302"/>
            <a:ext cx="419100" cy="400146"/>
          </a:xfrm>
          <a:prstGeom xmlns:a="http://schemas.openxmlformats.org/drawingml/2006/main" prst="rect">
            <a:avLst/>
          </a:prstGeom>
        </p:spPr>
      </p:pic>
      <p:pic>
        <p:nvPicPr>
          <p:cNvPr id="85" name="!!tech-logo-vercel" descr="verce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5"/>
          <ns0:srcRect xmlns:ns0="http://schemas.openxmlformats.org/drawingml/2006/main" l="0" t="0" r="21" b="0"/>
          <a:stretch xmlns:a="http://schemas.openxmlformats.org/drawingml/2006/main">
            <a:fillRect/>
          </a:stretch>
        </p:blipFill>
        <p:spPr>
          <a:xfrm xmlns:a="http://schemas.openxmlformats.org/drawingml/2006/main">
            <a:off x="2276475" y="1675913"/>
            <a:ext cx="419100" cy="362924"/>
          </a:xfrm>
          <a:prstGeom xmlns:a="http://schemas.openxmlformats.org/drawingml/2006/main" prst="rect">
            <a:avLst/>
          </a:prstGeom>
        </p:spPr>
      </p:pic>
      <p:pic>
        <p:nvPicPr>
          <p:cNvPr id="86" name="!!tech-logo-fastapi" descr="fastapi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6"/>
          <ns0:srcRect xmlns:ns0="http://schemas.openxmlformats.org/drawingml/2006/main" l="8333" t="8333" r="8333" b="8654"/>
          <a:stretch xmlns:a="http://schemas.openxmlformats.org/drawingml/2006/main">
            <a:fillRect/>
          </a:stretch>
        </p:blipFill>
        <p:spPr>
          <a:xfrm xmlns:a="http://schemas.openxmlformats.org/drawingml/2006/main">
            <a:off x="4257675" y="1629654"/>
            <a:ext cx="457200" cy="455442"/>
          </a:xfrm>
          <a:prstGeom xmlns:a="http://schemas.openxmlformats.org/drawingml/2006/main" prst="rect">
            <a:avLst/>
          </a:prstGeom>
        </p:spPr>
      </p:pic>
      <p:pic>
        <p:nvPicPr>
          <p:cNvPr id="87" name="!!tech-logo-python" descr="python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7"/>
          <ns0:srcRect xmlns:ns0="http://schemas.openxmlformats.org/drawingml/2006/main" l="0" t="0" r="67934" b="67998"/>
          <a:stretch xmlns:a="http://schemas.openxmlformats.org/drawingml/2006/main">
            <a:fillRect/>
          </a:stretch>
        </p:blipFill>
        <p:spPr>
          <a:xfrm xmlns:a="http://schemas.openxmlformats.org/drawingml/2006/main">
            <a:off x="5005345" y="1609725"/>
            <a:ext cx="409660" cy="495300"/>
          </a:xfrm>
          <a:prstGeom xmlns:a="http://schemas.openxmlformats.org/drawingml/2006/main" prst="rect">
            <a:avLst/>
          </a:prstGeom>
        </p:spPr>
      </p:pic>
      <p:pic>
        <p:nvPicPr>
          <p:cNvPr id="88" name="!!tech-logo-render" descr="rende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88"/>
          <ns0:srcRect xmlns:ns0="http://schemas.openxmlformats.org/drawingml/2006/main" l="25743" t="24242" r="24302" b="25833"/>
          <a:stretch xmlns:a="http://schemas.openxmlformats.org/drawingml/2006/main">
            <a:fillRect/>
          </a:stretch>
        </p:blipFill>
        <p:spPr>
          <a:xfrm xmlns:a="http://schemas.openxmlformats.org/drawingml/2006/main">
            <a:off x="5705475" y="1628912"/>
            <a:ext cx="457200" cy="456925"/>
          </a:xfrm>
          <a:prstGeom xmlns:a="http://schemas.openxmlformats.org/drawingml/2006/main" prst="rect">
            <a:avLst/>
          </a:prstGeom>
        </p:spPr>
      </p:pic>
      <p:pic>
        <p:nvPicPr>
          <p:cNvPr id="90" name="!!tech-logo-postgresql" descr="postgresq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0"/>
          <ns0:srcRect xmlns:ns0="http://schemas.openxmlformats.org/drawingml/2006/main" l="107" t="0" r="0" b="0"/>
          <a:stretch xmlns:a="http://schemas.openxmlformats.org/drawingml/2006/main">
            <a:fillRect/>
          </a:stretch>
        </p:blipFill>
        <p:spPr>
          <a:xfrm xmlns:a="http://schemas.openxmlformats.org/drawingml/2006/main">
            <a:off x="10662157" y="1468041"/>
            <a:ext cx="697486" cy="719733"/>
          </a:xfrm>
          <a:prstGeom xmlns:a="http://schemas.openxmlformats.org/drawingml/2006/main" prst="rect">
            <a:avLst/>
          </a:prstGeom>
        </p:spPr>
      </p:pic>
      <p:pic>
        <p:nvPicPr>
          <p:cNvPr id="91" name="!!tech-logo-supabase-auth" descr="supabas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91"/>
          <ns0:srcRect xmlns:ns0="http://schemas.openxmlformats.org/drawingml/2006/main" l="0" t="212" r="0" b="637"/>
          <a:stretch xmlns:a="http://schemas.openxmlformats.org/drawingml/2006/main">
            <a:fillRect/>
          </a:stretch>
        </p:blipFill>
        <p:spPr>
          <a:xfrm xmlns:a="http://schemas.openxmlformats.org/drawingml/2006/main">
            <a:off x="1844689" y="3495675"/>
            <a:ext cx="444473" cy="457200"/>
          </a:xfrm>
          <a:prstGeom xmlns:a="http://schemas.openxmlformats.org/drawingml/2006/main" prst="rect">
            <a:avLst/>
          </a:prstGeom>
        </p:spPr>
      </p:pic>
      <p:pic>
        <p:nvPicPr>
          <p:cNvPr id="92" name="!!tech-logo-supabase-db" descr="Official Supabase wordmark for db"/>
          <p:cNvPicPr>
            <a:picLocks xmlns:a="http://schemas.openxmlformats.org/drawingml/2006/main" noChangeAspect="1"/>
          </p:cNvPicPr>
          <p:nvPr/>
        </p:nvPicPr>
        <p:blipFill>
          <a:blip xmlns:r="http://schemas.openxmlformats.org/officeDocument/2006/relationships" xmlns:a="http://schemas.openxmlformats.org/drawingml/2006/main" r:embed="rIdSupabaseWordmark92"/>
          <ns0:srcRect xmlns:ns0="http://schemas.openxmlformats.org/drawingml/2006/main" l="0" t="0" r="83" b="637"/>
          <a:stretch xmlns:a="http://schemas.openxmlformats.org/drawingml/2006/main">
            <a:fillRect/>
          </a:stretch>
        </p:blipFill>
        <p:spPr>
          <a:xfrm xmlns:a="http://schemas.openxmlformats.org/drawingml/2006/main">
            <a:off x="7974434" y="1613594"/>
            <a:ext cx="2520108" cy="487561"/>
          </a:xfrm>
          <a:prstGeom xmlns:a="http://schemas.openxmlformats.org/drawingml/2006/main" prst="rect">
            <a:avLst/>
          </a:prstGeom>
        </p:spPr>
      </p:pic>
      <p:pic>
        <p:nvPicPr>
          <p:cNvPr id="93" name="!!tech-logo-supabase-storage" descr="Official Supabase wordmark for storage"/>
          <p:cNvPicPr>
            <a:picLocks xmlns:a="http://schemas.openxmlformats.org/drawingml/2006/main" noChangeAspect="1"/>
          </p:cNvPicPr>
          <p:nvPr/>
        </p:nvPicPr>
        <p:blipFill>
          <a:blip xmlns:r="http://schemas.openxmlformats.org/officeDocument/2006/relationships" xmlns:a="http://schemas.openxmlformats.org/drawingml/2006/main" r:embed="rIdSupabaseWordmark93"/>
          <ns0:srcRect xmlns:ns0="http://schemas.openxmlformats.org/drawingml/2006/main" l="0" t="0" r="83" b="637"/>
          <a:stretch xmlns:a="http://schemas.openxmlformats.org/drawingml/2006/main">
            <a:fillRect/>
          </a:stretch>
        </p:blipFill>
        <p:spPr>
          <a:xfrm xmlns:a="http://schemas.openxmlformats.org/drawingml/2006/main">
            <a:off x="5286474" y="3539728"/>
            <a:ext cx="2400101" cy="464344"/>
          </a:xfrm>
          <a:prstGeom xmlns:a="http://schemas.openxmlformats.org/drawingml/2006/main" prst="rect">
            <a:avLst/>
          </a:prstGeom>
        </p:spPr>
      </p:pic>
    </p:spTree>
    <p:extLst>
      <p:ext uri="{BB962C8B-B14F-4D97-AF65-F5344CB8AC3E}">
        <p14:creationId xmlns:p14="http://schemas.microsoft.com/office/powerpoint/2010/main" val="10349319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225747e159ae407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8C30F379-2ACB-4816-BBDB-A306336351B7}"/>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E0D2EADF-3976-4226-92E2-C8CA90E6203B}"/>
              </a:ext>
            </a:extLst>
          </p:cNvPr>
          <p:cNvSpPr>
            <a:spLocks xmlns:a="http://schemas.openxmlformats.org/drawingml/2006/main" noGrp="1"/>
          </p:cNvSpPr>
          <p:nvPr/>
        </p:nvSpPr>
        <p:spPr>
          <a:xfrm xmlns:a="http://schemas.openxmlformats.org/drawingml/2006/main">
            <a:off x="581025" y="1971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custody-0-icon-0">
            <a:extLst xmlns:a="http://schemas.openxmlformats.org/drawingml/2006/main">
              <a:ext uri="{FF2B5EF4-FFF2-40B4-BE49-F238E27FC236}">
                <a16:creationId xmlns:a16="http://schemas.microsoft.com/office/drawing/2014/main" id="{A3267BEC-3A88-4EA9-B5AB-FB655ADA010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custody-0-icon-1">
            <a:extLst xmlns:a="http://schemas.openxmlformats.org/drawingml/2006/main">
              <a:ext uri="{FF2B5EF4-FFF2-40B4-BE49-F238E27FC236}">
                <a16:creationId xmlns:a16="http://schemas.microsoft.com/office/drawing/2014/main" id="{D3761793-928F-49F5-BDEE-3AA39BFD2C5B}"/>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custody-0-icon-2">
            <a:extLst xmlns:a="http://schemas.openxmlformats.org/drawingml/2006/main">
              <a:ext uri="{FF2B5EF4-FFF2-40B4-BE49-F238E27FC236}">
                <a16:creationId xmlns:a16="http://schemas.microsoft.com/office/drawing/2014/main" id="{2E00B783-BEDA-4F15-845D-488F02C7A0BE}"/>
              </a:ext>
            </a:extLst>
          </p:cNvPr>
          <p:cNvSpPr>
            <a:spLocks xmlns:a="http://schemas.openxmlformats.org/drawingml/2006/main" noGrp="1"/>
          </p:cNvSpPr>
          <p:nvPr/>
        </p:nvSpPr>
        <p:spPr>
          <a:xfrm xmlns:a="http://schemas.openxmlformats.org/drawingml/2006/main">
            <a:off x="747522" y="2138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custody-0-label">
            <a:extLst xmlns:a="http://schemas.openxmlformats.org/drawingml/2006/main">
              <a:ext uri="{FF2B5EF4-FFF2-40B4-BE49-F238E27FC236}">
                <a16:creationId xmlns:a16="http://schemas.microsoft.com/office/drawing/2014/main" id="{3E2A75E7-37CC-4CAD-877E-B39387E54FB6}"/>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D268972E-3AFB-4BED-86DC-589B79066422}"/>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page">
            <a:extLst xmlns:a="http://schemas.openxmlformats.org/drawingml/2006/main">
              <a:ext uri="{FF2B5EF4-FFF2-40B4-BE49-F238E27FC236}">
                <a16:creationId xmlns:a16="http://schemas.microsoft.com/office/drawing/2014/main" id="{34EAA38F-757D-4F32-B2E8-2EF3B12B97A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1" name="!!caption">
            <a:extLst xmlns:a="http://schemas.openxmlformats.org/drawingml/2006/main">
              <a:ext uri="{FF2B5EF4-FFF2-40B4-BE49-F238E27FC236}">
                <a16:creationId xmlns:a16="http://schemas.microsoft.com/office/drawing/2014/main" id="{3FFE2226-4878-447D-BAA1-81F9E710DDF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1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1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1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1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1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1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1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1420634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9" name="!!backdrop"/>
          <p:cNvPicPr>
            <a:picLocks xmlns:a="http://schemas.openxmlformats.org/drawingml/2006/main" noChangeAspect="1"/>
          </p:cNvPicPr>
          <p:nvPr/>
        </p:nvPicPr>
        <p:blipFill>
          <a:blip xmlns:r="http://schemas.openxmlformats.org/officeDocument/2006/relationships" xmlns:a="http://schemas.openxmlformats.org/drawingml/2006/main" r:embed="R8162b3e568d9434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FD2BB6B-D2A0-4050-9FA0-2A3FFE0F1BDC}"/>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5FEE1845-586D-45D3-8227-649015AA295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FCDE12B1-5DFC-45E2-81E1-86D8027C36F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D0DF087B-D6A4-4866-8F2D-867C00FE388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6838987-7BCD-4DAA-801D-75DF33DDEA5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C223026D-DC94-4432-AB0D-44B5B27BAD5A}"/>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92EA1740-EDCE-49B7-A2B5-468D19C3CDD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6187CFE2-9B63-4B2C-80ED-50E0D0FB9159}"/>
              </a:ext>
            </a:extLst>
          </p:cNvPr>
          <p:cNvSpPr>
            <a:spLocks xmlns:a="http://schemas.openxmlformats.org/drawingml/2006/main" noGrp="1"/>
          </p:cNvSpPr>
          <p:nvPr/>
        </p:nvSpPr>
        <p:spPr>
          <a:xfrm xmlns:a="http://schemas.openxmlformats.org/drawingml/2006/main">
            <a:off x="581025" y="3114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custody-1-icon-0">
            <a:extLst xmlns:a="http://schemas.openxmlformats.org/drawingml/2006/main">
              <a:ext uri="{FF2B5EF4-FFF2-40B4-BE49-F238E27FC236}">
                <a16:creationId xmlns:a16="http://schemas.microsoft.com/office/drawing/2014/main" id="{12A13EE7-94B0-43AA-BB2A-2018771170D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12" name="!!custody-1-icon-1">
            <a:extLst xmlns:a="http://schemas.openxmlformats.org/drawingml/2006/main">
              <a:ext uri="{FF2B5EF4-FFF2-40B4-BE49-F238E27FC236}">
                <a16:creationId xmlns:a16="http://schemas.microsoft.com/office/drawing/2014/main" id="{DA5D31D6-0B36-4EBB-8F4A-E48BE4C94C1B}"/>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13" name="!!custody-1-icon-2">
            <a:extLst xmlns:a="http://schemas.openxmlformats.org/drawingml/2006/main">
              <a:ext uri="{FF2B5EF4-FFF2-40B4-BE49-F238E27FC236}">
                <a16:creationId xmlns:a16="http://schemas.microsoft.com/office/drawing/2014/main" id="{11D6C92C-CD9B-4F62-AD14-A64290D1D5A4}"/>
              </a:ext>
            </a:extLst>
          </p:cNvPr>
          <p:cNvSpPr>
            <a:spLocks xmlns:a="http://schemas.openxmlformats.org/drawingml/2006/main" noGrp="1"/>
          </p:cNvSpPr>
          <p:nvPr/>
        </p:nvSpPr>
        <p:spPr>
          <a:xfrm xmlns:a="http://schemas.openxmlformats.org/drawingml/2006/main">
            <a:off x="747522" y="3281172"/>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cxnSp>
        <p:nvCxnSpPr>
          <p:cNvPr id="32"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461D8A07-B222-42BF-A632-597C18257F57}"/>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EB42050E-90D4-436E-9389-8DF5573B2C7F}"/>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page">
            <a:extLst xmlns:a="http://schemas.openxmlformats.org/drawingml/2006/main">
              <a:ext uri="{FF2B5EF4-FFF2-40B4-BE49-F238E27FC236}">
                <a16:creationId xmlns:a16="http://schemas.microsoft.com/office/drawing/2014/main" id="{A78C4847-8618-46BA-AD49-E18D701EC7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18" name="!!caption">
            <a:extLst xmlns:a="http://schemas.openxmlformats.org/drawingml/2006/main">
              <a:ext uri="{FF2B5EF4-FFF2-40B4-BE49-F238E27FC236}">
                <a16:creationId xmlns:a16="http://schemas.microsoft.com/office/drawing/2014/main" id="{8F43B972-52D7-4F26-9572-F2E7C800FFB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33"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3"/>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34"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35"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36"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37"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7"/>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38"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67437412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9.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6" name="!!backdrop"/>
          <p:cNvPicPr>
            <a:picLocks xmlns:a="http://schemas.openxmlformats.org/drawingml/2006/main" noChangeAspect="1"/>
          </p:cNvPicPr>
          <p:nvPr/>
        </p:nvPicPr>
        <p:blipFill>
          <a:blip xmlns:r="http://schemas.openxmlformats.org/officeDocument/2006/relationships" xmlns:a="http://schemas.openxmlformats.org/drawingml/2006/main" r:embed="R4056399d3bb943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45984E3-2660-4BCC-ACE1-54DCE013A3E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84AED978-80ED-421C-A1CE-A9D721233C16}"/>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931F9A92-79CE-4543-9E73-F3900F4696E1}"/>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B26521C-A9FB-4974-8A7D-690CB201FADB}"/>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ED6C5D22-65CD-4F38-AC10-D5E478491104}"/>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2FEE077B-0192-4788-91DF-DBAC33BE75A4}"/>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CB4B2538-EDAD-4241-9EDE-5F436172B259}"/>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CFBA64C0-C77C-4309-8AA6-0CDF707F9EA4}"/>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B8B8F70C-3E63-4629-9FED-1BB7C45A986B}"/>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7E34EB2B-88C4-406F-A5E3-81673E9B440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E630845E-1504-4D4C-82C9-5B8F1439B2D2}"/>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39"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E82EA6C9-3D90-4FFD-A3A3-AEB3AD6552AB}"/>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D8374183-51AA-482C-837A-F65ED4FC9B05}"/>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1222E1D3-C346-4883-8B95-EA8F40F80723}"/>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B438526F-1F94-49FD-AD8C-D39C1B1A209A}"/>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F92646D6-89CC-4C13-9969-DBBEBD71F67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934688CF-2C97-4D36-B89E-C0EF5F77B9D1}"/>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6"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020AE27D-7021-4450-8EC9-8FF399454C6E}"/>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6EEAC286-A915-49FF-8D1F-75103F7D7335}"/>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page">
            <a:extLst xmlns:a="http://schemas.openxmlformats.org/drawingml/2006/main">
              <a:ext uri="{FF2B5EF4-FFF2-40B4-BE49-F238E27FC236}">
                <a16:creationId xmlns:a16="http://schemas.microsoft.com/office/drawing/2014/main" id="{F19B53AE-E0ED-4B8A-80AD-DC46D415C54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5" name="!!caption">
            <a:extLst xmlns:a="http://schemas.openxmlformats.org/drawingml/2006/main">
              <a:ext uri="{FF2B5EF4-FFF2-40B4-BE49-F238E27FC236}">
                <a16:creationId xmlns:a16="http://schemas.microsoft.com/office/drawing/2014/main" id="{87196568-BBED-4773-B7FB-5F4BE073933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7"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7"/>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8"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49"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9"/>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0"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1"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1"/>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2"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732883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0.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2c84fe5be9e64ff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68FEEDE-3570-4BA0-8F57-A2E24BF4439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xmlns:a="http://schemas.openxmlformats.org/drawingml/2006/main">
              <a:ext uri="{FF2B5EF4-FFF2-40B4-BE49-F238E27FC236}">
                <a16:creationId xmlns:a16="http://schemas.microsoft.com/office/drawing/2014/main" id="{FFAF1C2C-930B-4F5F-81A0-F3672C47217F}"/>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376BE38E-308E-4415-BE8E-20B727294646}"/>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9E805ED0-3C02-42ED-B0FB-BB7F1FBDFF0F}"/>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4AD948F0-F20B-497A-9847-05E52DF2D41D}"/>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15D3439A-FDE7-42F5-B121-728513BF72B8}"/>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4A2925FD-6170-4216-A249-9504FC1A4BE1}"/>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55AF4E73-3D41-4BC3-824D-F1DFFA56B57D}"/>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10908D45-38E8-494F-81CC-6BF01D4A85DC}"/>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F45E2D75-80D2-43DC-AFD4-74A5728D2C16}"/>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8F7E1105-A034-40A7-903A-9912A02DA5D1}"/>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35803B08-DBEC-4BE7-88FE-B899A72CCDCD}"/>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7C3D33B2-C6E1-499F-8391-0405CC607198}"/>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304269A4-9285-4F59-847F-7AFBFA30485E}"/>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C77EC338-3F6C-4F76-9DBA-158821142BA2}"/>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9EC5D341-163D-44FA-BF2B-D23F584E76A8}"/>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092F2B65-FD52-4515-8E2A-3B5FEB712B9C}"/>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369D6144-E41D-40A4-B327-E3C0D3C84DB4}"/>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C7E6E951-E80B-4D1A-A2E7-0093955C92E9}"/>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8299242F-C042-42A1-9D8B-CDD3D16ABE20}"/>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A2F2DC18-C4D7-4D7E-9473-87056443BC5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C3843852-3B51-470A-B567-B9342A8569C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48"/>
          <ns0:srcRect xmlns:ns0="http://schemas.openxmlformats.org/drawingml/2006/main" l="0" t="0" r="0" b="0"/>
          <a:stretch xmlns:a="http://schemas.openxmlformats.org/drawingml/2006/main">
            <a:fillRect/>
          </a:stretch>
        </p:blipFill>
        <p:spPr>
          <a:xfrm xmlns:a="http://schemas.openxmlformats.org/drawingml/2006/main">
            <a:off x="609600" y="1495425"/>
            <a:ext cx="304800" cy="304800"/>
          </a:xfrm>
          <a:prstGeom xmlns:a="http://schemas.openxmlformats.org/drawingml/2006/main" prst="rect">
            <a:avLst/>
          </a:prstGeom>
        </p:spPr>
      </p:pic>
      <p:sp>
        <p:nvSpPr>
          <p:cNvPr id="49" name="!!tech-label-rust">
            <a:extLst xmlns:a="http://schemas.openxmlformats.org/drawingml/2006/main">
              <a:ext uri="{FF2B5EF4-FFF2-40B4-BE49-F238E27FC236}">
                <a16:creationId xmlns:a16="http://schemas.microsoft.com/office/drawing/2014/main" id="{C0B316C9-FB1F-47D6-89DD-A327E9D0299F}"/>
              </a:ext>
            </a:extLst>
          </p:cNvPr>
          <p:cNvSpPr>
            <a:spLocks xmlns:a="http://schemas.openxmlformats.org/drawingml/2006/main" noGrp="1"/>
          </p:cNvSpPr>
          <p:nvPr/>
        </p:nvSpPr>
        <p:spPr>
          <a:xfrm xmlns:a="http://schemas.openxmlformats.org/drawingml/2006/main">
            <a:off x="1019175" y="1504950"/>
            <a:ext cx="571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50" name="!!tech-logo-anchor" descr="anchor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0"/>
          <ns0:srcRect xmlns:ns0="http://schemas.openxmlformats.org/drawingml/2006/main" l="0" t="0" r="0" b="0"/>
          <a:stretch xmlns:a="http://schemas.openxmlformats.org/drawingml/2006/main">
            <a:fillRect/>
          </a:stretch>
        </p:blipFill>
        <p:spPr>
          <a:xfrm xmlns:a="http://schemas.openxmlformats.org/drawingml/2006/main">
            <a:off x="1638300" y="1495425"/>
            <a:ext cx="304800" cy="304800"/>
          </a:xfrm>
          <a:prstGeom xmlns:a="http://schemas.openxmlformats.org/drawingml/2006/main" prst="rect">
            <a:avLst/>
          </a:prstGeom>
        </p:spPr>
      </p:pic>
      <p:sp>
        <p:nvSpPr>
          <p:cNvPr id="51" name="!!tech-label-anchor">
            <a:extLst xmlns:a="http://schemas.openxmlformats.org/drawingml/2006/main">
              <a:ext uri="{FF2B5EF4-FFF2-40B4-BE49-F238E27FC236}">
                <a16:creationId xmlns:a16="http://schemas.microsoft.com/office/drawing/2014/main" id="{82178C72-A994-4D6C-A18E-7CA5B5309412}"/>
              </a:ext>
            </a:extLst>
          </p:cNvPr>
          <p:cNvSpPr>
            <a:spLocks xmlns:a="http://schemas.openxmlformats.org/drawingml/2006/main" noGrp="1"/>
          </p:cNvSpPr>
          <p:nvPr/>
        </p:nvSpPr>
        <p:spPr>
          <a:xfrm xmlns:a="http://schemas.openxmlformats.org/drawingml/2006/main">
            <a:off x="2047875" y="1504950"/>
            <a:ext cx="13620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52"/>
          <ns0:srcRect xmlns:ns0="http://schemas.openxmlformats.org/drawingml/2006/main" l="0" t="0" r="0" b="0"/>
          <a:stretch xmlns:a="http://schemas.openxmlformats.org/drawingml/2006/main">
            <a:fillRect/>
          </a:stretch>
        </p:blipFill>
        <p:spPr>
          <a:xfrm xmlns:a="http://schemas.openxmlformats.org/drawingml/2006/main">
            <a:off x="3486150" y="1514973"/>
            <a:ext cx="304800" cy="265705"/>
          </a:xfrm>
          <a:prstGeom xmlns:a="http://schemas.openxmlformats.org/drawingml/2006/main" prst="rect">
            <a:avLst/>
          </a:prstGeom>
        </p:spPr>
      </p:pic>
      <p:sp>
        <p:nvSpPr>
          <p:cNvPr id="53" name="!!tech-label-solana">
            <a:extLst xmlns:a="http://schemas.openxmlformats.org/drawingml/2006/main">
              <a:ext uri="{FF2B5EF4-FFF2-40B4-BE49-F238E27FC236}">
                <a16:creationId xmlns:a16="http://schemas.microsoft.com/office/drawing/2014/main" id="{06A2388B-CCED-42E4-BF8A-BA8B5E2D6D3F}"/>
              </a:ext>
            </a:extLst>
          </p:cNvPr>
          <p:cNvSpPr>
            <a:spLocks xmlns:a="http://schemas.openxmlformats.org/drawingml/2006/main" noGrp="1"/>
          </p:cNvSpPr>
          <p:nvPr/>
        </p:nvSpPr>
        <p:spPr>
          <a:xfrm xmlns:a="http://schemas.openxmlformats.org/drawingml/2006/main">
            <a:off x="3895725" y="1504950"/>
            <a:ext cx="1866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50787071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404cf01b23ad42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39C1AA44-0842-46F3-A496-4E4BC74AC95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BA8EA891-5496-4BC2-9B61-241498383DF1}"/>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6154451F-7D6C-4FDF-B4DC-E630A490DFF0}"/>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signed-icon-0">
            <a:extLst xmlns:a="http://schemas.openxmlformats.org/drawingml/2006/main">
              <a:ext uri="{FF2B5EF4-FFF2-40B4-BE49-F238E27FC236}">
                <a16:creationId xmlns:a16="http://schemas.microsoft.com/office/drawing/2014/main" id="{9840341E-EA63-453E-B456-AD5F1B1B056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FFFFFF"/>
            </a:solidFill>
            <a:prstDash val="solid"/>
          </a:ln>
        </p:spPr>
      </p:sp>
      <p:sp>
        <p:nvSpPr>
          <p:cNvPr id="6" name="!!signed-icon-1">
            <a:extLst xmlns:a="http://schemas.openxmlformats.org/drawingml/2006/main">
              <a:ext uri="{FF2B5EF4-FFF2-40B4-BE49-F238E27FC236}">
                <a16:creationId xmlns:a16="http://schemas.microsoft.com/office/drawing/2014/main" id="{67D13101-C789-4771-8483-82902615863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FFFFFF"/>
            </a:solidFill>
            <a:prstDash val="solid"/>
          </a:ln>
        </p:spPr>
      </p:sp>
      <p:sp>
        <p:nvSpPr>
          <p:cNvPr id="7" name="!!signed-icon-2">
            <a:extLst xmlns:a="http://schemas.openxmlformats.org/drawingml/2006/main">
              <a:ext uri="{FF2B5EF4-FFF2-40B4-BE49-F238E27FC236}">
                <a16:creationId xmlns:a16="http://schemas.microsoft.com/office/drawing/2014/main" id="{2F272C83-E481-4514-8818-82E35ABAC9ED}"/>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8" name="!!signed-label">
            <a:extLst xmlns:a="http://schemas.openxmlformats.org/drawingml/2006/main">
              <a:ext uri="{FF2B5EF4-FFF2-40B4-BE49-F238E27FC236}">
                <a16:creationId xmlns:a16="http://schemas.microsoft.com/office/drawing/2014/main" id="{3B0D7838-08AE-4881-BD6D-F2DF63AA47D7}"/>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FC6BE21F-53F0-4EF5-907A-308ABF8BE0DC}"/>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page">
            <a:extLst xmlns:a="http://schemas.openxmlformats.org/drawingml/2006/main">
              <a:ext uri="{FF2B5EF4-FFF2-40B4-BE49-F238E27FC236}">
                <a16:creationId xmlns:a16="http://schemas.microsoft.com/office/drawing/2014/main" id="{019FF3D9-CD56-4090-90EB-847FA86A046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1" name="!!caption">
            <a:extLst xmlns:a="http://schemas.openxmlformats.org/drawingml/2006/main">
              <a:ext uri="{FF2B5EF4-FFF2-40B4-BE49-F238E27FC236}">
                <a16:creationId xmlns:a16="http://schemas.microsoft.com/office/drawing/2014/main" id="{859B5B30-8000-4AAF-A76F-D57099E4AA1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7903574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7" name="!!backdrop"/>
          <p:cNvPicPr>
            <a:picLocks xmlns:a="http://schemas.openxmlformats.org/drawingml/2006/main" noChangeAspect="1"/>
          </p:cNvPicPr>
          <p:nvPr/>
        </p:nvPicPr>
        <p:blipFill>
          <a:blip xmlns:r="http://schemas.openxmlformats.org/officeDocument/2006/relationships" xmlns:a="http://schemas.openxmlformats.org/drawingml/2006/main" r:embed="Ra78ab7e7c45343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F89715F-4A3B-4E22-8E8C-3D0F116D44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47B30C26-471B-4CB8-B80D-21A0E86FC56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0D9E280C-D880-4041-84BC-B23AD6E39F76}"/>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22E3DA49-55D7-45A7-AE60-F136A55D1FD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E5A189C3-9491-4643-B1FC-581DA713AA22}"/>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CBC8F4D1-90DD-407C-B4F7-D88BA04915F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C2A914E4-3C68-44F8-A38F-86817CEB0649}"/>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0227F83E-ADE4-4204-B812-649D21044D25}"/>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CDFA7008-3EB1-4320-9077-25F2C09ABD61}"/>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1" name="!!audit-icon-0">
            <a:extLst xmlns:a="http://schemas.openxmlformats.org/drawingml/2006/main">
              <a:ext uri="{FF2B5EF4-FFF2-40B4-BE49-F238E27FC236}">
                <a16:creationId xmlns:a16="http://schemas.microsoft.com/office/drawing/2014/main" id="{4A4C8797-97A9-47B4-A581-B0E7E0ABC1B8}"/>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2" name="!!audit-icon-1">
            <a:extLst xmlns:a="http://schemas.openxmlformats.org/drawingml/2006/main">
              <a:ext uri="{FF2B5EF4-FFF2-40B4-BE49-F238E27FC236}">
                <a16:creationId xmlns:a16="http://schemas.microsoft.com/office/drawing/2014/main" id="{20B02FB0-1AE8-4A29-803B-2BE6559F0F74}"/>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3" name="!!audit-label">
            <a:extLst xmlns:a="http://schemas.openxmlformats.org/drawingml/2006/main">
              <a:ext uri="{FF2B5EF4-FFF2-40B4-BE49-F238E27FC236}">
                <a16:creationId xmlns:a16="http://schemas.microsoft.com/office/drawing/2014/main" id="{4E9C5E18-4E04-43FC-AF0F-FFC84A179DEC}"/>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AB2ABDF8-F810-4E2A-A580-CFB9A3509DA9}"/>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page">
            <a:extLst xmlns:a="http://schemas.openxmlformats.org/drawingml/2006/main">
              <a:ext uri="{FF2B5EF4-FFF2-40B4-BE49-F238E27FC236}">
                <a16:creationId xmlns:a16="http://schemas.microsoft.com/office/drawing/2014/main" id="{809540F1-9738-4038-9A3F-E4AE1CC2630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16" name="!!caption">
            <a:extLst xmlns:a="http://schemas.openxmlformats.org/drawingml/2006/main">
              <a:ext uri="{FF2B5EF4-FFF2-40B4-BE49-F238E27FC236}">
                <a16:creationId xmlns:a16="http://schemas.microsoft.com/office/drawing/2014/main" id="{30639737-599A-4528-A036-8984F58DCEC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77108767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91cd821c9a224b1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F1CBF3A-B838-4597-A7B3-64BD2B5425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56527D43-51DB-4DBE-A9C6-8A4ABD7CE96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47A2C0F1-A313-4F78-B393-A1D58887526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976EF3DA-AA0B-482D-8A13-2CE03104C0C3}"/>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A50AB892-549D-4A78-91C8-A37F7798477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9A590B83-3B3A-42C3-B054-2C24D6E86F9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9F36482F-B29A-40BB-A566-260367A881E6}"/>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8C93A965-A1DE-4627-AD6D-23DC670C72C9}"/>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1FEB3BBB-FBBF-4AD5-9641-CB14498028DF}"/>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84FF18BA-18C1-4FAA-8641-0EA413DFD99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C1E1C025-A959-4E94-82BA-4253E02B209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1E651111-19B3-484A-8568-CE8AF99DF992}"/>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BD59FF6F-3A07-4299-91C2-8899EC2FA137}"/>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02C11275-88D8-4A59-A8FF-4FD87C5765D0}"/>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511ED26F-866D-4ACA-B8CC-4C464453FA63}"/>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F2235E93-E971-4E67-963A-F057DEC9971B}"/>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335F3F31-13EF-4143-A549-E378130348E2}"/>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4616C914-A99A-47EE-B95B-64F52C444C7A}"/>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05193CFA-1532-4345-8E56-A2A3951F3EB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9DE73EAB-4159-40B6-9906-AC0D9E23F6E5}"/>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19273025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0" name="!!backdrop"/>
          <p:cNvPicPr>
            <a:picLocks xmlns:a="http://schemas.openxmlformats.org/drawingml/2006/main" noChangeAspect="1"/>
          </p:cNvPicPr>
          <p:nvPr/>
        </p:nvPicPr>
        <p:blipFill>
          <a:blip xmlns:r="http://schemas.openxmlformats.org/officeDocument/2006/relationships" xmlns:a="http://schemas.openxmlformats.org/drawingml/2006/main" r:embed="R370104696a1a433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22CAD3B3-CA4D-4E5A-B554-DE0A6D8FD24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BE19F0C0-C198-47A1-9C1C-048575DC03CC}"/>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leaf-input-icon-0">
            <a:extLst xmlns:a="http://schemas.openxmlformats.org/drawingml/2006/main">
              <a:ext uri="{FF2B5EF4-FFF2-40B4-BE49-F238E27FC236}">
                <a16:creationId xmlns:a16="http://schemas.microsoft.com/office/drawing/2014/main" id="{B756D657-466E-4451-A2E6-128F83D9ADB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FFFFFF"/>
            </a:solidFill>
            <a:prstDash val="solid"/>
          </a:ln>
        </p:spPr>
      </p:sp>
      <p:sp>
        <p:nvSpPr>
          <p:cNvPr id="5" name="!!leaf-input-icon-1">
            <a:extLst xmlns:a="http://schemas.openxmlformats.org/drawingml/2006/main">
              <a:ext uri="{FF2B5EF4-FFF2-40B4-BE49-F238E27FC236}">
                <a16:creationId xmlns:a16="http://schemas.microsoft.com/office/drawing/2014/main" id="{9565E5BE-8BCD-4A0F-B7E5-7F1FBC054AD5}"/>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FFFFFF"/>
            </a:solidFill>
            <a:prstDash val="solid"/>
          </a:ln>
        </p:spPr>
      </p:sp>
      <p:sp>
        <p:nvSpPr>
          <p:cNvPr id="6" name="!!leaf-input-label">
            <a:extLst xmlns:a="http://schemas.openxmlformats.org/drawingml/2006/main">
              <a:ext uri="{FF2B5EF4-FFF2-40B4-BE49-F238E27FC236}">
                <a16:creationId xmlns:a16="http://schemas.microsoft.com/office/drawing/2014/main" id="{132E24BA-84A0-4A19-A2E6-543147A8A10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DA172BE3-CCB6-44BB-8172-C2C5E881207D}"/>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page">
            <a:extLst xmlns:a="http://schemas.openxmlformats.org/drawingml/2006/main">
              <a:ext uri="{FF2B5EF4-FFF2-40B4-BE49-F238E27FC236}">
                <a16:creationId xmlns:a16="http://schemas.microsoft.com/office/drawing/2014/main" id="{5C96A22A-D6C0-42CA-9548-0828B0114D1D}"/>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9" name="!!caption">
            <a:extLst xmlns:a="http://schemas.openxmlformats.org/drawingml/2006/main">
              <a:ext uri="{FF2B5EF4-FFF2-40B4-BE49-F238E27FC236}">
                <a16:creationId xmlns:a16="http://schemas.microsoft.com/office/drawing/2014/main" id="{F076A0E3-7BDD-4F1F-94AA-56C98C26505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spTree>
    <p:extLst>
      <p:ext uri="{BB962C8B-B14F-4D97-AF65-F5344CB8AC3E}">
        <p14:creationId xmlns:p14="http://schemas.microsoft.com/office/powerpoint/2010/main" val="92088738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6396ee0363824c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46EC514B-9E4F-4FFF-9B7F-9157BC5313E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input-selection">
            <a:extLst xmlns:a="http://schemas.openxmlformats.org/drawingml/2006/main">
              <a:ext uri="{FF2B5EF4-FFF2-40B4-BE49-F238E27FC236}">
                <a16:creationId xmlns:a16="http://schemas.microsoft.com/office/drawing/2014/main" id="{7B4055F1-D644-4075-BD3A-B0A3D124C19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leaf-input-icon-0">
            <a:extLst xmlns:a="http://schemas.openxmlformats.org/drawingml/2006/main">
              <a:ext uri="{FF2B5EF4-FFF2-40B4-BE49-F238E27FC236}">
                <a16:creationId xmlns:a16="http://schemas.microsoft.com/office/drawing/2014/main" id="{5DC2A864-EC94-41E5-8EC6-6FBC72BC1BB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5" name="!!leaf-input-icon-1">
            <a:extLst xmlns:a="http://schemas.openxmlformats.org/drawingml/2006/main">
              <a:ext uri="{FF2B5EF4-FFF2-40B4-BE49-F238E27FC236}">
                <a16:creationId xmlns:a16="http://schemas.microsoft.com/office/drawing/2014/main" id="{BCA1E282-4461-4983-9AB9-01F0EC1E3F7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6" name="!!leaf-input-label">
            <a:extLst xmlns:a="http://schemas.openxmlformats.org/drawingml/2006/main">
              <a:ext uri="{FF2B5EF4-FFF2-40B4-BE49-F238E27FC236}">
                <a16:creationId xmlns:a16="http://schemas.microsoft.com/office/drawing/2014/main" id="{7463D367-9841-47A2-8769-8307D3CFADF4}"/>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lá</a:t>
            </a:r>
          </a:p>
        </p:txBody>
      </p:sp>
      <p:sp>
        <p:nvSpPr>
          <p:cNvPr id="7" name="!!leaf-input-detail">
            <a:extLst xmlns:a="http://schemas.openxmlformats.org/drawingml/2006/main">
              <a:ext uri="{FF2B5EF4-FFF2-40B4-BE49-F238E27FC236}">
                <a16:creationId xmlns:a16="http://schemas.microsoft.com/office/drawing/2014/main" id="{AC654F7B-161D-4DE6-AB99-3ABD53E0E743}"/>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Pillow + NumPy xử lý ảnh</a:t>
            </a:r>
          </a:p>
        </p:txBody>
      </p:sp>
      <p:sp>
        <p:nvSpPr>
          <p:cNvPr id="8" name="!!leaf-output-selection">
            <a:extLst xmlns:a="http://schemas.openxmlformats.org/drawingml/2006/main">
              <a:ext uri="{FF2B5EF4-FFF2-40B4-BE49-F238E27FC236}">
                <a16:creationId xmlns:a16="http://schemas.microsoft.com/office/drawing/2014/main" id="{59A6B94E-03C6-4271-9BC9-AE104BA21D80}"/>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9" name="!!leaf-output-icon-0">
            <a:extLst xmlns:a="http://schemas.openxmlformats.org/drawingml/2006/main">
              <a:ext uri="{FF2B5EF4-FFF2-40B4-BE49-F238E27FC236}">
                <a16:creationId xmlns:a16="http://schemas.microsoft.com/office/drawing/2014/main" id="{A1F669D0-C035-4D06-835D-955304AECD9A}"/>
              </a:ext>
            </a:extLst>
          </p:cNvPr>
          <p:cNvSpPr>
            <a:spLocks xmlns:a="http://schemas.openxmlformats.org/drawingml/2006/main" noGrp="1"/>
          </p:cNvSpPr>
          <p:nvPr/>
        </p:nvSpPr>
        <p:spPr>
          <a:xfrm xmlns:a="http://schemas.openxmlformats.org/drawingml/2006/main">
            <a:off x="854774" y="3617024"/>
            <a:ext cx="195453" cy="195453"/>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0" name="!!leaf-output-icon-1">
            <a:extLst xmlns:a="http://schemas.openxmlformats.org/drawingml/2006/main">
              <a:ext uri="{FF2B5EF4-FFF2-40B4-BE49-F238E27FC236}">
                <a16:creationId xmlns:a16="http://schemas.microsoft.com/office/drawing/2014/main" id="{05A18995-B30C-43EC-9FF1-9D087FDF55AB}"/>
              </a:ext>
            </a:extLst>
          </p:cNvPr>
          <p:cNvSpPr>
            <a:spLocks xmlns:a="http://schemas.openxmlformats.org/drawingml/2006/main" noGrp="1"/>
          </p:cNvSpPr>
          <p:nvPr/>
        </p:nvSpPr>
        <p:spPr>
          <a:xfrm xmlns:a="http://schemas.openxmlformats.org/drawingml/2006/main">
            <a:off x="903637" y="3665887"/>
            <a:ext cx="97727"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1" name="!!leaf-output-icon-2">
            <a:extLst xmlns:a="http://schemas.openxmlformats.org/drawingml/2006/main">
              <a:ext uri="{FF2B5EF4-FFF2-40B4-BE49-F238E27FC236}">
                <a16:creationId xmlns:a16="http://schemas.microsoft.com/office/drawing/2014/main" id="{D53737EE-3FED-410C-98AE-63E8E287EA4D}"/>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12" name="!!leaf-output-icon-3">
            <a:extLst xmlns:a="http://schemas.openxmlformats.org/drawingml/2006/main">
              <a:ext uri="{FF2B5EF4-FFF2-40B4-BE49-F238E27FC236}">
                <a16:creationId xmlns:a16="http://schemas.microsoft.com/office/drawing/2014/main" id="{E808608F-D27D-4542-9F09-A8EDF1CEAC1B}"/>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13" name="!!leaf-output-icon-4">
            <a:extLst xmlns:a="http://schemas.openxmlformats.org/drawingml/2006/main">
              <a:ext uri="{FF2B5EF4-FFF2-40B4-BE49-F238E27FC236}">
                <a16:creationId xmlns:a16="http://schemas.microsoft.com/office/drawing/2014/main" id="{4B751F72-C483-4891-BDEC-D62399364B2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14" name="!!leaf-output-icon-5">
            <a:extLst xmlns:a="http://schemas.openxmlformats.org/drawingml/2006/main">
              <a:ext uri="{FF2B5EF4-FFF2-40B4-BE49-F238E27FC236}">
                <a16:creationId xmlns:a16="http://schemas.microsoft.com/office/drawing/2014/main" id="{505C689F-380E-4E56-AD95-25D4CF34C4E9}"/>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5" name="!!leaf-output-icon-6">
            <a:extLst xmlns:a="http://schemas.openxmlformats.org/drawingml/2006/main">
              <a:ext uri="{FF2B5EF4-FFF2-40B4-BE49-F238E27FC236}">
                <a16:creationId xmlns:a16="http://schemas.microsoft.com/office/drawing/2014/main" id="{AB5E4A5F-CF46-4062-9FFC-AE7F71E9B36E}"/>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6" name="!!leaf-output-icon-7">
            <a:extLst xmlns:a="http://schemas.openxmlformats.org/drawingml/2006/main">
              <a:ext uri="{FF2B5EF4-FFF2-40B4-BE49-F238E27FC236}">
                <a16:creationId xmlns:a16="http://schemas.microsoft.com/office/drawing/2014/main" id="{BA40229B-FDEA-4C8D-8AE3-53069816B3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7" name="!!leaf-output-icon-8">
            <a:extLst xmlns:a="http://schemas.openxmlformats.org/drawingml/2006/main">
              <a:ext uri="{FF2B5EF4-FFF2-40B4-BE49-F238E27FC236}">
                <a16:creationId xmlns:a16="http://schemas.microsoft.com/office/drawing/2014/main" id="{D190EE09-DD8D-4234-8652-76FC6A5716BA}"/>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8" name="!!leaf-output-icon-9">
            <a:extLst xmlns:a="http://schemas.openxmlformats.org/drawingml/2006/main">
              <a:ext uri="{FF2B5EF4-FFF2-40B4-BE49-F238E27FC236}">
                <a16:creationId xmlns:a16="http://schemas.microsoft.com/office/drawing/2014/main" id="{CD8A70F4-0BEB-4366-8AA5-4A5058C267FC}"/>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9" name="!!leaf-output-label">
            <a:extLst xmlns:a="http://schemas.openxmlformats.org/drawingml/2006/main">
              <a:ext uri="{FF2B5EF4-FFF2-40B4-BE49-F238E27FC236}">
                <a16:creationId xmlns:a16="http://schemas.microsoft.com/office/drawing/2014/main" id="{5273D198-C698-4AD3-84B0-DCCDC23ABBBC}"/>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Gợi ý từ classifier</a:t>
            </a:r>
          </a:p>
        </p:txBody>
      </p:sp>
      <p:sp>
        <p:nvSpPr>
          <p:cNvPr id="20" name="!!leaf-output-detail">
            <a:extLst xmlns:a="http://schemas.openxmlformats.org/drawingml/2006/main">
              <a:ext uri="{FF2B5EF4-FFF2-40B4-BE49-F238E27FC236}">
                <a16:creationId xmlns:a16="http://schemas.microsoft.com/office/drawing/2014/main" id="{1AF1CCB1-883D-47F4-9D3D-72017EE326D8}"/>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ONNX Runtime trên FastAPI</a:t>
            </a:r>
          </a:p>
        </p:txBody>
      </p:sp>
      <p:sp>
        <p:nvSpPr>
          <p:cNvPr id="21" name="!!page">
            <a:extLst xmlns:a="http://schemas.openxmlformats.org/drawingml/2006/main">
              <a:ext uri="{FF2B5EF4-FFF2-40B4-BE49-F238E27FC236}">
                <a16:creationId xmlns:a16="http://schemas.microsoft.com/office/drawing/2014/main" id="{82AC85A4-C1F6-4C47-A87B-7342CCD759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22" name="!!caption">
            <a:extLst xmlns:a="http://schemas.openxmlformats.org/drawingml/2006/main">
              <a:ext uri="{FF2B5EF4-FFF2-40B4-BE49-F238E27FC236}">
                <a16:creationId xmlns:a16="http://schemas.microsoft.com/office/drawing/2014/main" id="{43B7CC4C-63D1-4A5A-881B-7850A13D864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Ảnh giao diện/API ngày 26/09/2026. Hình nền tạo bằng AI</a:t>
            </a:r>
          </a:p>
        </p:txBody>
      </p:sp>
      <p:pic>
        <p:nvPicPr>
          <p:cNvPr id="24"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4"/>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25"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25"/>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1961946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179e90e8fecf46f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CF09167-1149-41CC-B75D-D9481B90D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ad468703b6ef4e34"/>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A7A5F1F8-4369-4DAC-84F2-16CCC7D4E0BE}"/>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xmlns:a="http://schemas.openxmlformats.org/drawingml/2006/main">
              <a:ext uri="{FF2B5EF4-FFF2-40B4-BE49-F238E27FC236}">
                <a16:creationId xmlns:a16="http://schemas.microsoft.com/office/drawing/2014/main" id="{66AF17DF-B3EB-463E-9F42-258A71BB9AA5}"/>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978CBB7E-2A94-438E-AB5B-9B22F820705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CFA15880-5881-4C66-92D3-6F8F520E583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5"/>
          <ns0:srcRect xmlns:ns0="http://schemas.openxmlformats.org/drawingml/2006/main" l="9924" t="23439" r="9336" b="27816"/>
          <a:stretch xmlns:a="http://schemas.openxmlformats.org/drawingml/2006/main">
            <a:fillRect/>
          </a:stretch>
        </p:blipFill>
        <p:spPr>
          <a:xfrm xmlns:a="http://schemas.openxmlformats.org/drawingml/2006/main">
            <a:off x="930289" y="1571625"/>
            <a:ext cx="1682721" cy="571500"/>
          </a:xfrm>
          <a:prstGeom xmlns:a="http://schemas.openxmlformats.org/drawingml/2006/main" prst="rect">
            <a:avLst/>
          </a:prstGeom>
        </p:spPr>
      </p:pic>
      <p:pic>
        <p:nvPicPr>
          <p:cNvPr id="36" name="!!tech-logo-fastapi-teal" descr="fastapi-teal technology logo"/>
          <p:cNvPicPr>
            <a:picLocks xmlns:a="http://schemas.openxmlformats.org/drawingml/2006/main" noChangeAspect="1"/>
          </p:cNvPicPr>
          <p:nvPr/>
        </p:nvPicPr>
        <p:blipFill>
          <a:blip xmlns:r="http://schemas.openxmlformats.org/officeDocument/2006/relationships" xmlns:a="http://schemas.openxmlformats.org/drawingml/2006/main" r:embed="rIdTechLogo36"/>
          <ns0:srcRect xmlns:ns0="http://schemas.openxmlformats.org/drawingml/2006/main" l="11621" t="30352" r="11621" b="30352"/>
          <a:stretch xmlns:a="http://schemas.openxmlformats.org/drawingml/2006/main">
            <a:fillRect/>
          </a:stretch>
        </p:blipFill>
        <p:spPr>
          <a:xfrm xmlns:a="http://schemas.openxmlformats.org/drawingml/2006/main">
            <a:off x="3238500" y="1653824"/>
            <a:ext cx="2000250" cy="369003"/>
          </a:xfrm>
          <a:prstGeom xmlns:a="http://schemas.openxmlformats.org/drawingml/2006/main" prst="rect">
            <a:avLst/>
          </a:prstGeom>
        </p:spPr>
      </p:pic>
    </p:spTree>
    <p:extLst>
      <p:ext uri="{BB962C8B-B14F-4D97-AF65-F5344CB8AC3E}">
        <p14:creationId xmlns:p14="http://schemas.microsoft.com/office/powerpoint/2010/main" val="164881834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1091e0b35fd14d5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B550F8BC-9F26-4800-B918-287B56D7A38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5DF97127-5399-4DB3-9246-49702C017CBE}"/>
              </a:ext>
            </a:extLst>
          </p:cNvPr>
          <p:cNvSpPr>
            <a:spLocks xmlns:a="http://schemas.openxmlformats.org/drawingml/2006/main" noGrp="1"/>
          </p:cNvSpPr>
          <p:nvPr/>
        </p:nvSpPr>
        <p:spPr>
          <a:xfrm xmlns:a="http://schemas.openxmlformats.org/drawingml/2006/main">
            <a:off x="600075" y="2276475"/>
            <a:ext cx="781050" cy="7810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4" name="!!synthetic-symbol-icon-0">
            <a:extLst xmlns:a="http://schemas.openxmlformats.org/drawingml/2006/main">
              <a:ext uri="{FF2B5EF4-FFF2-40B4-BE49-F238E27FC236}">
                <a16:creationId xmlns:a16="http://schemas.microsoft.com/office/drawing/2014/main" id="{33BDA1C7-B57A-4299-8D1A-E248A9D95DCF}"/>
              </a:ext>
            </a:extLst>
          </p:cNvPr>
          <p:cNvSpPr>
            <a:spLocks xmlns:a="http://schemas.openxmlformats.org/drawingml/2006/main" noGrp="1"/>
          </p:cNvSpPr>
          <p:nvPr/>
        </p:nvSpPr>
        <p:spPr>
          <a:xfrm xmlns:a="http://schemas.openxmlformats.org/drawingml/2006/main">
            <a:off x="904685" y="2581084"/>
            <a:ext cx="171831" cy="171831"/>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5" name="!!synthetic-symbol-icon-1">
            <a:extLst xmlns:a="http://schemas.openxmlformats.org/drawingml/2006/main">
              <a:ext uri="{FF2B5EF4-FFF2-40B4-BE49-F238E27FC236}">
                <a16:creationId xmlns:a16="http://schemas.microsoft.com/office/drawing/2014/main" id="{1D48DCE7-F5FE-44E4-A96C-EE3B060A45CE}"/>
              </a:ext>
            </a:extLst>
          </p:cNvPr>
          <p:cNvSpPr>
            <a:spLocks xmlns:a="http://schemas.openxmlformats.org/drawingml/2006/main" noGrp="1"/>
          </p:cNvSpPr>
          <p:nvPr/>
        </p:nvSpPr>
        <p:spPr>
          <a:xfrm xmlns:a="http://schemas.openxmlformats.org/drawingml/2006/main">
            <a:off x="947642" y="2624042"/>
            <a:ext cx="85916" cy="85916"/>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6" name="!!synthetic-symbol-icon-2">
            <a:extLst xmlns:a="http://schemas.openxmlformats.org/drawingml/2006/main">
              <a:ext uri="{FF2B5EF4-FFF2-40B4-BE49-F238E27FC236}">
                <a16:creationId xmlns:a16="http://schemas.microsoft.com/office/drawing/2014/main" id="{844AA891-3729-4315-A988-EFD87FAE65D6}"/>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7" name="!!synthetic-symbol-icon-3">
            <a:extLst xmlns:a="http://schemas.openxmlformats.org/drawingml/2006/main">
              <a:ext uri="{FF2B5EF4-FFF2-40B4-BE49-F238E27FC236}">
                <a16:creationId xmlns:a16="http://schemas.microsoft.com/office/drawing/2014/main" id="{E49DCFAE-61F9-4FA7-95C8-CFEC880A39E5}"/>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8" name="!!synthetic-symbol-icon-4">
            <a:extLst xmlns:a="http://schemas.openxmlformats.org/drawingml/2006/main">
              <a:ext uri="{FF2B5EF4-FFF2-40B4-BE49-F238E27FC236}">
                <a16:creationId xmlns:a16="http://schemas.microsoft.com/office/drawing/2014/main" id="{0ED23040-D61D-499B-B2C5-0C8547AE876B}"/>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9" name="!!synthetic-symbol-icon-5">
            <a:extLst xmlns:a="http://schemas.openxmlformats.org/drawingml/2006/main">
              <a:ext uri="{FF2B5EF4-FFF2-40B4-BE49-F238E27FC236}">
                <a16:creationId xmlns:a16="http://schemas.microsoft.com/office/drawing/2014/main" id="{610542F5-DBB8-46DC-975F-C9A7FFB93D60}"/>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0" name="!!synthetic-symbol-icon-6">
            <a:extLst xmlns:a="http://schemas.openxmlformats.org/drawingml/2006/main">
              <a:ext uri="{FF2B5EF4-FFF2-40B4-BE49-F238E27FC236}">
                <a16:creationId xmlns:a16="http://schemas.microsoft.com/office/drawing/2014/main" id="{6B12539B-1750-4388-95F7-AD4540390C93}"/>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1" name="!!synthetic-symbol-icon-7">
            <a:extLst xmlns:a="http://schemas.openxmlformats.org/drawingml/2006/main">
              <a:ext uri="{FF2B5EF4-FFF2-40B4-BE49-F238E27FC236}">
                <a16:creationId xmlns:a16="http://schemas.microsoft.com/office/drawing/2014/main" id="{F15D10D8-5449-454A-9078-42C9EF939E6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2" name="!!synthetic-symbol-icon-8">
            <a:extLst xmlns:a="http://schemas.openxmlformats.org/drawingml/2006/main">
              <a:ext uri="{FF2B5EF4-FFF2-40B4-BE49-F238E27FC236}">
                <a16:creationId xmlns:a16="http://schemas.microsoft.com/office/drawing/2014/main" id="{08C74BDD-291F-425F-9C8A-16B7FD88AB4D}"/>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3" name="!!synthetic-symbol-icon-9">
            <a:extLst xmlns:a="http://schemas.openxmlformats.org/drawingml/2006/main">
              <a:ext uri="{FF2B5EF4-FFF2-40B4-BE49-F238E27FC236}">
                <a16:creationId xmlns:a16="http://schemas.microsoft.com/office/drawing/2014/main" id="{E4C28551-6925-42E3-9066-2579763BAF79}"/>
              </a:ext>
            </a:extLst>
          </p:cNvPr>
          <p:cNvSpPr>
            <a:spLocks xmlns:a="http://schemas.openxmlformats.org/drawingml/2006/main" noGrp="1"/>
          </p:cNvSpPr>
          <p:nvPr/>
        </p:nvSpPr>
        <p:spPr>
          <a:xfrm xmlns:a="http://schemas.openxmlformats.org/drawingml/2006/main">
            <a:off x="818769" y="2495169"/>
            <a:ext cx="343662" cy="343662"/>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4" name="!!synthetic">
            <a:extLst xmlns:a="http://schemas.openxmlformats.org/drawingml/2006/main">
              <a:ext uri="{FF2B5EF4-FFF2-40B4-BE49-F238E27FC236}">
                <a16:creationId xmlns:a16="http://schemas.microsoft.com/office/drawing/2014/main" id="{A3E36B44-70BF-4C7B-9C00-F2C662128F34}"/>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0B657DF9-5F10-4316-84DB-ACC08FBF9D4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page">
            <a:extLst xmlns:a="http://schemas.openxmlformats.org/drawingml/2006/main">
              <a:ext uri="{FF2B5EF4-FFF2-40B4-BE49-F238E27FC236}">
                <a16:creationId xmlns:a16="http://schemas.microsoft.com/office/drawing/2014/main" id="{03095ADA-FDC4-4B26-925B-914BB1C8CEC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17" name="!!caption">
            <a:extLst xmlns:a="http://schemas.openxmlformats.org/drawingml/2006/main">
              <a:ext uri="{FF2B5EF4-FFF2-40B4-BE49-F238E27FC236}">
                <a16:creationId xmlns:a16="http://schemas.microsoft.com/office/drawing/2014/main" id="{614C5F89-953E-4564-83B8-4B030FEFE02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21358118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0216348b8bcb4d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6EFFC2F1-A835-4F08-8E28-329662F969E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88D5343F-50E6-45FC-8923-ADB579B4A4E0}"/>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EFD845B4-8AE4-474B-A369-F79E8A168BC4}"/>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5AA7A932-82A3-4B24-A67C-884FC9933EB9}"/>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E934B409-6917-4BEE-9667-10DE0320792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00E31C42-A6DB-48A3-9448-BE47589B893B}"/>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C30679B6-9C8D-40C6-A239-D85803805F5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F3E86097-F440-4F7B-87C7-4C36BC1214F8}"/>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5822825-CEA0-452E-A7DC-1C0873F6D6BE}"/>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D97F7553-80E2-4D8B-8F5F-9F53912FC9E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9E3E6CD1-BCA1-4344-A270-534EF344C505}"/>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55F6683D-D1E2-4596-A658-69C1A99FDD40}"/>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D6D42C22-0173-4B57-8D1C-35E2436CBB1E}"/>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4A1D85E8-6EE3-4F03-BB76-7AA3807B04FA}"/>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7248A3C2-3975-45F0-83E5-D8D636C3069D}"/>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95DB28F-A0F9-4223-981B-E624B47E480E}"/>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DA7DFF89-E935-4B1F-83A3-CC6F03BCAD0F}"/>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F3446ABD-81DE-40CA-9654-0B71856546E0}"/>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69CB1FB4-6FA6-4274-A5C6-858241653CAA}"/>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0E68BA4D-C761-451E-9DD0-1930A02F4F60}"/>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72980343-05F4-4416-AAB5-08A40D3CE13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E254474F-E084-4003-AC4E-0147DCCE035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148269530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f99834dfa7964f1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F3F50EC-D86C-49F6-96F7-57268D1DF7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54991C7-A48A-47B0-B4E7-655F01AAC47E}"/>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18669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163D16FB-22A1-44D4-A377-0D5DD8FDCFE5}"/>
              </a:ext>
            </a:extLst>
          </p:cNvPr>
          <p:cNvSpPr>
            <a:spLocks xmlns:a="http://schemas.openxmlformats.org/drawingml/2006/main" noGrp="1"/>
          </p:cNvSpPr>
          <p:nvPr/>
        </p:nvSpPr>
        <p:spPr>
          <a:xfrm xmlns:a="http://schemas.openxmlformats.org/drawingml/2006/main">
            <a:off x="609600" y="30480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3EDAFDB6-6F58-459C-AD92-31337064D1B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10D67367-8C73-4506-895B-9EA364BC9A1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07814830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e8609116dee54e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4EF7DF3-BD67-4D8A-A54E-99B6E1E9D0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37410046-AC37-4B54-8B5F-4447D101D9D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1" name=""/>
          <p:cNvGraphicFramePr/>
          <p:nvPr/>
        </p:nvGraphicFramePr>
        <p:xfrm>
          <a:off xmlns:a="http://schemas.openxmlformats.org/drawingml/2006/main" x="609600" y="2114550"/>
          <a:ext xmlns:a="http://schemas.openxmlformats.org/drawingml/2006/main" cx="10896600" cy="280035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9B5C23FF-C48D-4967-A939-EFE3920E74DB}"/>
              </a:ext>
            </a:extLst>
          </p:cNvPr>
          <p:cNvSpPr>
            <a:spLocks xmlns:a="http://schemas.openxmlformats.org/drawingml/2006/main" noGrp="1"/>
          </p:cNvSpPr>
          <p:nvPr/>
        </p:nvSpPr>
        <p:spPr>
          <a:xfrm xmlns:a="http://schemas.openxmlformats.org/drawingml/2006/main">
            <a:off x="609600" y="398145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page">
            <a:extLst xmlns:a="http://schemas.openxmlformats.org/drawingml/2006/main">
              <a:ext uri="{FF2B5EF4-FFF2-40B4-BE49-F238E27FC236}">
                <a16:creationId xmlns:a16="http://schemas.microsoft.com/office/drawing/2014/main" id="{1008006A-79C0-40E9-836F-C1A938FB84F6}"/>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7" name="!!caption">
            <a:extLst xmlns:a="http://schemas.openxmlformats.org/drawingml/2006/main">
              <a:ext uri="{FF2B5EF4-FFF2-40B4-BE49-F238E27FC236}">
                <a16:creationId xmlns:a16="http://schemas.microsoft.com/office/drawing/2014/main" id="{28578D87-C307-48E2-B4CF-8540F309B70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211307668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Classifier thử nghiệm</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165421612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2.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1" name="!!backdrop"/>
          <p:cNvPicPr>
            <a:picLocks xmlns:a="http://schemas.openxmlformats.org/drawingml/2006/main" noChangeAspect="1"/>
          </p:cNvPicPr>
          <p:nvPr/>
        </p:nvPicPr>
        <p:blipFill>
          <a:blip xmlns:r="http://schemas.openxmlformats.org/officeDocument/2006/relationships" xmlns:a="http://schemas.openxmlformats.org/drawingml/2006/main" r:embed="Ra7309318cacd4d7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182E6217-5CE6-48E4-A3B4-F49133106CB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2A16AF8-9530-417C-A0E4-E8A797F2A186}"/>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6BFC1C92-9B8B-4191-A1A8-D6344256BEF2}"/>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5" name="!!pilot-start-icon-0">
            <a:extLst xmlns:a="http://schemas.openxmlformats.org/drawingml/2006/main">
              <a:ext uri="{FF2B5EF4-FFF2-40B4-BE49-F238E27FC236}">
                <a16:creationId xmlns:a16="http://schemas.microsoft.com/office/drawing/2014/main" id="{EB3449DF-89B8-4EC4-9546-E2C6A949C6F3}"/>
              </a:ext>
            </a:extLst>
          </p:cNvPr>
          <p:cNvSpPr>
            <a:spLocks xmlns:a="http://schemas.openxmlformats.org/drawingml/2006/main" noGrp="1"/>
          </p:cNvSpPr>
          <p:nvPr/>
        </p:nvSpPr>
        <p:spPr>
          <a:xfrm xmlns:a="http://schemas.openxmlformats.org/drawingml/2006/main">
            <a:off x="887349" y="2313623"/>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6" name="!!pilot-start-icon-1">
            <a:extLst xmlns:a="http://schemas.openxmlformats.org/drawingml/2006/main">
              <a:ext uri="{FF2B5EF4-FFF2-40B4-BE49-F238E27FC236}">
                <a16:creationId xmlns:a16="http://schemas.microsoft.com/office/drawing/2014/main" id="{698A93A1-F9EE-4095-8D98-A5AE9F84A3C9}"/>
              </a:ext>
            </a:extLst>
          </p:cNvPr>
          <p:cNvSpPr>
            <a:spLocks xmlns:a="http://schemas.openxmlformats.org/drawingml/2006/main" noGrp="1"/>
          </p:cNvSpPr>
          <p:nvPr/>
        </p:nvSpPr>
        <p:spPr>
          <a:xfrm xmlns:a="http://schemas.openxmlformats.org/drawingml/2006/main">
            <a:off x="822198" y="249278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7" name="!!pilot-start-label">
            <a:extLst xmlns:a="http://schemas.openxmlformats.org/drawingml/2006/main">
              <a:ext uri="{FF2B5EF4-FFF2-40B4-BE49-F238E27FC236}">
                <a16:creationId xmlns:a16="http://schemas.microsoft.com/office/drawing/2014/main" id="{7C747122-9AD5-498B-B56A-7CA7E23C1C86}"/>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DEF853A2-66FD-4E1E-B1C0-DEE6FEE6F10B}"/>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age">
            <a:extLst xmlns:a="http://schemas.openxmlformats.org/drawingml/2006/main">
              <a:ext uri="{FF2B5EF4-FFF2-40B4-BE49-F238E27FC236}">
                <a16:creationId xmlns:a16="http://schemas.microsoft.com/office/drawing/2014/main" id="{6D700B58-5579-4196-9639-C1AB1A92A2E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0" name="!!caption">
            <a:extLst xmlns:a="http://schemas.openxmlformats.org/drawingml/2006/main">
              <a:ext uri="{FF2B5EF4-FFF2-40B4-BE49-F238E27FC236}">
                <a16:creationId xmlns:a16="http://schemas.microsoft.com/office/drawing/2014/main" id="{FBF4878E-D12E-4DEC-B3B5-11786012715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9718700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169244bd33a9400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A856FAF7-DAAA-4343-9C11-1BC1FE48637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C3C35F18-46E8-4F4B-9B18-239BBCD5B09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FC30E2B9-9335-48EA-B905-FFF7B821B62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F2F36077-AA16-4F8B-A1F6-70FE7CF1E1BC}"/>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0FB31F4F-99EB-45C2-AF73-5EBC8E4B90B7}"/>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D6DCFCC-92DD-418F-BCF7-85CC5351E62E}"/>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0F4E9718-6B82-488E-8C7C-98E2B6AA97CD}"/>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5CDBCD6B-4BB6-4661-B77B-B08D0A0BB37A}"/>
              </a:ext>
            </a:extLst>
          </p:cNvPr>
          <p:cNvSpPr>
            <a:spLocks xmlns:a="http://schemas.openxmlformats.org/drawingml/2006/main" noGrp="1"/>
          </p:cNvSpPr>
          <p:nvPr/>
        </p:nvSpPr>
        <p:spPr>
          <a:xfrm xmlns:a="http://schemas.openxmlformats.org/drawingml/2006/main">
            <a:off x="590550" y="3352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pilot-measure-icon-0">
            <a:extLst xmlns:a="http://schemas.openxmlformats.org/drawingml/2006/main">
              <a:ext uri="{FF2B5EF4-FFF2-40B4-BE49-F238E27FC236}">
                <a16:creationId xmlns:a16="http://schemas.microsoft.com/office/drawing/2014/main" id="{585C1D6F-A0D4-4D85-B7F4-87142CD54462}"/>
              </a:ext>
            </a:extLst>
          </p:cNvPr>
          <p:cNvSpPr>
            <a:spLocks xmlns:a="http://schemas.openxmlformats.org/drawingml/2006/main" noGrp="1"/>
          </p:cNvSpPr>
          <p:nvPr/>
        </p:nvSpPr>
        <p:spPr>
          <a:xfrm xmlns:a="http://schemas.openxmlformats.org/drawingml/2006/main">
            <a:off x="789622" y="3551873"/>
            <a:ext cx="325755" cy="325755"/>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pilot-measure-icon-1">
            <a:extLst xmlns:a="http://schemas.openxmlformats.org/drawingml/2006/main">
              <a:ext uri="{FF2B5EF4-FFF2-40B4-BE49-F238E27FC236}">
                <a16:creationId xmlns:a16="http://schemas.microsoft.com/office/drawing/2014/main" id="{7525714A-BA83-4F4E-BB51-544BF2877DE1}"/>
              </a:ext>
            </a:extLst>
          </p:cNvPr>
          <p:cNvSpPr>
            <a:spLocks xmlns:a="http://schemas.openxmlformats.org/drawingml/2006/main" noGrp="1"/>
          </p:cNvSpPr>
          <p:nvPr/>
        </p:nvSpPr>
        <p:spPr>
          <a:xfrm xmlns:a="http://schemas.openxmlformats.org/drawingml/2006/main">
            <a:off x="757047" y="3519297"/>
            <a:ext cx="390906" cy="39090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12" name="!!pilot-measure-label">
            <a:extLst xmlns:a="http://schemas.openxmlformats.org/drawingml/2006/main">
              <a:ext uri="{FF2B5EF4-FFF2-40B4-BE49-F238E27FC236}">
                <a16:creationId xmlns:a16="http://schemas.microsoft.com/office/drawing/2014/main" id="{7A7083B6-EB54-44FF-87AC-507781B795B7}"/>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F4F1E8"/>
                </a:solidFill>
                <a:latin typeface="Segoe UI"/>
                <a:ea typeface="Segoe UI"/>
                <a:cs typeface="Segoe UI"/>
              </a:defRPr>
            </a:pPr>
            <a:r>
              <a:rPr sz="24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0B7B806D-F131-4294-8C5E-700C165C72A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ge">
            <a:extLst xmlns:a="http://schemas.openxmlformats.org/drawingml/2006/main">
              <a:ext uri="{FF2B5EF4-FFF2-40B4-BE49-F238E27FC236}">
                <a16:creationId xmlns:a16="http://schemas.microsoft.com/office/drawing/2014/main" id="{577DD943-D171-4984-902C-BEE81B8B5A5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15" name="!!caption">
            <a:extLst xmlns:a="http://schemas.openxmlformats.org/drawingml/2006/main">
              <a:ext uri="{FF2B5EF4-FFF2-40B4-BE49-F238E27FC236}">
                <a16:creationId xmlns:a16="http://schemas.microsoft.com/office/drawing/2014/main" id="{657EBBDF-9A90-4234-BC39-87308107174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061012793"/>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c7fc8e7f6c73418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4B1206FC-E2E1-4A16-BC5E-56AEFF87C93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9E5DA10-C7FC-4117-B5CE-9473198E24B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C61C47BF-906D-40A6-A56E-B83A0CB1B2C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C33F745-8632-47E2-AB41-A5A4EC5790E4}"/>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1EFA2BD6-14AD-48F0-AABA-8ADD3B70E1D0}"/>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A80273F2-F0A4-468D-9B3A-D714D83635BF}"/>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EFC13061-386B-4CEB-9EE9-FB6A1ECA424E}"/>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49CE0F05-ABE9-4E8E-A889-D9AA9872EB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350A265F-2687-4B54-BA02-826337573660}"/>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A0DAB83D-671A-4305-A015-16AD8B9E3E45}"/>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53BC42CD-F60F-4D9D-A43F-07CC01A8D81D}"/>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6F0DCBD8-A67D-4E99-AD43-2DF9FA71F01E}"/>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244824FB-C633-4B61-9AEA-3BABD50EE3AA}"/>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13EC5E72-38A7-4397-A384-B5480DB54B94}"/>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FE89A151-32E9-4661-A476-1D26D1FB15C0}"/>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03D411DC-9E9E-4C35-864D-66C06A52AFF7}"/>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0AD0A890-5E7E-41A0-B010-10791ACE335C}"/>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DE5710F8-622B-48E2-B8F5-6276283AE46F}"/>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2E7EEF76-8835-4CCA-840B-3AA5A2DB5D0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3D3A3CA6-3C1E-4D23-8921-BDECDCE12F6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174772714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3" name="!!backdrop"/>
          <p:cNvPicPr>
            <a:picLocks xmlns:a="http://schemas.openxmlformats.org/drawingml/2006/main" noChangeAspect="1"/>
          </p:cNvPicPr>
          <p:nvPr/>
        </p:nvPicPr>
        <p:blipFill>
          <a:blip xmlns:r="http://schemas.openxmlformats.org/officeDocument/2006/relationships" xmlns:a="http://schemas.openxmlformats.org/drawingml/2006/main" r:embed="R161f4f19c14943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E2CB017-EC44-4568-81CB-2DD9977B1EB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7854E426-DEB7-4995-81D3-2E5554E9FB6F}"/>
              </a:ext>
            </a:extLst>
          </p:cNvPr>
          <p:cNvSpPr>
            <a:spLocks xmlns:a="http://schemas.openxmlformats.org/drawingml/2006/main" noGrp="1"/>
          </p:cNvSpPr>
          <p:nvPr/>
        </p:nvSpPr>
        <p:spPr>
          <a:xfrm xmlns:a="http://schemas.openxmlformats.org/drawingml/2006/main">
            <a:off x="590550" y="211455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 name="!!next-0-icon-0">
            <a:extLst xmlns:a="http://schemas.openxmlformats.org/drawingml/2006/main">
              <a:ext uri="{FF2B5EF4-FFF2-40B4-BE49-F238E27FC236}">
                <a16:creationId xmlns:a16="http://schemas.microsoft.com/office/drawing/2014/main" id="{40FDB097-C7EE-4257-9769-38A562CBCB6F}"/>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FFFFFF"/>
            </a:solidFill>
            <a:prstDash val="solid"/>
          </a:ln>
        </p:spPr>
      </p:sp>
      <p:sp>
        <p:nvSpPr>
          <p:cNvPr id="5" name="!!next-0-icon-1">
            <a:extLst xmlns:a="http://schemas.openxmlformats.org/drawingml/2006/main">
              <a:ext uri="{FF2B5EF4-FFF2-40B4-BE49-F238E27FC236}">
                <a16:creationId xmlns:a16="http://schemas.microsoft.com/office/drawing/2014/main" id="{74DAFA02-C122-47F8-B263-FEDABADDA5B6}"/>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FFFFFF"/>
            </a:solidFill>
            <a:prstDash val="solid"/>
          </a:ln>
        </p:spPr>
      </p:sp>
      <p:sp>
        <p:nvSpPr>
          <p:cNvPr id="6" name="!!next-0-icon-2">
            <a:extLst xmlns:a="http://schemas.openxmlformats.org/drawingml/2006/main">
              <a:ext uri="{FF2B5EF4-FFF2-40B4-BE49-F238E27FC236}">
                <a16:creationId xmlns:a16="http://schemas.microsoft.com/office/drawing/2014/main" id="{406ACE01-0618-4305-965F-5D899FC519A9}"/>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FFFFFF"/>
            </a:solidFill>
            <a:prstDash val="solid"/>
          </a:ln>
        </p:spPr>
      </p:sp>
      <p:sp>
        <p:nvSpPr>
          <p:cNvPr id="7" name="!!next-0-icon-3">
            <a:extLst xmlns:a="http://schemas.openxmlformats.org/drawingml/2006/main">
              <a:ext uri="{FF2B5EF4-FFF2-40B4-BE49-F238E27FC236}">
                <a16:creationId xmlns:a16="http://schemas.microsoft.com/office/drawing/2014/main" id="{404E66C7-BBD8-4756-AF97-0AAA0D0E6893}"/>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FFFFFF"/>
            </a:solidFill>
            <a:prstDash val="solid"/>
          </a:ln>
        </p:spPr>
      </p:sp>
      <p:sp>
        <p:nvSpPr>
          <p:cNvPr id="8" name="!!next-0-icon-4">
            <a:extLst xmlns:a="http://schemas.openxmlformats.org/drawingml/2006/main">
              <a:ext uri="{FF2B5EF4-FFF2-40B4-BE49-F238E27FC236}">
                <a16:creationId xmlns:a16="http://schemas.microsoft.com/office/drawing/2014/main" id="{3AD6CAF1-6D13-4B2B-9131-A5046AE01B9C}"/>
              </a:ext>
            </a:extLst>
          </p:cNvPr>
          <p:cNvSpPr>
            <a:spLocks xmlns:a="http://schemas.openxmlformats.org/drawingml/2006/main" noGrp="1"/>
          </p:cNvSpPr>
          <p:nvPr/>
        </p:nvSpPr>
        <p:spPr>
          <a:xfrm xmlns:a="http://schemas.openxmlformats.org/drawingml/2006/main">
            <a:off x="757047" y="2281047"/>
            <a:ext cx="390906" cy="390906"/>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FFFFFF"/>
            </a:solidFill>
            <a:prstDash val="solid"/>
          </a:ln>
        </p:spPr>
      </p:sp>
      <p:sp>
        <p:nvSpPr>
          <p:cNvPr id="9" name="!!next-0-label">
            <a:extLst xmlns:a="http://schemas.openxmlformats.org/drawingml/2006/main">
              <a:ext uri="{FF2B5EF4-FFF2-40B4-BE49-F238E27FC236}">
                <a16:creationId xmlns:a16="http://schemas.microsoft.com/office/drawing/2014/main" id="{6DA77BB7-A300-4BAB-95CF-5D9BA00BA55B}"/>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8103F4A1-A121-4395-B4BD-90BB11F36DC4}"/>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page">
            <a:extLst xmlns:a="http://schemas.openxmlformats.org/drawingml/2006/main">
              <a:ext uri="{FF2B5EF4-FFF2-40B4-BE49-F238E27FC236}">
                <a16:creationId xmlns:a16="http://schemas.microsoft.com/office/drawing/2014/main" id="{C526204B-F6A7-467C-9395-2E7DE4932F1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2" name="!!caption">
            <a:extLst xmlns:a="http://schemas.openxmlformats.org/drawingml/2006/main">
              <a:ext uri="{FF2B5EF4-FFF2-40B4-BE49-F238E27FC236}">
                <a16:creationId xmlns:a16="http://schemas.microsoft.com/office/drawing/2014/main" id="{2829F8EC-FFAC-4928-B30F-DA1FC3A48430}"/>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201821039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18" name="!!backdrop"/>
          <p:cNvPicPr>
            <a:picLocks xmlns:a="http://schemas.openxmlformats.org/drawingml/2006/main" noChangeAspect="1"/>
          </p:cNvPicPr>
          <p:nvPr/>
        </p:nvPicPr>
        <p:blipFill>
          <a:blip xmlns:r="http://schemas.openxmlformats.org/officeDocument/2006/relationships" xmlns:a="http://schemas.openxmlformats.org/drawingml/2006/main" r:embed="R960e684e95404f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2B2E168-5897-44E2-9C45-B3B14224AB3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5E21FF26-1FCD-4796-8B81-24812C80A812}"/>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2E94C4D3-3BCC-4E4D-A698-FD1742AA1D6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EBB35F35-1B59-4A29-8AE2-2091AC42BC5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138E9BDE-A7E6-425B-A954-D13FE698D3F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CC58DDB0-AD54-4D21-B412-721088EBDE5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DEBB4D3B-EB11-42B4-8516-600937A8DB4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3D80B103-8353-461C-B633-A1E850891984}"/>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F3BE7F81-DB6B-4F00-BE2E-95A7364A1889}"/>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79450BB2-67AB-41DB-A0FB-8F6C1736370C}"/>
              </a:ext>
            </a:extLst>
          </p:cNvPr>
          <p:cNvSpPr>
            <a:spLocks xmlns:a="http://schemas.openxmlformats.org/drawingml/2006/main" noGrp="1"/>
          </p:cNvSpPr>
          <p:nvPr/>
        </p:nvSpPr>
        <p:spPr>
          <a:xfrm xmlns:a="http://schemas.openxmlformats.org/drawingml/2006/main">
            <a:off x="590550" y="332422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2" name="!!next-1-icon-0">
            <a:extLst xmlns:a="http://schemas.openxmlformats.org/drawingml/2006/main">
              <a:ext uri="{FF2B5EF4-FFF2-40B4-BE49-F238E27FC236}">
                <a16:creationId xmlns:a16="http://schemas.microsoft.com/office/drawing/2014/main" id="{B1F765B6-39E8-4417-A53B-06A527F24657}"/>
              </a:ext>
            </a:extLst>
          </p:cNvPr>
          <p:cNvSpPr>
            <a:spLocks xmlns:a="http://schemas.openxmlformats.org/drawingml/2006/main" noGrp="1"/>
          </p:cNvSpPr>
          <p:nvPr/>
        </p:nvSpPr>
        <p:spPr>
          <a:xfrm xmlns:a="http://schemas.openxmlformats.org/drawingml/2006/main">
            <a:off x="887349" y="3523298"/>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3" name="!!next-1-icon-1">
            <a:extLst xmlns:a="http://schemas.openxmlformats.org/drawingml/2006/main">
              <a:ext uri="{FF2B5EF4-FFF2-40B4-BE49-F238E27FC236}">
                <a16:creationId xmlns:a16="http://schemas.microsoft.com/office/drawing/2014/main" id="{674BE8B7-86B5-4516-9CFA-21F05966E219}"/>
              </a:ext>
            </a:extLst>
          </p:cNvPr>
          <p:cNvSpPr>
            <a:spLocks xmlns:a="http://schemas.openxmlformats.org/drawingml/2006/main" noGrp="1"/>
          </p:cNvSpPr>
          <p:nvPr/>
        </p:nvSpPr>
        <p:spPr>
          <a:xfrm xmlns:a="http://schemas.openxmlformats.org/drawingml/2006/main">
            <a:off x="822198" y="3702463"/>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4" name="!!next-1-label">
            <a:extLst xmlns:a="http://schemas.openxmlformats.org/drawingml/2006/main">
              <a:ext uri="{FF2B5EF4-FFF2-40B4-BE49-F238E27FC236}">
                <a16:creationId xmlns:a16="http://schemas.microsoft.com/office/drawing/2014/main" id="{2DF5F121-F577-49B2-BEA8-3FA73CD6E92F}"/>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8EE4197A-56C0-41AB-8937-CD7B909FAD92}"/>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page">
            <a:extLst xmlns:a="http://schemas.openxmlformats.org/drawingml/2006/main">
              <a:ext uri="{FF2B5EF4-FFF2-40B4-BE49-F238E27FC236}">
                <a16:creationId xmlns:a16="http://schemas.microsoft.com/office/drawing/2014/main" id="{AE5AA0E0-8D24-482F-B01F-FF8722B5F29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17" name="!!caption">
            <a:extLst xmlns:a="http://schemas.openxmlformats.org/drawingml/2006/main">
              <a:ext uri="{FF2B5EF4-FFF2-40B4-BE49-F238E27FC236}">
                <a16:creationId xmlns:a16="http://schemas.microsoft.com/office/drawing/2014/main" id="{481D7F27-476A-4984-B9A8-FD51A14BEE2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223384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7.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4a9277b21b004c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AFE4946-A874-4B6D-B2FD-3FDF77E9203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62F86B48-ADB6-4D2D-9FA4-29FFB88E19F3}"/>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0294D051-62DF-478B-829A-7F238F06386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4EA5C94B-477A-4702-BB7A-4C5EFC7AB9C5}"/>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2E7ABB64-3860-4D91-B5E6-7C22924A23AE}"/>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043821AE-A5AC-4EA3-AFAC-33193A752F8D}"/>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EA98986A-3561-485E-9565-946019242BB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71596F1-1F33-4074-9E53-708C6F013B31}"/>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B13E026D-D3B5-425C-8EF9-AA06C5C90ADB}"/>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B58C4E98-EBD7-42C1-B23D-8FECD0F16BFC}"/>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0D0A6B19-0948-4970-B08A-BBBB596964DA}"/>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D392D1E7-4156-45EF-A5BA-1E0F73F43A47}"/>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E5ABE255-6D2B-4BDA-B550-59FEAA885B1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AA704BAA-BA83-4DB8-AC81-76EACA602320}"/>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288B9ED1-5DDE-4DBD-BB58-E30427AFB065}"/>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BA533709-21E6-4689-97E3-4C423C617BB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830827E1-2285-47C9-AA9B-0F34517FC0B9}"/>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ACD38CC0-F56C-4C38-BA07-453F4BD7BFF9}"/>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480575FF-C2ED-4F3C-AA05-CA393004BE3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85C193E5-6346-4865-82EE-A1DE03B72E63}"/>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21D3E241-969D-4355-83EE-4E9EC7E60F2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36884474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6" name="!!backdrop"/>
          <p:cNvPicPr>
            <a:picLocks xmlns:a="http://schemas.openxmlformats.org/drawingml/2006/main" noChangeAspect="1"/>
          </p:cNvPicPr>
          <p:nvPr/>
        </p:nvPicPr>
        <p:blipFill>
          <a:blip xmlns:r="http://schemas.openxmlformats.org/officeDocument/2006/relationships" xmlns:a="http://schemas.openxmlformats.org/drawingml/2006/main" r:embed="R6a99e7d67b1e4b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578D92D3-B1B8-4527-A88C-CB6790249FED}"/>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925" b="1">
                <a:solidFill>
                  <a:srgbClr val="F4F1E8"/>
                </a:solidFill>
                <a:latin typeface="Segoe UI"/>
                <a:ea typeface="Segoe UI"/>
                <a:cs typeface="Segoe UI"/>
              </a:defRPr>
            </a:pPr>
            <a:r>
              <a:rPr sz="5925"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B4DC96F1-1455-4E06-A4AD-4C423FD9FEBB}"/>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sp>
        <p:nvSpPr>
          <p:cNvPr id="4" name="!!page">
            <a:extLst xmlns:a="http://schemas.openxmlformats.org/drawingml/2006/main">
              <a:ext uri="{FF2B5EF4-FFF2-40B4-BE49-F238E27FC236}">
                <a16:creationId xmlns:a16="http://schemas.microsoft.com/office/drawing/2014/main" id="{A4D2E471-217D-41EC-8C91-5F8EDAC8826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5" name="!!caption">
            <a:extLst xmlns:a="http://schemas.openxmlformats.org/drawingml/2006/main">
              <a:ext uri="{FF2B5EF4-FFF2-40B4-BE49-F238E27FC236}">
                <a16:creationId xmlns:a16="http://schemas.microsoft.com/office/drawing/2014/main" id="{8F24783A-903F-446B-91B3-7B2586428FAD}"/>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836578140"/>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0ed0058004a417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182EB710-E044-47CA-A371-07BB82999806}"/>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E10AD914-D72F-4B14-B5F8-86C91E946F60}"/>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d3f240ed2e2849b9"/>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C7207B19-E2A4-47A7-B780-A309E8B0C7D3}"/>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9e1998df7a4e4696"/>
              </a:rPr>
              <a:t>durian-web3.vercel.app</a:t>
            </a:r>
          </a:p>
        </p:txBody>
      </p:sp>
      <p:sp>
        <p:nvSpPr>
          <p:cNvPr id="6" name="!!repository">
            <a:extLst xmlns:a="http://schemas.openxmlformats.org/drawingml/2006/main">
              <a:ext uri="{FF2B5EF4-FFF2-40B4-BE49-F238E27FC236}">
                <a16:creationId xmlns:a16="http://schemas.microsoft.com/office/drawing/2014/main" id="{3AB1AF50-4EEF-46DA-82CD-FC190622CAD0}"/>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eabc68734bc14c96"/>
              </a:rPr>
              <a:t>GitHub: vinhelysia / DurainCheckerDemo</a:t>
            </a:r>
          </a:p>
        </p:txBody>
      </p:sp>
      <p:sp>
        <p:nvSpPr>
          <p:cNvPr id="7" name="!!page">
            <a:extLst xmlns:a="http://schemas.openxmlformats.org/drawingml/2006/main">
              <a:ext uri="{FF2B5EF4-FFF2-40B4-BE49-F238E27FC236}">
                <a16:creationId xmlns:a16="http://schemas.microsoft.com/office/drawing/2014/main" id="{B7DE8003-C926-4D81-A048-DC4DAD74B11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8E51094B-940E-4E00-8CF9-C739E407CE7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70172379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b77cb192962e4c9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E7AE27D6-F989-445D-9DEB-A79051D555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0A2260DD-D89E-44B2-9A8F-7AAE8B1AE8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Phụ lục: đánh giá AI ảnh lá</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Model</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Tập kiểm tra</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Accuracy</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DurianLDD: 5 nhãn, 889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85,38% (cùng nguồn)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Model cũ</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3 nhãn,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39,6% · Phomopsis 0/59</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Colab</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Mendeley: cùng 202 ảnh</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35,6% · chưa promote</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82B72C85-9544-4876-B1FF-C01059B1806D}"/>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4067373-9330-4899-B3B4-2E45A6D6D6B2}"/>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00" b="1">
                <a:solidFill>
                  <a:srgbClr val="C8A45B"/>
                </a:solidFill>
                <a:latin typeface="Segoe UI"/>
                <a:ea typeface="Segoe UI"/>
                <a:cs typeface="Segoe UI"/>
              </a:rPr>
              <a:t>Chưa có field test theo vườn/cây; training model cũ chưa rõ</a:t>
            </a:r>
          </a:p>
        </p:txBody>
      </p:sp>
      <p:sp>
        <p:nvSpPr>
          <p:cNvPr id="7" name="!!page">
            <a:extLst xmlns:a="http://schemas.openxmlformats.org/drawingml/2006/main">
              <a:ext uri="{FF2B5EF4-FFF2-40B4-BE49-F238E27FC236}">
                <a16:creationId xmlns:a16="http://schemas.microsoft.com/office/drawing/2014/main" id="{25760682-A875-48C0-8213-89375D9A2AC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PL / 01</a:t>
            </a:r>
          </a:p>
        </p:txBody>
      </p:sp>
      <p:sp>
        <p:nvSpPr>
          <p:cNvPr id="8" name="!!caption">
            <a:extLst xmlns:a="http://schemas.openxmlformats.org/drawingml/2006/main">
              <a:ext uri="{FF2B5EF4-FFF2-40B4-BE49-F238E27FC236}">
                <a16:creationId xmlns:a16="http://schemas.microsoft.com/office/drawing/2014/main" id="{36E82D18-E207-46CD-A0E7-1F0956425EB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Nguồn: model card + Mendeley v2 · Hash model trên Render chưa xác minh</a:t>
            </a:r>
          </a:p>
        </p:txBody>
      </p:sp>
      <p:sp>
        <p:nvSpPr>
          <p:cNvPr id="13" name="!!tech-logo-credit">
            <a:extLst xmlns:a="http://schemas.openxmlformats.org/drawingml/2006/main">
              <a:ext uri="{FF2B5EF4-FFF2-40B4-BE49-F238E27FC236}">
                <a16:creationId xmlns:a16="http://schemas.microsoft.com/office/drawing/2014/main" id="{E452FC0D-8722-42B9-BC12-3B96B9170088}"/>
              </a:ext>
            </a:extLst>
          </p:cNvPr>
          <p:cNvSpPr>
            <a:spLocks xmlns:a="http://schemas.openxmlformats.org/drawingml/2006/main" noGrp="1"/>
          </p:cNvSpPr>
          <p:nvPr/>
        </p:nvSpPr>
        <p:spPr>
          <a:xfrm xmlns:a="http://schemas.openxmlformats.org/drawingml/2006/main">
            <a:off x="609600" y="143827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Logo công nghệ thuộc các chủ sở hữu tương ứng; dùng để mô tả stack của DurianTrust.</a:t>
            </a:r>
          </a:p>
          <a:p xmlns:a="http://schemas.openxmlformats.org/drawingml/2006/main">
            <a:pPr>
              <a:defRPr sz="1050" b="1">
                <a:solidFill>
                  <a:srgbClr val="D9E5DD"/>
                </a:solidFill>
                <a:latin typeface="Aptos"/>
                <a:ea typeface="Aptos"/>
                <a:cs typeface="Aptos"/>
              </a:defRPr>
            </a:pPr>
            <a:r>
              <a:rPr sz="1050" b="1">
                <a:solidFill>
                  <a:srgbClr val="D9E5DD"/>
                </a:solidFill>
                <a:latin typeface="Aptos"/>
                <a:ea typeface="Aptos"/>
                <a:cs typeface="Aptos"/>
              </a:rPr>
              <a:t>Vercel, thiết kế Vercel, Next.js và các nhãn hiệu, thiết kế, logo liên quan là nhãn hiệu của Vercel, Inc. hoặc công ty liên kết tại Mỹ và các quốc gia khác.</a:t>
            </a:r>
          </a:p>
        </p:txBody>
      </p:sp>
    </p:spTree>
    <p:extLst>
      <p:ext uri="{BB962C8B-B14F-4D97-AF65-F5344CB8AC3E}">
        <p14:creationId xmlns:p14="http://schemas.microsoft.com/office/powerpoint/2010/main" val="16542161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60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2026-09-28T16:43:20.1900000Z</dcterms:created>
  <dcterms:modified xsi:type="dcterms:W3CDTF">2026-09-28T16:43:20.1900000Z</dcterms:modified>
</coreProperties>
</file>