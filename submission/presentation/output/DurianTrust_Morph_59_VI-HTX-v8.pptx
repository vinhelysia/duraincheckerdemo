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69" r:id="Rd3b681ec0b39432c"/>
    <p:sldId xmlns:r="http://schemas.openxmlformats.org/officeDocument/2006/relationships" id="270" r:id="Rafb376d97dd044b8"/>
    <p:sldId xmlns:r="http://schemas.openxmlformats.org/officeDocument/2006/relationships" id="271" r:id="R24d76d8315e24624"/>
    <p:sldId xmlns:r="http://schemas.openxmlformats.org/officeDocument/2006/relationships" id="272" r:id="R679157a46156430a"/>
    <p:sldId xmlns:r="http://schemas.openxmlformats.org/officeDocument/2006/relationships" id="273" r:id="R47bea2927daf42e9"/>
    <p:sldId xmlns:r="http://schemas.openxmlformats.org/officeDocument/2006/relationships" id="274" r:id="Raa310a9650524789"/>
    <p:sldId xmlns:r="http://schemas.openxmlformats.org/officeDocument/2006/relationships" id="275" r:id="R6b63f56558a34e27"/>
    <p:sldId xmlns:r="http://schemas.openxmlformats.org/officeDocument/2006/relationships" id="276" r:id="R1de0a3928692496e"/>
    <p:sldId xmlns:r="http://schemas.openxmlformats.org/officeDocument/2006/relationships" id="277" r:id="Rbbe90d9582cf44cf"/>
    <p:sldId xmlns:r="http://schemas.openxmlformats.org/officeDocument/2006/relationships" id="278" r:id="R03a9c76903c64d02"/>
    <p:sldId xmlns:r="http://schemas.openxmlformats.org/officeDocument/2006/relationships" id="279" r:id="R45606eac77a743e1"/>
    <p:sldId xmlns:r="http://schemas.openxmlformats.org/officeDocument/2006/relationships" id="280" r:id="Ra7a3385d01a44a85"/>
    <p:sldId xmlns:r="http://schemas.openxmlformats.org/officeDocument/2006/relationships" id="281" r:id="Rdb7ebd7ec97c4598"/>
    <p:sldId xmlns:r="http://schemas.openxmlformats.org/officeDocument/2006/relationships" id="282" r:id="R5e5ed3e609b54faa"/>
    <p:sldId xmlns:r="http://schemas.openxmlformats.org/officeDocument/2006/relationships" id="283" r:id="R47bcb40e10ea4b9e"/>
    <p:sldId xmlns:r="http://schemas.openxmlformats.org/officeDocument/2006/relationships" id="284" r:id="R97ac82d155264af3"/>
    <p:sldId xmlns:r="http://schemas.openxmlformats.org/officeDocument/2006/relationships" id="285" r:id="Rb2e5995199714b94"/>
    <p:sldId xmlns:r="http://schemas.openxmlformats.org/officeDocument/2006/relationships" id="286" r:id="Rd4810a0d00ce47c8"/>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6" r:id="R6a8a213282784169"/>
    <p:sldId xmlns:r="http://schemas.openxmlformats.org/officeDocument/2006/relationships" id="297" r:id="Rbb7f13f5c3154d6c"/>
    <p:sldId xmlns:r="http://schemas.openxmlformats.org/officeDocument/2006/relationships" id="298" r:id="R3565b486c49d4a16"/>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2" r:id="Rff2b3361e8164da7"/>
    <p:sldId xmlns:r="http://schemas.openxmlformats.org/officeDocument/2006/relationships" id="303" r:id="Rfd055a67a29041b5"/>
    <p:sldId xmlns:r="http://schemas.openxmlformats.org/officeDocument/2006/relationships" id="304" r:id="R205074ee039642d8"/>
    <p:sldId xmlns:r="http://schemas.openxmlformats.org/officeDocument/2006/relationships" id="305" r:id="R7b3b5a1828ab4b6b"/>
    <p:sldId xmlns:r="http://schemas.openxmlformats.org/officeDocument/2006/relationships" id="306" r:id="R0931591382d4479d"/>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0" r:id="Rab210dcec18d4ba2"/>
    <p:sldId xmlns:r="http://schemas.openxmlformats.org/officeDocument/2006/relationships" id="311" r:id="R902dbd1b06cf4407"/>
    <p:sldId xmlns:r="http://schemas.openxmlformats.org/officeDocument/2006/relationships" id="312" r:id="R5eb8fe908bd74ee2"/>
    <p:sldId xmlns:r="http://schemas.openxmlformats.org/officeDocument/2006/relationships" id="313" r:id="R7374d30692c04a09"/>
    <p:sldId xmlns:r="http://schemas.openxmlformats.org/officeDocument/2006/relationships" id="314" r:id="Ra8b3dc3b92c24356"/>
    <p:sldId xmlns:ns0="http://schemas.openxmlformats.org/officeDocument/2006/relationships" id="315" ns0:id="rIdAIAppendix60"/>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14.xml" Id="Rd3b681ec0b39432c"/><Relationship Type="http://schemas.openxmlformats.org/officeDocument/2006/relationships/slide" Target="/ppt/slides/slide15.xml" Id="Rafb376d97dd044b8"/><Relationship Type="http://schemas.openxmlformats.org/officeDocument/2006/relationships/slide" Target="/ppt/slides/slide16.xml" Id="R24d76d8315e24624"/><Relationship Type="http://schemas.openxmlformats.org/officeDocument/2006/relationships/slide" Target="/ppt/slides/slide17.xml" Id="R679157a46156430a"/><Relationship Type="http://schemas.openxmlformats.org/officeDocument/2006/relationships/slide" Target="/ppt/slides/slide18.xml" Id="R47bea2927daf42e9"/><Relationship Type="http://schemas.openxmlformats.org/officeDocument/2006/relationships/slide" Target="/ppt/slides/slide19.xml" Id="Raa310a9650524789"/><Relationship Type="http://schemas.openxmlformats.org/officeDocument/2006/relationships/slide" Target="/ppt/slides/slide20.xml" Id="R6b63f56558a34e27"/><Relationship Type="http://schemas.openxmlformats.org/officeDocument/2006/relationships/slide" Target="/ppt/slides/slide21.xml" Id="R1de0a3928692496e"/><Relationship Type="http://schemas.openxmlformats.org/officeDocument/2006/relationships/slide" Target="/ppt/slides/slide22.xml" Id="Rbbe90d9582cf44cf"/><Relationship Type="http://schemas.openxmlformats.org/officeDocument/2006/relationships/slide" Target="/ppt/slides/slide23.xml" Id="R03a9c76903c64d02"/><Relationship Type="http://schemas.openxmlformats.org/officeDocument/2006/relationships/slide" Target="/ppt/slides/slide24.xml" Id="R45606eac77a743e1"/><Relationship Type="http://schemas.openxmlformats.org/officeDocument/2006/relationships/slide" Target="/ppt/slides/slide25.xml" Id="Ra7a3385d01a44a85"/><Relationship Type="http://schemas.openxmlformats.org/officeDocument/2006/relationships/slide" Target="/ppt/slides/slide26.xml" Id="Rdb7ebd7ec97c4598"/><Relationship Type="http://schemas.openxmlformats.org/officeDocument/2006/relationships/slide" Target="/ppt/slides/slide27.xml" Id="R5e5ed3e609b54faa"/><Relationship Type="http://schemas.openxmlformats.org/officeDocument/2006/relationships/slide" Target="/ppt/slides/slide28.xml" Id="R47bcb40e10ea4b9e"/><Relationship Type="http://schemas.openxmlformats.org/officeDocument/2006/relationships/slide" Target="/ppt/slides/slide29.xml" Id="R97ac82d155264af3"/><Relationship Type="http://schemas.openxmlformats.org/officeDocument/2006/relationships/slide" Target="/ppt/slides/slide30.xml" Id="Rb2e5995199714b94"/><Relationship Type="http://schemas.openxmlformats.org/officeDocument/2006/relationships/slide" Target="/ppt/slides/slide31.xml" Id="Rd4810a0d00ce47c8"/><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1.xml" Id="R6a8a213282784169"/><Relationship Type="http://schemas.openxmlformats.org/officeDocument/2006/relationships/slide" Target="/ppt/slides/slide42.xml" Id="Rbb7f13f5c3154d6c"/><Relationship Type="http://schemas.openxmlformats.org/officeDocument/2006/relationships/slide" Target="/ppt/slides/slide43.xml" Id="R3565b486c49d4a16"/><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47.xml" Id="Rff2b3361e8164da7"/><Relationship Type="http://schemas.openxmlformats.org/officeDocument/2006/relationships/slide" Target="/ppt/slides/slide48.xml" Id="Rfd055a67a29041b5"/><Relationship Type="http://schemas.openxmlformats.org/officeDocument/2006/relationships/slide" Target="/ppt/slides/slide49.xml" Id="R205074ee039642d8"/><Relationship Type="http://schemas.openxmlformats.org/officeDocument/2006/relationships/slide" Target="/ppt/slides/slide50.xml" Id="R7b3b5a1828ab4b6b"/><Relationship Type="http://schemas.openxmlformats.org/officeDocument/2006/relationships/slide" Target="/ppt/slides/slide51.xml" Id="R0931591382d4479d"/><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5.xml" Id="Rab210dcec18d4ba2"/><Relationship Type="http://schemas.openxmlformats.org/officeDocument/2006/relationships/slide" Target="/ppt/slides/slide56.xml" Id="R902dbd1b06cf4407"/><Relationship Type="http://schemas.openxmlformats.org/officeDocument/2006/relationships/slide" Target="/ppt/slides/slide57.xml" Id="R5eb8fe908bd74ee2"/><Relationship Type="http://schemas.openxmlformats.org/officeDocument/2006/relationships/slide" Target="/ppt/slides/slide58.xml" Id="R7374d30692c04a09"/><Relationship Type="http://schemas.openxmlformats.org/officeDocument/2006/relationships/slide" Target="/ppt/slides/slide59.xml" Id="Ra8b3dc3b92c24356"/><Relationship Id="rIdAIAppendix60" Type="http://schemas.openxmlformats.org/officeDocument/2006/relationships/slide" Target="/ppt/slides/slide6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ca97008f5b45a5"/><Relationship Type="http://schemas.openxmlformats.org/officeDocument/2006/relationships/notesMaster" Target="/ppt/notesMasters/notesMaster1.xml" Id="Rc1e5bf5827d1488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cf320f217ab4d9e"/><Relationship Type="http://schemas.openxmlformats.org/officeDocument/2006/relationships/notesMaster" Target="/ppt/notesMasters/notesMaster1.xml" Id="Rca2815f672604442"/></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7547f42d74b4931"/><Relationship Type="http://schemas.openxmlformats.org/officeDocument/2006/relationships/notesMaster" Target="/ppt/notesMasters/notesMaster1.xml" Id="R889bd2379c93478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d5cca248be4257"/><Relationship Type="http://schemas.openxmlformats.org/officeDocument/2006/relationships/notesMaster" Target="/ppt/notesMasters/notesMaster1.xml" Id="Rb67ada68a64a48af"/></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2604aae6b9a40b2"/><Relationship Type="http://schemas.openxmlformats.org/officeDocument/2006/relationships/notesMaster" Target="/ppt/notesMasters/notesMaster1.xml" Id="Rff7ff6f020f841e1"/></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334f9cf3cdf434d"/><Relationship Type="http://schemas.openxmlformats.org/officeDocument/2006/relationships/notesMaster" Target="/ppt/notesMasters/notesMaster1.xml" Id="Rb4dc34e83a8246af"/></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774a7f2ab754989"/><Relationship Type="http://schemas.openxmlformats.org/officeDocument/2006/relationships/notesMaster" Target="/ppt/notesMasters/notesMaster1.xml" Id="Ra97bfda848a04aa5"/></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df2d7b0de1fc404a"/><Relationship Type="http://schemas.openxmlformats.org/officeDocument/2006/relationships/notesMaster" Target="/ppt/notesMasters/notesMaster1.xml" Id="Rfbb3d34db209465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9788a06e7b24642"/><Relationship Type="http://schemas.openxmlformats.org/officeDocument/2006/relationships/notesMaster" Target="/ppt/notesMasters/notesMaster1.xml" Id="R183bac4ac1bd46ce"/></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5930bdac6a4b1b"/><Relationship Type="http://schemas.openxmlformats.org/officeDocument/2006/relationships/notesMaster" Target="/ppt/notesMasters/notesMaster1.xml" Id="R81a25710905647e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c1b4770c6aa146b4"/><Relationship Type="http://schemas.openxmlformats.org/officeDocument/2006/relationships/notesMaster" Target="/ppt/notesMasters/notesMaster1.xml" Id="R287cb8011cb54a1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5bd0ad02b7a84d69"/><Relationship Type="http://schemas.openxmlformats.org/officeDocument/2006/relationships/notesMaster" Target="/ppt/notesMasters/notesMaster1.xml" Id="R8af695024f944c59"/></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0c7c46f1bb9f4eec"/><Relationship Type="http://schemas.openxmlformats.org/officeDocument/2006/relationships/notesMaster" Target="/ppt/notesMasters/notesMaster1.xml" Id="R53faed941ce74ce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02ed7e0b15bb4af4"/><Relationship Type="http://schemas.openxmlformats.org/officeDocument/2006/relationships/notesMaster" Target="/ppt/notesMasters/notesMaster1.xml" Id="R7c00dd855af94dc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f4e2e1e390948fe"/><Relationship Type="http://schemas.openxmlformats.org/officeDocument/2006/relationships/notesMaster" Target="/ppt/notesMasters/notesMaster1.xml" Id="Rdfa66535df7e4c8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8de034c3286740aa"/><Relationship Type="http://schemas.openxmlformats.org/officeDocument/2006/relationships/notesMaster" Target="/ppt/notesMasters/notesMaster1.xml" Id="Rf45adf3662934de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1664d46c1b4d4204"/><Relationship Type="http://schemas.openxmlformats.org/officeDocument/2006/relationships/notesMaster" Target="/ppt/notesMasters/notesMaster1.xml" Id="Rbdadccb04e384776"/></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0f778870b1b14e26"/><Relationship Type="http://schemas.openxmlformats.org/officeDocument/2006/relationships/notesMaster" Target="/ppt/notesMasters/notesMaster1.xml" Id="Rca3ee41435a4479a"/></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888fd4e78ca8453a"/><Relationship Type="http://schemas.openxmlformats.org/officeDocument/2006/relationships/notesMaster" Target="/ppt/notesMasters/notesMaster1.xml" Id="Rb21189835993411b"/></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cb48c2cf61a64f6d"/><Relationship Type="http://schemas.openxmlformats.org/officeDocument/2006/relationships/notesMaster" Target="/ppt/notesMasters/notesMaster1.xml" Id="R745d9666633c433e"/></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4983412f77ff48ae"/><Relationship Type="http://schemas.openxmlformats.org/officeDocument/2006/relationships/notesMaster" Target="/ppt/notesMasters/notesMaster1.xml" Id="Rdea029f9075c4093"/></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052e55d809534cb8"/><Relationship Type="http://schemas.openxmlformats.org/officeDocument/2006/relationships/notesMaster" Target="/ppt/notesMasters/notesMaster1.xml" Id="Rf3a26e9b704343e6"/></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175459f8b5024d0b"/><Relationship Type="http://schemas.openxmlformats.org/officeDocument/2006/relationships/notesMaster" Target="/ppt/notesMasters/notesMaster1.xml" Id="R2a6508a0deb64f01"/></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053cfa3a50564e25"/><Relationship Type="http://schemas.openxmlformats.org/officeDocument/2006/relationships/notesMaster" Target="/ppt/notesMasters/notesMaster1.xml" Id="Rdc10f00ddeed40a0"/></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2828c2ec6874263"/><Relationship Type="http://schemas.openxmlformats.org/officeDocument/2006/relationships/notesMaster" Target="/ppt/notesMasters/notesMaster1.xml" Id="Ra6de53b0cee34552"/></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e549755e794a4831"/><Relationship Type="http://schemas.openxmlformats.org/officeDocument/2006/relationships/notesMaster" Target="/ppt/notesMasters/notesMaster1.xml" Id="Rfa1856e7d3d040e5"/></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fcb73fdc61af4ae5"/><Relationship Type="http://schemas.openxmlformats.org/officeDocument/2006/relationships/notesMaster" Target="/ppt/notesMasters/notesMaster1.xml" Id="R79208b9701114254"/></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1e88584bd92435b"/><Relationship Type="http://schemas.openxmlformats.org/officeDocument/2006/relationships/notesMaster" Target="/ppt/notesMasters/notesMaster1.xml" Id="Rc501ad45807848d5"/></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9edd0d1505ae4580"/><Relationship Type="http://schemas.openxmlformats.org/officeDocument/2006/relationships/notesMaster" Target="/ppt/notesMasters/notesMaster1.xml" Id="R9bc6ef1335644f88"/></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_rels/notesSlide60.xml.rels><?xml version='1.0' encoding='UTF-8' standalone='yes'?>
<Relationships xmlns="http://schemas.openxmlformats.org/package/2006/relationships"><Relationship Type="http://schemas.openxmlformats.org/officeDocument/2006/relationships/slide" Target="/ppt/slides/slide60.xml" Id="Re549755e794a4831"/><Relationship Type="http://schemas.openxmlformats.org/officeDocument/2006/relationships/notesMaster" Target="/ppt/notesMasters/notesMaster1.xml" Id="Rfa1856e7d3d040e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de420c135f24767"/><Relationship Type="http://schemas.openxmlformats.org/officeDocument/2006/relationships/image" Target="../media/image5.png" Id="R22ca64a8f4b5428d"/><Relationship Type="http://schemas.openxmlformats.org/officeDocument/2006/relationships/image" Target="/ppt/media/image17.png" Id="R9efb4f26c1d04173"/><Relationship Type="http://schemas.openxmlformats.org/officeDocument/2006/relationships/notesSlide" Target="/ppt/notesSlides/notesSlide14.xml" Id="Rdad6ff068edb41d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4a581746a5c4f27"/><Relationship Type="http://schemas.openxmlformats.org/officeDocument/2006/relationships/image" Target="../media/image5.png" Id="Rc5cfc69f95c743e6"/><Relationship Type="http://schemas.openxmlformats.org/officeDocument/2006/relationships/image" Target="../media/image17.png" Id="R7e666fadc02e4c7b"/><Relationship Type="http://schemas.openxmlformats.org/officeDocument/2006/relationships/notesSlide" Target="/ppt/notesSlides/notesSlide15.xml" Id="R605f514c63ac4ff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57dbacb94a9447d"/><Relationship Type="http://schemas.openxmlformats.org/officeDocument/2006/relationships/image" Target="../media/image5.png" Id="R2a900d89b1a04894"/><Relationship Type="http://schemas.openxmlformats.org/officeDocument/2006/relationships/image" Target="../media/image17.png" Id="Rfd78ef7837f54106"/><Relationship Type="http://schemas.openxmlformats.org/officeDocument/2006/relationships/notesSlide" Target="/ppt/notesSlides/notesSlide16.xml" Id="R782b4cdac735430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1ca70053de0b4f3e"/><Relationship Type="http://schemas.openxmlformats.org/officeDocument/2006/relationships/image" Target="../media/image5.png" Id="R40597e9d477e48a7"/><Relationship Type="http://schemas.openxmlformats.org/officeDocument/2006/relationships/image" Target="../media/image17.png" Id="Rb68ccb7da2bb4358"/><Relationship Type="http://schemas.openxmlformats.org/officeDocument/2006/relationships/notesSlide" Target="/ppt/notesSlides/notesSlide17.xml" Id="Rab102fa7d066492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5f1d09740e84eff"/><Relationship Type="http://schemas.openxmlformats.org/officeDocument/2006/relationships/image" Target="../media/image5.png" Id="R78ffdda9a1af4c79"/><Relationship Type="http://schemas.openxmlformats.org/officeDocument/2006/relationships/notesSlide" Target="/ppt/notesSlides/notesSlide18.xml" Id="R7a0d2db2639744c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f0d99921f2645ab"/><Relationship Type="http://schemas.openxmlformats.org/officeDocument/2006/relationships/image" Target="../media/image5.png" Id="R13c21cbe068e4501"/><Relationship Type="http://schemas.openxmlformats.org/officeDocument/2006/relationships/notesSlide" Target="/ppt/notesSlides/notesSlide19.xml" Id="Rb4b99ed783d84e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b3dbb3757b014092"/><Relationship Type="http://schemas.openxmlformats.org/officeDocument/2006/relationships/image" Target="../media/image5.png" Id="Rac948fcd9ccf4fb0"/><Relationship Type="http://schemas.openxmlformats.org/officeDocument/2006/relationships/notesSlide" Target="/ppt/notesSlides/notesSlide20.xml" Id="Rdc45cec6bf46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18014e41ef5747c2"/><Relationship Type="http://schemas.openxmlformats.org/officeDocument/2006/relationships/image" Target="../media/image12.png" Id="Ra40653d5ba3e48b6"/><Relationship Type="http://schemas.openxmlformats.org/officeDocument/2006/relationships/notesSlide" Target="/ppt/notesSlides/notesSlide21.xml" Id="R4692559ee9f34b4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ea77413422f4efc"/><Relationship Type="http://schemas.openxmlformats.org/officeDocument/2006/relationships/image" Target="../media/image12.png" Id="R3e265e3fbab243ec"/><Relationship Type="http://schemas.openxmlformats.org/officeDocument/2006/relationships/notesSlide" Target="/ppt/notesSlides/notesSlide22.xml" Id="R5897bcefae4c49e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5e7eaf4590594f9e"/><Relationship Type="http://schemas.openxmlformats.org/officeDocument/2006/relationships/image" Target="../media/image12.png" Id="Rba58f5c67a9c475a"/><Relationship Type="http://schemas.openxmlformats.org/officeDocument/2006/relationships/notesSlide" Target="/ppt/notesSlides/notesSlide23.xml" Id="R08adc8b70013489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7fe40716abe248c0"/><Relationship Type="http://schemas.openxmlformats.org/officeDocument/2006/relationships/image" Target="../media/image12.png" Id="R89471b38f78e4f4a"/><Relationship Type="http://schemas.openxmlformats.org/officeDocument/2006/relationships/notesSlide" Target="/ppt/notesSlides/notesSlide24.xml" Id="R93c83feb26004b6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9d0dcba3d452456f"/><Relationship Type="http://schemas.openxmlformats.org/officeDocument/2006/relationships/image" Target="../media/image12.png" Id="R43e0720bc99f4fe0"/><Relationship Type="http://schemas.openxmlformats.org/officeDocument/2006/relationships/image" Target="/ppt/media/image32.png" Id="R7adbf599f06c4af8"/><Relationship Type="http://schemas.openxmlformats.org/officeDocument/2006/relationships/notesSlide" Target="/ppt/notesSlides/notesSlide25.xml" Id="Rcb3944900c064c2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2bfed634c7a41f9"/><Relationship Type="http://schemas.openxmlformats.org/officeDocument/2006/relationships/image" Target="../media/image12.png" Id="Re2e4479cabdb455d"/><Relationship Type="http://schemas.openxmlformats.org/officeDocument/2006/relationships/image" Target="../media/image32.png" Id="R833809805bca4468"/><Relationship Type="http://schemas.openxmlformats.org/officeDocument/2006/relationships/notesSlide" Target="/ppt/notesSlides/notesSlide26.xml" Id="R47ca965744f0484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da0d5bff09fc46b6"/><Relationship Type="http://schemas.openxmlformats.org/officeDocument/2006/relationships/image" Target="../media/image12.png" Id="R428ee5807b1349ec"/><Relationship Type="http://schemas.openxmlformats.org/officeDocument/2006/relationships/image" Target="../media/image32.png" Id="R5eaee6fff0104296"/><Relationship Type="http://schemas.openxmlformats.org/officeDocument/2006/relationships/image" Target="/ppt/media/image37.png" Id="Reb759983234b4035"/><Relationship Type="http://schemas.openxmlformats.org/officeDocument/2006/relationships/notesSlide" Target="/ppt/notesSlides/notesSlide27.xml" Id="Rfc8ad29d35cd42f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ef97af260a774343"/><Relationship Type="http://schemas.openxmlformats.org/officeDocument/2006/relationships/image" Target="../media/image12.png" Id="R6c5704d3d20b49fa"/><Relationship Type="http://schemas.openxmlformats.org/officeDocument/2006/relationships/image" Target="../media/image32.png" Id="R56b88ba2d95d49f9"/><Relationship Type="http://schemas.openxmlformats.org/officeDocument/2006/relationships/image" Target="../media/image37.png" Id="Rd38cb6bc443c492b"/><Relationship Type="http://schemas.openxmlformats.org/officeDocument/2006/relationships/notesSlide" Target="/ppt/notesSlides/notesSlide28.xml" Id="Rad9f41e4cbed4e57"/></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02c0889f622249d7"/><Relationship Type="http://schemas.openxmlformats.org/officeDocument/2006/relationships/image" Target="../media/image12.png" Id="Rf099ab32c4d44fb3"/><Relationship Type="http://schemas.openxmlformats.org/officeDocument/2006/relationships/notesSlide" Target="/ppt/notesSlides/notesSlide29.xml" Id="R2b629eb82bff440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4e800e13a93842b7"/><Relationship Type="http://schemas.openxmlformats.org/officeDocument/2006/relationships/image" Target="../media/image12.png" Id="Rb4701c9350584955"/><Relationship Type="http://schemas.openxmlformats.org/officeDocument/2006/relationships/notesSlide" Target="/ppt/notesSlides/notesSlide30.xml" Id="R684eececcc8047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babb179d53ce46b4"/><Relationship Type="http://schemas.openxmlformats.org/officeDocument/2006/relationships/image" Target="../media/image12.png" Id="R88a91e4c2f694bfc"/><Relationship Type="http://schemas.openxmlformats.org/officeDocument/2006/relationships/notesSlide" Target="/ppt/notesSlides/notesSlide31.xml" Id="R7e782574dda5426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90s.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 Id="rIdTechLogo15" Type="http://schemas.openxmlformats.org/officeDocument/2006/relationships/image" Target="/ppt/media/tech-logo-react.png"/><Relationship Id="rIdTechLogo16" Type="http://schemas.openxmlformats.org/officeDocument/2006/relationships/image" Target="/ppt/media/tech-logo-vite.png"/><Relationship Id="rIdTechLogo17" Type="http://schemas.openxmlformats.org/officeDocument/2006/relationships/image" Target="/ppt/media/tech-logo-vercel.png"/></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 Id="rIdTechLogo34" Type="http://schemas.openxmlformats.org/officeDocument/2006/relationships/image" Target="/ppt/media/tech-logo-react.png"/><Relationship Id="rIdTechLogo35" Type="http://schemas.openxmlformats.org/officeDocument/2006/relationships/image" Target="/ppt/media/tech-logo-vite.png"/><Relationship Id="rIdTechLogo36" Type="http://schemas.openxmlformats.org/officeDocument/2006/relationships/image" Target="/ppt/media/tech-logo-vercel.png"/><Relationship Id="rIdTechLogo4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 Id="rIdTechLogo54" Type="http://schemas.openxmlformats.org/officeDocument/2006/relationships/image" Target="/ppt/media/tech-logo-react.png"/><Relationship Id="rIdTechLogo55" Type="http://schemas.openxmlformats.org/officeDocument/2006/relationships/image" Target="/ppt/media/tech-logo-vite.png"/><Relationship Id="rIdTechLogo56" Type="http://schemas.openxmlformats.org/officeDocument/2006/relationships/image" Target="/ppt/media/tech-logo-vercel.png"/><Relationship Id="rIdTechLogo57" Type="http://schemas.openxmlformats.org/officeDocument/2006/relationships/image" Target="/ppt/media/tech-logo-fastapi.png"/><Relationship Id="rIdTechLogo58" Type="http://schemas.openxmlformats.org/officeDocument/2006/relationships/image" Target="/ppt/media/tech-logo-python.png"/><Relationship Id="rIdTechLogo59" Type="http://schemas.openxmlformats.org/officeDocument/2006/relationships/image" Target="/ppt/media/tech-logo-render.png"/><Relationship Id="rIdTechLogo62" Type="http://schemas.openxmlformats.org/officeDocument/2006/relationships/image" Target="/ppt/media/tech-logo-supabase.png"/><Relationship Id="rIdGoogleAuthLogo" Type="http://schemas.openxmlformats.org/officeDocument/2006/relationships/image" Target="/ppt/media/google-auth-logo.png"/></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 Id="rIdGoogleAuthLogo" Type="http://schemas.openxmlformats.org/officeDocument/2006/relationships/image" Target="/ppt/media/google-auth-logo.png"/></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 Id="rIdTechLogo13" Type="http://schemas.openxmlformats.org/officeDocument/2006/relationships/image" Target="/ppt/media/tech-logo-rust.png"/><Relationship Id="rIdTechLogo15" Type="http://schemas.openxmlformats.org/officeDocument/2006/relationships/image" Target="/ppt/media/tech-logo-anchor.png"/><Relationship Id="rIdTechLogo17" Type="http://schemas.openxmlformats.org/officeDocument/2006/relationships/image" Target="/ppt/media/tech-logo-solana.png"/></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 Id="rIdTechLogo33" Type="http://schemas.openxmlformats.org/officeDocument/2006/relationships/image" Target="/ppt/media/tech-logo-rust.png"/><Relationship Id="rIdTechLogo35" Type="http://schemas.openxmlformats.org/officeDocument/2006/relationships/image" Target="/ppt/media/tech-logo-anchor.png"/><Relationship Id="rIdTechLogo37" Type="http://schemas.openxmlformats.org/officeDocument/2006/relationships/image" Target="/ppt/media/tech-logo-solana.png"/></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 Id="rIdTechLogo47" Type="http://schemas.openxmlformats.org/officeDocument/2006/relationships/image" Target="/ppt/media/tech-logo-rust.png"/><Relationship Id="rIdTechLogo49" Type="http://schemas.openxmlformats.org/officeDocument/2006/relationships/image" Target="/ppt/media/tech-logo-anchor.png"/><Relationship Id="rIdTechLogo51" Type="http://schemas.openxmlformats.org/officeDocument/2006/relationships/image" Target="/ppt/media/tech-logo-solana.png"/></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41234564424141dd"/><Relationship Type="http://schemas.openxmlformats.org/officeDocument/2006/relationships/image" Target="../media/image12.png" Id="R404cf01b23ad4261"/><Relationship Type="http://schemas.openxmlformats.org/officeDocument/2006/relationships/notesSlide" Target="/ppt/notesSlides/notesSlide41.xml" Id="R8c194db989454278"/></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178194997f2b4717"/><Relationship Type="http://schemas.openxmlformats.org/officeDocument/2006/relationships/image" Target="../media/image12.png" Id="Ra78ab7e7c45343e5"/><Relationship Type="http://schemas.openxmlformats.org/officeDocument/2006/relationships/notesSlide" Target="/ppt/notesSlides/notesSlide42.xml" Id="R1e71739af24f4d20"/></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98b1bee343ea4f3e"/><Relationship Type="http://schemas.openxmlformats.org/officeDocument/2006/relationships/image" Target="../media/image12.png" Id="R91cd821c9a224b1c"/><Relationship Type="http://schemas.openxmlformats.org/officeDocument/2006/relationships/notesSlide" Target="/ppt/notesSlides/notesSlide43.xml" Id="R7efa4ca9b767414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 Id="rIdTechLogo24" Type="http://schemas.openxmlformats.org/officeDocument/2006/relationships/image" Target="/ppt/media/tech-logo-onnxruntime.png"/><Relationship Id="rIdTechLogo25" Type="http://schemas.openxmlformats.org/officeDocument/2006/relationships/image" Target="/ppt/media/tech-logo-fastapi-teal.png"/></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c05cd8733e004bf3"/><Relationship Type="http://schemas.openxmlformats.org/officeDocument/2006/relationships/image" Target="../media/image57.png" Id="R1091e0b35fd14d51"/><Relationship Type="http://schemas.openxmlformats.org/officeDocument/2006/relationships/notesSlide" Target="/ppt/notesSlides/notesSlide47.xml" Id="R07017560574d4a50"/></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f879a3396574eb5"/><Relationship Type="http://schemas.openxmlformats.org/officeDocument/2006/relationships/image" Target="../media/image57.png" Id="R0216348b8bcb4da3"/><Relationship Type="http://schemas.openxmlformats.org/officeDocument/2006/relationships/notesSlide" Target="/ppt/notesSlides/notesSlide48.xml" Id="R1b3813011e5c442b"/></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a28c69e26fbb4330"/><Relationship Type="http://schemas.openxmlformats.org/officeDocument/2006/relationships/image" Target="../media/image12.png" Id="Rf99834dfa7964f1e"/><Relationship Type="http://schemas.openxmlformats.org/officeDocument/2006/relationships/notesSlide" Target="/ppt/notesSlides/notesSlide49.xml" Id="R52d45777505f4d7a"/></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7bb6a628badc4bdd"/><Relationship Type="http://schemas.openxmlformats.org/officeDocument/2006/relationships/image" Target="../media/image12.png" Id="Re8609116dee54eb6"/><Relationship Type="http://schemas.openxmlformats.org/officeDocument/2006/relationships/notesSlide" Target="/ppt/notesSlides/notesSlide50.xml" Id="Rb55f5a4f2f8f4b8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51.xml" Id="R6ba847dd85b6479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094b7d8fee141f6"/><Relationship Type="http://schemas.openxmlformats.org/officeDocument/2006/relationships/image" Target="../media/image5.png" Id="R161f4f19c14943b7"/><Relationship Type="http://schemas.openxmlformats.org/officeDocument/2006/relationships/notesSlide" Target="/ppt/notesSlides/notesSlide55.xml" Id="Ra5a4a01e6bd9423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568211f509764fc0"/><Relationship Type="http://schemas.openxmlformats.org/officeDocument/2006/relationships/image" Target="../media/image5.png" Id="R960e684e95404f53"/><Relationship Type="http://schemas.openxmlformats.org/officeDocument/2006/relationships/notesSlide" Target="/ppt/notesSlides/notesSlide56.xml" Id="R3c10784be2fc47f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ff226678ffaa4fa6"/><Relationship Type="http://schemas.openxmlformats.org/officeDocument/2006/relationships/image" Target="../media/image5.png" Id="R4a9277b21b004c61"/><Relationship Type="http://schemas.openxmlformats.org/officeDocument/2006/relationships/notesSlide" Target="/ppt/notesSlides/notesSlide57.xml" Id="R54891cb45d8f4dd9"/></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60.xml" Id="R6ba847dd85b64799"/></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22ca64a8f4b542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37E5C75-3D37-4486-8F1E-F70D7868300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15" name="!!workspace"/>
          <p:cNvPicPr>
            <a:picLocks xmlns:a="http://schemas.openxmlformats.org/drawingml/2006/main" noChangeAspect="1"/>
          </p:cNvPicPr>
          <p:nvPr/>
        </p:nvPicPr>
        <p:blipFill>
          <a:blip xmlns:r="http://schemas.openxmlformats.org/officeDocument/2006/relationships" xmlns:a="http://schemas.openxmlformats.org/drawingml/2006/main" r:embed="R9efb4f26c1d04173"/>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0A195C37-1768-4DF5-B498-C0E580C241B5}"/>
              </a:ext>
            </a:extLst>
          </p:cNvPr>
          <p:cNvSpPr>
            <a:spLocks xmlns:a="http://schemas.openxmlformats.org/drawingml/2006/main" noGrp="1"/>
          </p:cNvSpPr>
          <p:nvPr/>
        </p:nvSpPr>
        <p:spPr>
          <a:xfrm xmlns:a="http://schemas.openxmlformats.org/drawingml/2006/main">
            <a:off x="609600" y="201930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ield-0-icon-0">
            <a:extLst xmlns:a="http://schemas.openxmlformats.org/drawingml/2006/main">
              <a:ext uri="{FF2B5EF4-FFF2-40B4-BE49-F238E27FC236}">
                <a16:creationId xmlns:a16="http://schemas.microsoft.com/office/drawing/2014/main" id="{2048F414-A9A5-4426-9169-F7B255673CF2}"/>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6" name="!!field-0-icon-1">
            <a:extLst xmlns:a="http://schemas.openxmlformats.org/drawingml/2006/main">
              <a:ext uri="{FF2B5EF4-FFF2-40B4-BE49-F238E27FC236}">
                <a16:creationId xmlns:a16="http://schemas.microsoft.com/office/drawing/2014/main" id="{2618E72A-F72F-42D0-B0B5-D798C5E2C8AC}"/>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7" name="!!field-0-icon-2">
            <a:extLst xmlns:a="http://schemas.openxmlformats.org/drawingml/2006/main">
              <a:ext uri="{FF2B5EF4-FFF2-40B4-BE49-F238E27FC236}">
                <a16:creationId xmlns:a16="http://schemas.microsoft.com/office/drawing/2014/main" id="{C880A168-7471-4CC3-857E-E322D725B140}"/>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8" name="!!field-0-icon-3">
            <a:extLst xmlns:a="http://schemas.openxmlformats.org/drawingml/2006/main">
              <a:ext uri="{FF2B5EF4-FFF2-40B4-BE49-F238E27FC236}">
                <a16:creationId xmlns:a16="http://schemas.microsoft.com/office/drawing/2014/main" id="{152710A8-9CC8-469B-91AA-3CE28C21F717}"/>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9" name="!!field-label-0">
            <a:extLst xmlns:a="http://schemas.openxmlformats.org/drawingml/2006/main">
              <a:ext uri="{FF2B5EF4-FFF2-40B4-BE49-F238E27FC236}">
                <a16:creationId xmlns:a16="http://schemas.microsoft.com/office/drawing/2014/main" id="{29C1DFAA-DF35-45A2-9964-31E2D21594E1}"/>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9856343-6B5D-4016-917A-1C4B99800D6D}"/>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MAU-2026-01</a:t>
            </a:r>
          </a:p>
        </p:txBody>
      </p:sp>
      <p:sp>
        <p:nvSpPr>
          <p:cNvPr id="11" name="!!page">
            <a:extLst xmlns:a="http://schemas.openxmlformats.org/drawingml/2006/main">
              <a:ext uri="{FF2B5EF4-FFF2-40B4-BE49-F238E27FC236}">
                <a16:creationId xmlns:a16="http://schemas.microsoft.com/office/drawing/2014/main" id="{4B743E3A-9CF4-4D6F-9C6D-1B9ECC2C97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2" name="!!caption">
            <a:extLst xmlns:a="http://schemas.openxmlformats.org/drawingml/2006/main">
              <a:ext uri="{FF2B5EF4-FFF2-40B4-BE49-F238E27FC236}">
                <a16:creationId xmlns:a16="http://schemas.microsoft.com/office/drawing/2014/main" id="{CE966382-3782-4CE5-A8B8-83455F8633A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9505017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c5cfc69f95c743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164729F-871E-429B-9FA7-9290782B460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0" name="!!workspace"/>
          <p:cNvPicPr>
            <a:picLocks xmlns:a="http://schemas.openxmlformats.org/drawingml/2006/main" noChangeAspect="1"/>
          </p:cNvPicPr>
          <p:nvPr/>
        </p:nvPicPr>
        <p:blipFill>
          <a:blip xmlns:r="http://schemas.openxmlformats.org/officeDocument/2006/relationships" xmlns:a="http://schemas.openxmlformats.org/drawingml/2006/main" r:embed="R7e666fadc02e4c7b"/>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E42B38AE-91F9-4753-9B5D-F13428E2C297}"/>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B5BBB76C-E99F-43DF-ABB5-EA59151F377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9D90A31-A7B4-45CF-B177-C848BEF436EC}"/>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0B51CC33-22C0-41D7-8DE3-685FF98A692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386E07FB-4A18-4D06-B093-73F5E3DF5BE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E47EE912-C399-48F5-8855-3F40D89FB47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D576285E-FA30-46E6-B08F-CFB33E8ABD2A}"/>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12A74E9E-F3E8-46D0-978B-FE52C32882B0}"/>
              </a:ext>
            </a:extLst>
          </p:cNvPr>
          <p:cNvSpPr>
            <a:spLocks xmlns:a="http://schemas.openxmlformats.org/drawingml/2006/main" noGrp="1"/>
          </p:cNvSpPr>
          <p:nvPr/>
        </p:nvSpPr>
        <p:spPr>
          <a:xfrm xmlns:a="http://schemas.openxmlformats.org/drawingml/2006/main">
            <a:off x="609600" y="301942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field-1-icon-0">
            <a:extLst xmlns:a="http://schemas.openxmlformats.org/drawingml/2006/main">
              <a:ext uri="{FF2B5EF4-FFF2-40B4-BE49-F238E27FC236}">
                <a16:creationId xmlns:a16="http://schemas.microsoft.com/office/drawing/2014/main" id="{96741904-1245-4D8D-B300-6F5879A923E2}"/>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13" name="!!field-1-icon-1">
            <a:extLst xmlns:a="http://schemas.openxmlformats.org/drawingml/2006/main">
              <a:ext uri="{FF2B5EF4-FFF2-40B4-BE49-F238E27FC236}">
                <a16:creationId xmlns:a16="http://schemas.microsoft.com/office/drawing/2014/main" id="{0450DE4D-59A2-4D6C-9576-9777D22B9163}"/>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14" name="!!field-label-1">
            <a:extLst xmlns:a="http://schemas.openxmlformats.org/drawingml/2006/main">
              <a:ext uri="{FF2B5EF4-FFF2-40B4-BE49-F238E27FC236}">
                <a16:creationId xmlns:a16="http://schemas.microsoft.com/office/drawing/2014/main" id="{FB945FA7-23A4-4B7F-B638-510A4C979AAF}"/>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3848E48A-9BF5-4EE9-933F-6F68B275B086}"/>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HTX minh họa</a:t>
            </a:r>
          </a:p>
        </p:txBody>
      </p:sp>
      <p:sp>
        <p:nvSpPr>
          <p:cNvPr id="16" name="!!page">
            <a:extLst xmlns:a="http://schemas.openxmlformats.org/drawingml/2006/main">
              <a:ext uri="{FF2B5EF4-FFF2-40B4-BE49-F238E27FC236}">
                <a16:creationId xmlns:a16="http://schemas.microsoft.com/office/drawing/2014/main" id="{72AEB82A-C832-4C55-A394-1FFBBD52F08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7" name="!!caption">
            <a:extLst xmlns:a="http://schemas.openxmlformats.org/drawingml/2006/main">
              <a:ext uri="{FF2B5EF4-FFF2-40B4-BE49-F238E27FC236}">
                <a16:creationId xmlns:a16="http://schemas.microsoft.com/office/drawing/2014/main" id="{AFBA5897-EFA2-419A-BCCF-6E1A07105BF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16795397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2a900d89b1a048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9556EB3-9C59-4A63-B733-DF48E9D983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6" name="!!workspace"/>
          <p:cNvPicPr>
            <a:picLocks xmlns:a="http://schemas.openxmlformats.org/drawingml/2006/main" noChangeAspect="1"/>
          </p:cNvPicPr>
          <p:nvPr/>
        </p:nvPicPr>
        <p:blipFill>
          <a:blip xmlns:r="http://schemas.openxmlformats.org/officeDocument/2006/relationships" xmlns:a="http://schemas.openxmlformats.org/drawingml/2006/main" r:embed="Rfd78ef7837f54106"/>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463FD819-AAD2-4908-84BD-800CB4A91A6D}"/>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5750A98A-5390-47CD-82A3-C3A6F6069712}"/>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DBAF9D3-5D20-4917-9892-52B678C94BFA}"/>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95696BB3-E553-40DE-8FCA-E42E7E73854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935D130A-8169-460D-ACE0-A68D2CEC6029}"/>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19DC4C73-E685-4591-A01D-2B76365C0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2F1F333-1B49-4603-8342-9C3734068CCF}"/>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053908F2-E4AE-4B26-9FE3-24410D3D8651}"/>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5C29F7AF-2DBC-4748-A1C3-8848AFFB2701}"/>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24682CB-EC38-485B-B925-A9D47BF55DCB}"/>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F2A023FA-25E0-43BF-947F-7DC823AB6A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0C402275-1BBF-4D75-8414-24560E17352E}"/>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660AA03-5114-4FCE-9D72-3F31B9F11B04}"/>
              </a:ext>
            </a:extLst>
          </p:cNvPr>
          <p:cNvSpPr>
            <a:spLocks xmlns:a="http://schemas.openxmlformats.org/drawingml/2006/main" noGrp="1"/>
          </p:cNvSpPr>
          <p:nvPr/>
        </p:nvSpPr>
        <p:spPr>
          <a:xfrm xmlns:a="http://schemas.openxmlformats.org/drawingml/2006/main">
            <a:off x="609600" y="401955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field-2-icon-0">
            <a:extLst xmlns:a="http://schemas.openxmlformats.org/drawingml/2006/main">
              <a:ext uri="{FF2B5EF4-FFF2-40B4-BE49-F238E27FC236}">
                <a16:creationId xmlns:a16="http://schemas.microsoft.com/office/drawing/2014/main" id="{1FD9A051-E085-4A92-953E-55363CCF1D3E}"/>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8" name="!!field-2-icon-1">
            <a:extLst xmlns:a="http://schemas.openxmlformats.org/drawingml/2006/main">
              <a:ext uri="{FF2B5EF4-FFF2-40B4-BE49-F238E27FC236}">
                <a16:creationId xmlns:a16="http://schemas.microsoft.com/office/drawing/2014/main" id="{FDF28FA5-592C-45E8-83B6-15EB9A80864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19" name="!!field-2-icon-2">
            <a:extLst xmlns:a="http://schemas.openxmlformats.org/drawingml/2006/main">
              <a:ext uri="{FF2B5EF4-FFF2-40B4-BE49-F238E27FC236}">
                <a16:creationId xmlns:a16="http://schemas.microsoft.com/office/drawing/2014/main" id="{8B6F4FB4-011E-4920-9379-B5A70F30290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sp>
        <p:nvSpPr>
          <p:cNvPr id="20" name="!!field-label-2">
            <a:extLst xmlns:a="http://schemas.openxmlformats.org/drawingml/2006/main">
              <a:ext uri="{FF2B5EF4-FFF2-40B4-BE49-F238E27FC236}">
                <a16:creationId xmlns:a16="http://schemas.microsoft.com/office/drawing/2014/main" id="{E4D79A17-9F61-4539-B765-C6204D957A45}"/>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6D194A71-5738-4C11-AA7B-89D68992928B}"/>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Ri6, 850 kg</a:t>
            </a:r>
          </a:p>
        </p:txBody>
      </p:sp>
      <p:sp>
        <p:nvSpPr>
          <p:cNvPr id="22" name="!!page">
            <a:extLst xmlns:a="http://schemas.openxmlformats.org/drawingml/2006/main">
              <a:ext uri="{FF2B5EF4-FFF2-40B4-BE49-F238E27FC236}">
                <a16:creationId xmlns:a16="http://schemas.microsoft.com/office/drawing/2014/main" id="{0A9E0D5F-F090-444E-A8AE-5EC590EF84F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3" name="!!caption">
            <a:extLst xmlns:a="http://schemas.openxmlformats.org/drawingml/2006/main">
              <a:ext uri="{FF2B5EF4-FFF2-40B4-BE49-F238E27FC236}">
                <a16:creationId xmlns:a16="http://schemas.microsoft.com/office/drawing/2014/main" id="{1EF36F30-CDAB-42CD-ABDB-6F38271F132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21183826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40597e9d477e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2274170-0928-48C1-B134-6CD086D6204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b68ccb7da2bb4358"/>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86DC6235-E702-4A3F-A0D9-FF6F6E1C87F5}"/>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3DACEEC6-2F5B-4757-83A7-8B155C23877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D1686435-C82F-47C9-8D26-16432BE8112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DADFBD44-78AC-4E5E-A3E6-F8E8686405B3}"/>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F7D95622-A117-4861-A7CE-14C0C8960F6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4B65255D-0DFC-4BEC-B93C-2C1E00AAB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0639EF9-9C3B-451A-A0BE-DF22073CCD57}"/>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A8D7A4B3-ABA7-4613-8A81-E976B6BED79C}"/>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41865AAD-CB00-4212-867A-602580022467}"/>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E083D446-820B-443B-97E2-21304C4A1C9D}"/>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6E1A9485-8DA0-49A0-935E-94DF45921C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240C05A7-6F2D-41A4-B9CA-E1EF950DEB1F}"/>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0D8BC5C1-7E01-4ADF-8BD0-523EF05F92A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D5348BC1-641E-4735-923D-99A2CDF6ACF1}"/>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DF5817AC-6575-41EF-8F26-C30D1065F797}"/>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ECD037A-6A7F-450B-87F2-83D4B4CE6A78}"/>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E8D48193-882C-4CF5-BBC6-94EA7BF0F95B}"/>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55CF44CF-8064-4CCE-BC99-35182BA07B0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155253CC-45D7-4715-8D5A-E9EEF41C6C3D}"/>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02B2FFF1-B3AE-475F-B0C5-55E547D74E4E}"/>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17717AF6-5337-43F9-B752-DDB06A4DA893}"/>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232E541F-B89A-4C73-B23C-1549121CED5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7F68A776-FAFE-4995-BD59-79DABA13F873}"/>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F6323C3B-D82F-41A1-8401-DB4F51C0BC2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0B0B47BF-D2FC-4AC8-B60B-7935710401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6533681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78ffdda9a1af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542639E-99D0-438E-9985-FD95BF2FA24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31F408A-CE97-4F3E-9D18-1B6DBD01C441}"/>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ile-icon-0">
            <a:extLst xmlns:a="http://schemas.openxmlformats.org/drawingml/2006/main">
              <a:ext uri="{FF2B5EF4-FFF2-40B4-BE49-F238E27FC236}">
                <a16:creationId xmlns:a16="http://schemas.microsoft.com/office/drawing/2014/main" id="{1EBE14CE-4280-4839-A240-39A22805293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5" name="!!file-label">
            <a:extLst xmlns:a="http://schemas.openxmlformats.org/drawingml/2006/main">
              <a:ext uri="{FF2B5EF4-FFF2-40B4-BE49-F238E27FC236}">
                <a16:creationId xmlns:a16="http://schemas.microsoft.com/office/drawing/2014/main" id="{CB408C22-44F4-4E8F-90C6-33FCD19447D7}"/>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4C9A30CF-B2F5-4EBB-BE83-3EA023D9DE27}"/>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page">
            <a:extLst xmlns:a="http://schemas.openxmlformats.org/drawingml/2006/main">
              <a:ext uri="{FF2B5EF4-FFF2-40B4-BE49-F238E27FC236}">
                <a16:creationId xmlns:a16="http://schemas.microsoft.com/office/drawing/2014/main" id="{C308E1EB-EA4F-4B6C-889A-DD795EF5D3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8" name="!!caption">
            <a:extLst xmlns:a="http://schemas.openxmlformats.org/drawingml/2006/main">
              <a:ext uri="{FF2B5EF4-FFF2-40B4-BE49-F238E27FC236}">
                <a16:creationId xmlns:a16="http://schemas.microsoft.com/office/drawing/2014/main" id="{08EB7D78-5C98-4895-BA63-E91FFA12F69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0017123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5" name="!!backdrop"/>
          <p:cNvPicPr>
            <a:picLocks xmlns:a="http://schemas.openxmlformats.org/drawingml/2006/main" noChangeAspect="1"/>
          </p:cNvPicPr>
          <p:nvPr/>
        </p:nvPicPr>
        <p:blipFill>
          <a:blip xmlns:r="http://schemas.openxmlformats.org/officeDocument/2006/relationships" xmlns:a="http://schemas.openxmlformats.org/drawingml/2006/main" r:embed="R13c21cbe068e45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7B7AD4E-E7FA-4E68-AA2E-5AD5C9005DE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EA379D0-E73D-48E3-B38B-BFEEF0198BC7}"/>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1A1B55B9-D1D6-4D5E-BA92-D77FB76A65E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DCC3D280-5BDA-4BCC-BAC8-5263D9FCF1B5}"/>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B4BBC7BB-9C74-4132-98F8-9094DFDD69E4}"/>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D75B05F7-7368-4F4B-BF1F-E11D59846552}"/>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source-icon-0">
            <a:extLst xmlns:a="http://schemas.openxmlformats.org/drawingml/2006/main">
              <a:ext uri="{FF2B5EF4-FFF2-40B4-BE49-F238E27FC236}">
                <a16:creationId xmlns:a16="http://schemas.microsoft.com/office/drawing/2014/main" id="{CC4CBAC6-6A98-4F83-954D-0FCE5C16C86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9" name="!!source-icon-1">
            <a:extLst xmlns:a="http://schemas.openxmlformats.org/drawingml/2006/main">
              <a:ext uri="{FF2B5EF4-FFF2-40B4-BE49-F238E27FC236}">
                <a16:creationId xmlns:a16="http://schemas.microsoft.com/office/drawing/2014/main" id="{8BE7D05F-048B-4AF5-B645-7DAAC64B25E6}"/>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0" name="!!source-icon-2">
            <a:extLst xmlns:a="http://schemas.openxmlformats.org/drawingml/2006/main">
              <a:ext uri="{FF2B5EF4-FFF2-40B4-BE49-F238E27FC236}">
                <a16:creationId xmlns:a16="http://schemas.microsoft.com/office/drawing/2014/main" id="{EC046439-55C7-4D66-A7F4-C81F4C6B532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1" name="!!source-label">
            <a:extLst xmlns:a="http://schemas.openxmlformats.org/drawingml/2006/main">
              <a:ext uri="{FF2B5EF4-FFF2-40B4-BE49-F238E27FC236}">
                <a16:creationId xmlns:a16="http://schemas.microsoft.com/office/drawing/2014/main" id="{C923DB4B-CEF7-4AA1-9629-84A078D2DE3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AEB5655A-8981-45F4-B949-FD65FC79B074}"/>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page">
            <a:extLst xmlns:a="http://schemas.openxmlformats.org/drawingml/2006/main">
              <a:ext uri="{FF2B5EF4-FFF2-40B4-BE49-F238E27FC236}">
                <a16:creationId xmlns:a16="http://schemas.microsoft.com/office/drawing/2014/main" id="{EF5A2D4C-EB61-4110-A4D4-1CBE2303D61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14" name="!!caption">
            <a:extLst xmlns:a="http://schemas.openxmlformats.org/drawingml/2006/main">
              <a:ext uri="{FF2B5EF4-FFF2-40B4-BE49-F238E27FC236}">
                <a16:creationId xmlns:a16="http://schemas.microsoft.com/office/drawing/2014/main" id="{D75CDD06-4CD6-4647-9E9F-374C106BBC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5115788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c948fcd9ccf4f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3253460-A0E9-4524-9F8C-C670938073D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43FFB31B-2E2C-473D-B03C-55F0930F33AE}"/>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CAA99B04-C804-4845-9600-D36FC553D97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ADADE0F-8E19-4A6B-AEEC-E2FDC2C8DFB4}"/>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05F3561C-980E-461E-9CF6-7A9CC4A44F60}"/>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9E2C348E-8C4F-4A7D-854B-A7C9B311CDF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1C4F0068-4BE5-4A68-BD9B-F9EF1204453F}"/>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3340259C-7BC4-49D7-8382-B99D12ADE0E8}"/>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94ABFC35-AA72-4660-BBA3-EBA6A573FFD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EAD13938-67B9-4860-AF16-DAAC836EEB6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B438FECC-5A81-489C-8FE0-9F63E51C0426}"/>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51A65AB1-F888-4EC6-95D3-71DB7BA8FC3E}"/>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3952499A-F168-4723-B56D-F543D1D5279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E982CF63-F451-4014-B0E7-D5FD28682FB3}"/>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B09C73C1-423F-4EA1-8F01-DD4B518DF2A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FBE08A02-2ACD-4BC3-93A2-4AFF7658607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4B5783-5ABA-4792-B1AE-4F5BA1ACC597}"/>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4F312343-07E6-4D38-9BDC-F14FD81812DD}"/>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C8100AD6-9B4B-4C05-9380-12742F799EE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DBE96278-0F7A-48C7-B70A-DB3D398C38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8803051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40653d5ba3e48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F361834-8623-4D08-9C3A-D3E4320AF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6FF58CE-3F98-498A-8808-F08AA249CBB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F077F8EB-968C-4DA6-8257-CCBD32EB04D1}"/>
              </a:ext>
            </a:extLst>
          </p:cNvPr>
          <p:cNvSpPr>
            <a:spLocks xmlns:a="http://schemas.openxmlformats.org/drawingml/2006/main" noGrp="1"/>
          </p:cNvSpPr>
          <p:nvPr/>
        </p:nvSpPr>
        <p:spPr>
          <a:xfrm xmlns:a="http://schemas.openxmlformats.org/drawingml/2006/main">
            <a:off x="91440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event-0-icon-0">
            <a:extLst xmlns:a="http://schemas.openxmlformats.org/drawingml/2006/main">
              <a:ext uri="{FF2B5EF4-FFF2-40B4-BE49-F238E27FC236}">
                <a16:creationId xmlns:a16="http://schemas.microsoft.com/office/drawing/2014/main" id="{96ED512F-0B66-4ADC-BBE8-F7D325D24FE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6820">
            <a:solidFill>
              <a:srgbClr val="FFFFFF"/>
            </a:solidFill>
            <a:prstDash val="solid"/>
          </a:ln>
        </p:spPr>
      </p:sp>
      <p:sp>
        <p:nvSpPr>
          <p:cNvPr id="6" name="!!event-0-icon-1">
            <a:extLst xmlns:a="http://schemas.openxmlformats.org/drawingml/2006/main">
              <a:ext uri="{FF2B5EF4-FFF2-40B4-BE49-F238E27FC236}">
                <a16:creationId xmlns:a16="http://schemas.microsoft.com/office/drawing/2014/main" id="{3242E2A2-8404-43E4-B565-2F0BE815CE2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6820">
            <a:solidFill>
              <a:srgbClr val="FFFFFF"/>
            </a:solidFill>
            <a:prstDash val="solid"/>
          </a:ln>
        </p:spPr>
      </p:sp>
      <p:sp>
        <p:nvSpPr>
          <p:cNvPr id="7" name="!!event-label-0">
            <a:extLst xmlns:a="http://schemas.openxmlformats.org/drawingml/2006/main">
              <a:ext uri="{FF2B5EF4-FFF2-40B4-BE49-F238E27FC236}">
                <a16:creationId xmlns:a16="http://schemas.microsoft.com/office/drawing/2014/main" id="{37E115D5-35F1-4FE7-8571-4C8BB5B698D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hoạch</a:t>
            </a:r>
          </a:p>
        </p:txBody>
      </p:sp>
      <p:sp>
        <p:nvSpPr>
          <p:cNvPr id="8" name="!!date-0">
            <a:extLst xmlns:a="http://schemas.openxmlformats.org/drawingml/2006/main">
              <a:ext uri="{FF2B5EF4-FFF2-40B4-BE49-F238E27FC236}">
                <a16:creationId xmlns:a16="http://schemas.microsoft.com/office/drawing/2014/main" id="{899FE5C3-B7A4-46FD-980C-E74A1AFF5F34}"/>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9" name="!!history-conclusion">
            <a:extLst xmlns:a="http://schemas.openxmlformats.org/drawingml/2006/main">
              <a:ext uri="{FF2B5EF4-FFF2-40B4-BE49-F238E27FC236}">
                <a16:creationId xmlns:a16="http://schemas.microsoft.com/office/drawing/2014/main" id="{2958A4B4-F0BB-4F22-A29C-E025655D403A}"/>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0" name="!!page">
            <a:extLst xmlns:a="http://schemas.openxmlformats.org/drawingml/2006/main">
              <a:ext uri="{FF2B5EF4-FFF2-40B4-BE49-F238E27FC236}">
                <a16:creationId xmlns:a16="http://schemas.microsoft.com/office/drawing/2014/main" id="{CDA53B32-1B52-40D6-924D-BCF2D2F74ED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1" name="!!caption">
            <a:extLst xmlns:a="http://schemas.openxmlformats.org/drawingml/2006/main">
              <a:ext uri="{FF2B5EF4-FFF2-40B4-BE49-F238E27FC236}">
                <a16:creationId xmlns:a16="http://schemas.microsoft.com/office/drawing/2014/main" id="{4DF7886E-C2E9-4718-8195-5589AA81955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2757773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3e265e3fbab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2D6DD6F2-4C87-453D-AC1C-469CD74234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856EA39-C016-49CD-9571-0BA28E88DB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E7F2750-3378-472E-A42D-7DF931C02965}"/>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30A1719-498A-43C0-824A-B718D2AC1A7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FC65374F-E738-4526-8115-BF0CDF9ACC3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4DD7544-9159-4FB1-A535-587143E87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D066647E-330A-4EA4-BBE9-7B0D0507DCB7}"/>
              </a:ext>
            </a:extLst>
          </p:cNvPr>
          <p:cNvSpPr>
            <a:spLocks xmlns:a="http://schemas.openxmlformats.org/drawingml/2006/main" noGrp="1"/>
          </p:cNvSpPr>
          <p:nvPr/>
        </p:nvSpPr>
        <p:spPr>
          <a:xfrm xmlns:a="http://schemas.openxmlformats.org/drawingml/2006/main">
            <a:off x="370522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event-1-icon-0">
            <a:extLst xmlns:a="http://schemas.openxmlformats.org/drawingml/2006/main">
              <a:ext uri="{FF2B5EF4-FFF2-40B4-BE49-F238E27FC236}">
                <a16:creationId xmlns:a16="http://schemas.microsoft.com/office/drawing/2014/main" id="{1E0325B2-B892-48D4-AB42-194E0E7E8EE5}"/>
              </a:ext>
            </a:extLst>
          </p:cNvPr>
          <p:cNvSpPr>
            <a:spLocks xmlns:a="http://schemas.openxmlformats.org/drawingml/2006/main" noGrp="1"/>
          </p:cNvSpPr>
          <p:nvPr/>
        </p:nvSpPr>
        <p:spPr>
          <a:xfrm xmlns:a="http://schemas.openxmlformats.org/drawingml/2006/main">
            <a:off x="4087654" y="2496979"/>
            <a:ext cx="438055" cy="438055"/>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0" name="!!event-1-icon-1">
            <a:extLst xmlns:a="http://schemas.openxmlformats.org/drawingml/2006/main">
              <a:ext uri="{FF2B5EF4-FFF2-40B4-BE49-F238E27FC236}">
                <a16:creationId xmlns:a16="http://schemas.microsoft.com/office/drawing/2014/main" id="{AA77FBB7-EBE4-47E5-B7AC-1933EAA9B4A9}"/>
              </a:ext>
            </a:extLst>
          </p:cNvPr>
          <p:cNvSpPr>
            <a:spLocks xmlns:a="http://schemas.openxmlformats.org/drawingml/2006/main" noGrp="1"/>
          </p:cNvSpPr>
          <p:nvPr/>
        </p:nvSpPr>
        <p:spPr>
          <a:xfrm xmlns:a="http://schemas.openxmlformats.org/drawingml/2006/main">
            <a:off x="4025075" y="2434400"/>
            <a:ext cx="750951" cy="750951"/>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6820">
            <a:solidFill>
              <a:srgbClr val="FFFFFF"/>
            </a:solidFill>
            <a:prstDash val="solid"/>
          </a:ln>
        </p:spPr>
      </p:sp>
      <p:sp>
        <p:nvSpPr>
          <p:cNvPr id="11" name="!!event-label-1">
            <a:extLst xmlns:a="http://schemas.openxmlformats.org/drawingml/2006/main">
              <a:ext uri="{FF2B5EF4-FFF2-40B4-BE49-F238E27FC236}">
                <a16:creationId xmlns:a16="http://schemas.microsoft.com/office/drawing/2014/main" id="{A2E296A1-11BF-420D-A2C0-0DC5ACACBC11}"/>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Phân loại</a:t>
            </a:r>
          </a:p>
        </p:txBody>
      </p:sp>
      <p:cxnSp>
        <p:nvCxnSpPr>
          <p:cNvPr id="29"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date-0">
            <a:extLst xmlns:a="http://schemas.openxmlformats.org/drawingml/2006/main">
              <a:ext uri="{FF2B5EF4-FFF2-40B4-BE49-F238E27FC236}">
                <a16:creationId xmlns:a16="http://schemas.microsoft.com/office/drawing/2014/main" id="{E8877124-4A08-47B9-B952-4BD079E288D2}"/>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4" name="!!date-1">
            <a:extLst xmlns:a="http://schemas.openxmlformats.org/drawingml/2006/main">
              <a:ext uri="{FF2B5EF4-FFF2-40B4-BE49-F238E27FC236}">
                <a16:creationId xmlns:a16="http://schemas.microsoft.com/office/drawing/2014/main" id="{8C989B0F-E3EB-4A06-B506-E34EB5DCB663}"/>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5" name="!!history-conclusion">
            <a:extLst xmlns:a="http://schemas.openxmlformats.org/drawingml/2006/main">
              <a:ext uri="{FF2B5EF4-FFF2-40B4-BE49-F238E27FC236}">
                <a16:creationId xmlns:a16="http://schemas.microsoft.com/office/drawing/2014/main" id="{A0B2F5BE-EB3E-43C4-95B6-F06BA202BDE5}"/>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6" name="!!page">
            <a:extLst xmlns:a="http://schemas.openxmlformats.org/drawingml/2006/main">
              <a:ext uri="{FF2B5EF4-FFF2-40B4-BE49-F238E27FC236}">
                <a16:creationId xmlns:a16="http://schemas.microsoft.com/office/drawing/2014/main" id="{D7C70F59-58D9-45A3-AC47-852386B0675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7" name="!!caption">
            <a:extLst xmlns:a="http://schemas.openxmlformats.org/drawingml/2006/main">
              <a:ext uri="{FF2B5EF4-FFF2-40B4-BE49-F238E27FC236}">
                <a16:creationId xmlns:a16="http://schemas.microsoft.com/office/drawing/2014/main" id="{8F28BC81-BF66-4518-865F-1A5862DADA0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734108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ba58f5c67a9c47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AB3ABD2-0E33-4BD1-93B7-012C6950F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C735B5E-DDBC-4616-A39F-E85D361BB2E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56A1139F-E132-494F-B0B4-EBEAA8D1040F}"/>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D3B262D-76DD-4537-B8ED-D51A4A62E642}"/>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811A280-AA7E-467E-ACA6-B11CA78295F4}"/>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431777D1-A69B-40F4-9850-678E24DCE7C9}"/>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99BDC29-666D-4C5B-B7B0-96E96A321774}"/>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8FD02817-5E90-4CFE-A12B-1AA5B1216911}"/>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3CEBE23F-EC16-4207-925B-1F54403423AD}"/>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D94813FC-2DCB-45E5-AB52-11F20D9D004A}"/>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36"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D01EA341-8D7D-406A-88EB-3FFF4BF35282}"/>
              </a:ext>
            </a:extLst>
          </p:cNvPr>
          <p:cNvSpPr>
            <a:spLocks xmlns:a="http://schemas.openxmlformats.org/drawingml/2006/main" noGrp="1"/>
          </p:cNvSpPr>
          <p:nvPr/>
        </p:nvSpPr>
        <p:spPr>
          <a:xfrm xmlns:a="http://schemas.openxmlformats.org/drawingml/2006/main">
            <a:off x="649605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ent-2-icon-0">
            <a:extLst xmlns:a="http://schemas.openxmlformats.org/drawingml/2006/main">
              <a:ext uri="{FF2B5EF4-FFF2-40B4-BE49-F238E27FC236}">
                <a16:creationId xmlns:a16="http://schemas.microsoft.com/office/drawing/2014/main" id="{C896830B-3CA3-4EDB-9DAF-D7905CAEAA93}"/>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6820">
            <a:solidFill>
              <a:srgbClr val="FFFFFF"/>
            </a:solidFill>
            <a:prstDash val="solid"/>
          </a:ln>
        </p:spPr>
      </p:sp>
      <p:sp>
        <p:nvSpPr>
          <p:cNvPr id="15" name="!!event-2-icon-1">
            <a:extLst xmlns:a="http://schemas.openxmlformats.org/drawingml/2006/main">
              <a:ext uri="{FF2B5EF4-FFF2-40B4-BE49-F238E27FC236}">
                <a16:creationId xmlns:a16="http://schemas.microsoft.com/office/drawing/2014/main" id="{17AB4EEB-4F31-427B-8253-402F661A25F8}"/>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6820">
            <a:solidFill>
              <a:srgbClr val="FFFFFF"/>
            </a:solidFill>
            <a:prstDash val="solid"/>
          </a:ln>
        </p:spPr>
      </p:sp>
      <p:sp>
        <p:nvSpPr>
          <p:cNvPr id="16" name="!!event-2-icon-2">
            <a:extLst xmlns:a="http://schemas.openxmlformats.org/drawingml/2006/main">
              <a:ext uri="{FF2B5EF4-FFF2-40B4-BE49-F238E27FC236}">
                <a16:creationId xmlns:a16="http://schemas.microsoft.com/office/drawing/2014/main" id="{83974F43-DA87-4ECD-9484-F87B3400103B}"/>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6820">
            <a:solidFill>
              <a:srgbClr val="FFFFFF"/>
            </a:solidFill>
            <a:prstDash val="solid"/>
          </a:ln>
        </p:spPr>
      </p:sp>
      <p:sp>
        <p:nvSpPr>
          <p:cNvPr id="17" name="!!event-label-2">
            <a:extLst xmlns:a="http://schemas.openxmlformats.org/drawingml/2006/main">
              <a:ext uri="{FF2B5EF4-FFF2-40B4-BE49-F238E27FC236}">
                <a16:creationId xmlns:a16="http://schemas.microsoft.com/office/drawing/2014/main" id="{1C2480D8-FB22-4760-BC3C-D6E3E65266DC}"/>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Đóng gói</a:t>
            </a:r>
          </a:p>
        </p:txBody>
      </p:sp>
      <p:cxnSp>
        <p:nvCxnSpPr>
          <p:cNvPr id="42"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date-0">
            <a:extLst xmlns:a="http://schemas.openxmlformats.org/drawingml/2006/main">
              <a:ext uri="{FF2B5EF4-FFF2-40B4-BE49-F238E27FC236}">
                <a16:creationId xmlns:a16="http://schemas.microsoft.com/office/drawing/2014/main" id="{EAE5E87A-B37B-4C6E-953B-1E3FDDEC5907}"/>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0" name="!!date-1">
            <a:extLst xmlns:a="http://schemas.openxmlformats.org/drawingml/2006/main">
              <a:ext uri="{FF2B5EF4-FFF2-40B4-BE49-F238E27FC236}">
                <a16:creationId xmlns:a16="http://schemas.microsoft.com/office/drawing/2014/main" id="{9213477A-D2DA-40AC-94D8-E00C5B10B342}"/>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1" name="!!date-2">
            <a:extLst xmlns:a="http://schemas.openxmlformats.org/drawingml/2006/main">
              <a:ext uri="{FF2B5EF4-FFF2-40B4-BE49-F238E27FC236}">
                <a16:creationId xmlns:a16="http://schemas.microsoft.com/office/drawing/2014/main" id="{CD9DED2F-441B-4558-A122-A82639F3DA99}"/>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2" name="!!history-conclusion">
            <a:extLst xmlns:a="http://schemas.openxmlformats.org/drawingml/2006/main">
              <a:ext uri="{FF2B5EF4-FFF2-40B4-BE49-F238E27FC236}">
                <a16:creationId xmlns:a16="http://schemas.microsoft.com/office/drawing/2014/main" id="{2F1AAD36-54EE-48E5-91BB-21B18EC18F98}"/>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23" name="!!page">
            <a:extLst xmlns:a="http://schemas.openxmlformats.org/drawingml/2006/main">
              <a:ext uri="{FF2B5EF4-FFF2-40B4-BE49-F238E27FC236}">
                <a16:creationId xmlns:a16="http://schemas.microsoft.com/office/drawing/2014/main" id="{B30B53CA-AD88-4AED-A1E9-4CADDD1096E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24" name="!!caption">
            <a:extLst xmlns:a="http://schemas.openxmlformats.org/drawingml/2006/main">
              <a:ext uri="{FF2B5EF4-FFF2-40B4-BE49-F238E27FC236}">
                <a16:creationId xmlns:a16="http://schemas.microsoft.com/office/drawing/2014/main" id="{3AAC8B16-81F0-442F-B0EF-9B069745D9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9554512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89471b38f78e4f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155AE84-226B-4DA1-ADD8-87DF61939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FFD538A-0FF1-46B7-B145-6E19A625CA0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CF30E8B2-1261-4E1A-AC0D-8D1D2D7FF4B3}"/>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E4818EA2-6C50-4248-9AD9-D6678F77A0F5}"/>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901D496-FE1F-4A7C-9AB4-31587328CB88}"/>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9FA95B1-4887-4315-BC82-1A3DA1F99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359CF5EF-1983-408E-BA2B-2EE9454A51E6}"/>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4599E639-36AB-4EA6-8E9A-770C6EB9E9E0}"/>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FD856D23-1C31-471F-82DC-D634F2022197}"/>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73C2DDC0-EA39-4A71-B831-50BD423F6742}"/>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4EF8534A-5E4B-4D8F-8615-66019C62B8A6}"/>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01F158D7-A54F-46C8-BBD7-A9C53A0C336D}"/>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16117153-B5AF-49F7-AE84-0D61B7195878}"/>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658DCD24-6368-4571-A897-248F8309D5A5}"/>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B6C24E9B-7C00-4E10-BCFF-C40232C3055B}"/>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4B02CA68-7454-44FE-8F24-F9B1BCD278B1}"/>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1D28E282-B98F-45AC-AA27-B2517E66EC6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57E9FC8-37E9-4A9C-987F-03507AA0753E}"/>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936AC4B4-D3A9-40C2-B17E-4120C9AA0275}"/>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B97AD541-9B02-4697-A0A0-9EEA8CE7AED2}"/>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B651E97C-C3A7-4DA4-8B55-46EE02B1E576}"/>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C8953DBC-B5FC-45E9-A7EF-31999EBBAF3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44D9AB-866B-44F9-B7B5-B4A7725BFD95}"/>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4149A8CB-10FD-4C9B-9D99-EAB66A028E6B}"/>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2B69106A-C411-4EF2-9831-AB1E29108D80}"/>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210A4BE6-06CD-44C6-956C-016C497234A9}"/>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F5741539-B2EE-4C80-81F2-F38C9DEB5C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828ED535-4373-4FBF-9A3C-F99D1380098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62890028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3e0720bc99f4f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06B6ACE-89FF-415F-8735-F527E2569E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18FC2BE-73F7-4FFF-8933-332441EA45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0" name="!!buyer-qr"/>
          <p:cNvPicPr>
            <a:picLocks xmlns:a="http://schemas.openxmlformats.org/drawingml/2006/main" noChangeAspect="1"/>
          </p:cNvPicPr>
          <p:nvPr/>
        </p:nvPicPr>
        <p:blipFill>
          <a:blip xmlns:r="http://schemas.openxmlformats.org/officeDocument/2006/relationships" xmlns:a="http://schemas.openxmlformats.org/drawingml/2006/main" r:embed="R7adbf599f06c4af8"/>
          <a:stretch xmlns:a="http://schemas.openxmlformats.org/drawingml/2006/main"/>
        </p:blipFill>
        <p:spPr>
          <a:xfrm xmlns:a="http://schemas.openxmlformats.org/drawingml/2006/main">
            <a:off x="742950" y="2181225"/>
            <a:ext cx="3524250" cy="352425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4E738AB-67E2-4054-9BB9-4BC31F42390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6" name="!!caption">
            <a:extLst xmlns:a="http://schemas.openxmlformats.org/drawingml/2006/main">
              <a:ext uri="{FF2B5EF4-FFF2-40B4-BE49-F238E27FC236}">
                <a16:creationId xmlns:a16="http://schemas.microsoft.com/office/drawing/2014/main" id="{AA6957F9-D3B7-4968-BD75-6035E842E7A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743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e2e4479cabdb45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CC42E85-CCEB-424A-A273-0E78DBED07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5C64070-1181-4A04-9E1F-B732245A0CF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2" name="!!buyer-qr"/>
          <p:cNvPicPr>
            <a:picLocks xmlns:a="http://schemas.openxmlformats.org/drawingml/2006/main" noChangeAspect="1"/>
          </p:cNvPicPr>
          <p:nvPr/>
        </p:nvPicPr>
        <p:blipFill>
          <a:blip xmlns:r="http://schemas.openxmlformats.org/officeDocument/2006/relationships" xmlns:a="http://schemas.openxmlformats.org/drawingml/2006/main" r:embed="R833809805bca4468"/>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1B38E3BF-4648-4F3D-BFA3-5736226C1C9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B1FF8EF-6C35-44EA-8BF4-09DB50E9DAD9}"/>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sp>
        <p:nvSpPr>
          <p:cNvPr id="7" name="!!page">
            <a:extLst xmlns:a="http://schemas.openxmlformats.org/drawingml/2006/main">
              <a:ext uri="{FF2B5EF4-FFF2-40B4-BE49-F238E27FC236}">
                <a16:creationId xmlns:a16="http://schemas.microsoft.com/office/drawing/2014/main" id="{7A05081E-2481-40F5-BAE6-B7A41A1EBE9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8" name="!!caption">
            <a:extLst xmlns:a="http://schemas.openxmlformats.org/drawingml/2006/main">
              <a:ext uri="{FF2B5EF4-FFF2-40B4-BE49-F238E27FC236}">
                <a16:creationId xmlns:a16="http://schemas.microsoft.com/office/drawing/2014/main" id="{A38CEF4F-CD23-43AE-B963-FF45D9DC299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2102790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428ee5807b1349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200A47-3CF8-42E9-8666-801E51114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9AEF105-D331-41DA-92D9-7ECFFF23462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4" name="!!buyer-qr"/>
          <p:cNvPicPr>
            <a:picLocks xmlns:a="http://schemas.openxmlformats.org/drawingml/2006/main" noChangeAspect="1"/>
          </p:cNvPicPr>
          <p:nvPr/>
        </p:nvPicPr>
        <p:blipFill>
          <a:blip xmlns:r="http://schemas.openxmlformats.org/officeDocument/2006/relationships" xmlns:a="http://schemas.openxmlformats.org/drawingml/2006/main" r:embed="R5eaee6fff0104296"/>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61F075B1-4B95-4FFF-BD6F-7A0A723296E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F9E447F-2972-4A0C-8F2C-626FD4FEDEBF}"/>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17" name="!!buyer-record"/>
          <p:cNvPicPr>
            <a:picLocks xmlns:a="http://schemas.openxmlformats.org/drawingml/2006/main" noChangeAspect="1"/>
          </p:cNvPicPr>
          <p:nvPr/>
        </p:nvPicPr>
        <p:blipFill>
          <a:blip xmlns:r="http://schemas.openxmlformats.org/officeDocument/2006/relationships" xmlns:a="http://schemas.openxmlformats.org/drawingml/2006/main" r:embed="Reb759983234b4035"/>
          <a:stretch xmlns:a="http://schemas.openxmlformats.org/drawingml/2006/main"/>
        </p:blipFill>
        <p:spPr>
          <a:xfrm xmlns:a="http://schemas.openxmlformats.org/drawingml/2006/main">
            <a:off x="6929731" y="1714500"/>
            <a:ext cx="1980613" cy="42862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7AF9E6EA-0031-4391-A383-DDAC5CB60378}"/>
              </a:ext>
            </a:extLst>
          </p:cNvPr>
          <p:cNvSpPr>
            <a:spLocks xmlns:a="http://schemas.openxmlformats.org/drawingml/2006/main" noGrp="1"/>
          </p:cNvSpPr>
          <p:nvPr/>
        </p:nvSpPr>
        <p:spPr>
          <a:xfrm xmlns:a="http://schemas.openxmlformats.org/drawingml/2006/main">
            <a:off x="6553200"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page">
            <a:extLst xmlns:a="http://schemas.openxmlformats.org/drawingml/2006/main">
              <a:ext uri="{FF2B5EF4-FFF2-40B4-BE49-F238E27FC236}">
                <a16:creationId xmlns:a16="http://schemas.microsoft.com/office/drawing/2014/main" id="{9544C84D-0B8B-4518-B6F4-16A52BAA344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0" name="!!caption">
            <a:extLst xmlns:a="http://schemas.openxmlformats.org/drawingml/2006/main">
              <a:ext uri="{FF2B5EF4-FFF2-40B4-BE49-F238E27FC236}">
                <a16:creationId xmlns:a16="http://schemas.microsoft.com/office/drawing/2014/main" id="{4B2266E7-FFD6-490B-BB20-D326CF73B87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3168797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6c5704d3d20b49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350F5CA-7230-4857-AD23-7383005AD5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6BE9B372-0440-40FE-8649-CC558149834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56b88ba2d95d49f9"/>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570A4DF9-49E1-4623-BDDD-E6C815A98175}"/>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F801EAA0-C909-4782-AE78-9FCEE43057E7}"/>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d38cb6bc443c492b"/>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68980504-C11F-4315-88F5-E0BD1A9E6A4B}"/>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9CC8700E-942A-4B0C-AA6D-8FE2783859D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CF5D0AB4-6286-4BDB-B48F-7A90D4A03886}"/>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D0CD6EF5-A8CF-49E3-B5D7-18D54114A411}"/>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55C46E6-4740-4BF2-93ED-9A62F3AF0CF2}"/>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79B641E9-0857-433E-B3E8-D6D05D9EAC5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F017E221-89AB-4215-A57F-F05EF961CA2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92E43278-37A2-4188-BDAE-6D09EE801A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957269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f099ab32c4d44f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3F03307-96C7-452E-8EA8-1B780C20C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62FDB5D-63B5-49AE-B876-31E8BAADD2A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05867DCC-3731-4648-9FE5-08CE0DC15002}"/>
              </a:ext>
            </a:extLst>
          </p:cNvPr>
          <p:cNvSpPr>
            <a:spLocks xmlns:a="http://schemas.openxmlformats.org/drawingml/2006/main" noGrp="1"/>
          </p:cNvSpPr>
          <p:nvPr/>
        </p:nvSpPr>
        <p:spPr>
          <a:xfrm xmlns:a="http://schemas.openxmlformats.org/drawingml/2006/main">
            <a:off x="105727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ermission-0-icon-0">
            <a:extLst xmlns:a="http://schemas.openxmlformats.org/drawingml/2006/main">
              <a:ext uri="{FF2B5EF4-FFF2-40B4-BE49-F238E27FC236}">
                <a16:creationId xmlns:a16="http://schemas.microsoft.com/office/drawing/2014/main" id="{FC75D523-826D-4C96-A4A4-B0EEEAF7EBB9}"/>
              </a:ext>
            </a:extLst>
          </p:cNvPr>
          <p:cNvSpPr>
            <a:spLocks xmlns:a="http://schemas.openxmlformats.org/drawingml/2006/main" noGrp="1"/>
          </p:cNvSpPr>
          <p:nvPr/>
        </p:nvSpPr>
        <p:spPr>
          <a:xfrm xmlns:a="http://schemas.openxmlformats.org/drawingml/2006/main">
            <a:off x="150228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6" name="!!permission-0-icon-1">
            <a:extLst xmlns:a="http://schemas.openxmlformats.org/drawingml/2006/main">
              <a:ext uri="{FF2B5EF4-FFF2-40B4-BE49-F238E27FC236}">
                <a16:creationId xmlns:a16="http://schemas.microsoft.com/office/drawing/2014/main" id="{CF2E42D0-CDF9-4054-B80D-FA887E4BF49C}"/>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7" name="!!permission-0-icon-2">
            <a:extLst xmlns:a="http://schemas.openxmlformats.org/drawingml/2006/main">
              <a:ext uri="{FF2B5EF4-FFF2-40B4-BE49-F238E27FC236}">
                <a16:creationId xmlns:a16="http://schemas.microsoft.com/office/drawing/2014/main" id="{1F2BE42A-E5C6-4F1A-95BC-EFA01CD4E0A3}"/>
              </a:ext>
            </a:extLst>
          </p:cNvPr>
          <p:cNvSpPr>
            <a:spLocks xmlns:a="http://schemas.openxmlformats.org/drawingml/2006/main" noGrp="1"/>
          </p:cNvSpPr>
          <p:nvPr/>
        </p:nvSpPr>
        <p:spPr>
          <a:xfrm xmlns:a="http://schemas.openxmlformats.org/drawingml/2006/main">
            <a:off x="172131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8" name="!!permission-0-icon-3">
            <a:extLst xmlns:a="http://schemas.openxmlformats.org/drawingml/2006/main">
              <a:ext uri="{FF2B5EF4-FFF2-40B4-BE49-F238E27FC236}">
                <a16:creationId xmlns:a16="http://schemas.microsoft.com/office/drawing/2014/main" id="{7B9EFD0E-08A2-4985-AE4D-9CCCA19541A5}"/>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9" name="!!permission-label-0">
            <a:extLst xmlns:a="http://schemas.openxmlformats.org/drawingml/2006/main">
              <a:ext uri="{FF2B5EF4-FFF2-40B4-BE49-F238E27FC236}">
                <a16:creationId xmlns:a16="http://schemas.microsoft.com/office/drawing/2014/main" id="{9D876914-1907-4481-9C05-B50A3E171918}"/>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C7ED042D-14B7-400C-8C30-27D714AFD97C}"/>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age">
            <a:extLst xmlns:a="http://schemas.openxmlformats.org/drawingml/2006/main">
              <a:ext uri="{FF2B5EF4-FFF2-40B4-BE49-F238E27FC236}">
                <a16:creationId xmlns:a16="http://schemas.microsoft.com/office/drawing/2014/main" id="{6C21D345-21BD-4BD3-8BC5-01D62D0D167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2" name="!!caption">
            <a:extLst xmlns:a="http://schemas.openxmlformats.org/drawingml/2006/main">
              <a:ext uri="{FF2B5EF4-FFF2-40B4-BE49-F238E27FC236}">
                <a16:creationId xmlns:a16="http://schemas.microsoft.com/office/drawing/2014/main" id="{B6FF830A-253E-4D31-B0C1-DC9E0C0589A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80780927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b4701c93505849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4DA7B80-7E2F-4348-87EA-15CEC992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A128009-2EAF-4D23-A7A4-1C77BC580C2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8735C864-8549-4D8A-9126-B888E3015FEF}"/>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0EF38255-E7AA-4E31-9DE4-42966CEA9007}"/>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465BA55D-03C6-44F8-8C5F-EE3C29398365}"/>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BF59A84B-3A63-4F3F-8E81-0A2EACC0A968}"/>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EE55A740-E9AE-45B2-9C14-65D9C1EF04BC}"/>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332419A6-E4EE-479B-8B2E-2B1AD589498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0602F3B5-42E6-40F9-9215-2F5287031C00}"/>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EF019126-C52D-4316-B399-461EF1C8B6FC}"/>
              </a:ext>
            </a:extLst>
          </p:cNvPr>
          <p:cNvSpPr>
            <a:spLocks xmlns:a="http://schemas.openxmlformats.org/drawingml/2006/main" noGrp="1"/>
          </p:cNvSpPr>
          <p:nvPr/>
        </p:nvSpPr>
        <p:spPr>
          <a:xfrm xmlns:a="http://schemas.openxmlformats.org/drawingml/2006/main">
            <a:off x="4762500"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permission-1-icon-0">
            <a:extLst xmlns:a="http://schemas.openxmlformats.org/drawingml/2006/main">
              <a:ext uri="{FF2B5EF4-FFF2-40B4-BE49-F238E27FC236}">
                <a16:creationId xmlns:a16="http://schemas.microsoft.com/office/drawing/2014/main" id="{1788909D-AF68-47CF-A382-53C99C50FC83}"/>
              </a:ext>
            </a:extLst>
          </p:cNvPr>
          <p:cNvSpPr>
            <a:spLocks xmlns:a="http://schemas.openxmlformats.org/drawingml/2006/main" noGrp="1"/>
          </p:cNvSpPr>
          <p:nvPr/>
        </p:nvSpPr>
        <p:spPr>
          <a:xfrm xmlns:a="http://schemas.openxmlformats.org/drawingml/2006/main">
            <a:off x="5144929" y="2468404"/>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3" name="!!permission-1-icon-1">
            <a:extLst xmlns:a="http://schemas.openxmlformats.org/drawingml/2006/main">
              <a:ext uri="{FF2B5EF4-FFF2-40B4-BE49-F238E27FC236}">
                <a16:creationId xmlns:a16="http://schemas.microsoft.com/office/drawing/2014/main" id="{BFAB0DA2-3EA2-44B2-AEAD-F69EF661C44A}"/>
              </a:ext>
            </a:extLst>
          </p:cNvPr>
          <p:cNvSpPr>
            <a:spLocks xmlns:a="http://schemas.openxmlformats.org/drawingml/2006/main" noGrp="1"/>
          </p:cNvSpPr>
          <p:nvPr/>
        </p:nvSpPr>
        <p:spPr>
          <a:xfrm xmlns:a="http://schemas.openxmlformats.org/drawingml/2006/main">
            <a:off x="5332667" y="2468404"/>
            <a:ext cx="250317"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4" name="!!permission-1-icon-2">
            <a:extLst xmlns:a="http://schemas.openxmlformats.org/drawingml/2006/main">
              <a:ext uri="{FF2B5EF4-FFF2-40B4-BE49-F238E27FC236}">
                <a16:creationId xmlns:a16="http://schemas.microsoft.com/office/drawing/2014/main" id="{A2EAB9E9-0146-41D4-81C1-1F4B5A854B2B}"/>
              </a:ext>
            </a:extLst>
          </p:cNvPr>
          <p:cNvSpPr>
            <a:spLocks xmlns:a="http://schemas.openxmlformats.org/drawingml/2006/main" noGrp="1"/>
          </p:cNvSpPr>
          <p:nvPr/>
        </p:nvSpPr>
        <p:spPr>
          <a:xfrm xmlns:a="http://schemas.openxmlformats.org/drawingml/2006/main">
            <a:off x="5082350" y="2405825"/>
            <a:ext cx="750951" cy="750951"/>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6820">
            <a:solidFill>
              <a:srgbClr val="FFFFFF"/>
            </a:solidFill>
            <a:prstDash val="solid"/>
          </a:ln>
        </p:spPr>
      </p:sp>
      <p:sp>
        <p:nvSpPr>
          <p:cNvPr id="15" name="!!permission-label-1">
            <a:extLst xmlns:a="http://schemas.openxmlformats.org/drawingml/2006/main">
              <a:ext uri="{FF2B5EF4-FFF2-40B4-BE49-F238E27FC236}">
                <a16:creationId xmlns:a16="http://schemas.microsoft.com/office/drawing/2014/main" id="{1826AC6B-6F27-4787-8316-0DD3761FCAE6}"/>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2FBC3DE2-D142-49C4-BBA9-843C1F9BC560}"/>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36"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age">
            <a:extLst xmlns:a="http://schemas.openxmlformats.org/drawingml/2006/main">
              <a:ext uri="{FF2B5EF4-FFF2-40B4-BE49-F238E27FC236}">
                <a16:creationId xmlns:a16="http://schemas.microsoft.com/office/drawing/2014/main" id="{C23AF867-F41E-49AE-91F6-EE94A8BBFE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9" name="!!caption">
            <a:extLst xmlns:a="http://schemas.openxmlformats.org/drawingml/2006/main">
              <a:ext uri="{FF2B5EF4-FFF2-40B4-BE49-F238E27FC236}">
                <a16:creationId xmlns:a16="http://schemas.microsoft.com/office/drawing/2014/main" id="{F9484408-8AD6-416E-BD27-2159CCD0FAE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4520603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88a91e4c2f694b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5707A22-50BE-423D-97C2-DE75091398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ACFCF28-086E-41FE-B495-DDD3A06A4A0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219617F0-1B28-4242-B92C-09CE3F9F9A91}"/>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726F0E4B-E378-439B-91A4-31FDE5C0AFAD}"/>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272B8585-8E4D-4A4A-8588-848C261EB12A}"/>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AB7D2133-9DEC-4100-8325-010184AF7E4C}"/>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47AC099B-28D6-48BA-864B-0121A1CCBA8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1D081275-E33F-47C5-90E3-FCF1306AEBF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29C4CDAA-D212-49ED-882C-255397B5D1C9}"/>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0855CDED-7BD8-4BC0-BABC-15F23AA11F92}"/>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C5816A5C-DC67-40DE-A480-26805493D88C}"/>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47FA87B0-2701-4660-BBC6-74A51ED62038}"/>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5AF2A73E-C85F-449B-83E6-93674D491B1A}"/>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D2B4A0B5-9A5F-4A10-B5A0-376576C472F5}"/>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6F655AFB-D841-4BC9-95BC-B8B6B0E33E8D}"/>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DB3E7613-707D-4DB4-AFF8-7F2B6A7BD322}"/>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AA65C1C5-0A87-4B4A-B875-A329EB6DB075}"/>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E3A2F90-7DE0-4694-B116-C3D1BCAA3D9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27AE256D-0891-46E8-AF16-E8DB1407D395}"/>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749E4D3E-DD33-48C5-A421-CA53B78B8F6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0AC35BE-6963-48C6-B2A8-1132D2F91FF9}"/>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25FDEA44-6E68-4F06-9499-3FE0199E2560}"/>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165DFBA7-2C52-45CE-A6BB-93BE572B0179}"/>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D3C739B2-B5FA-476A-892E-B1C0D8AF2D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13108CCD-53B5-4F3F-A14E-A849D53FDB7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93160926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15"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670917" y="1621128"/>
            <a:ext cx="510778" cy="459992"/>
          </a:xfrm>
          <a:prstGeom xmlns:a="http://schemas.openxmlformats.org/drawingml/2006/main" prst="rect">
            <a:avLst/>
          </a:prstGeom>
        </p:spPr>
      </p:pic>
      <p:pic>
        <p:nvPicPr>
          <p:cNvPr id="16"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6"/>
          <ns0:srcRect xmlns:ns0="http://schemas.openxmlformats.org/drawingml/2006/main" l="0" t="0" r="500" b="1042"/>
          <a:stretch xmlns:a="http://schemas.openxmlformats.org/drawingml/2006/main">
            <a:fillRect/>
          </a:stretch>
        </p:blipFill>
        <p:spPr>
          <a:xfrm xmlns:a="http://schemas.openxmlformats.org/drawingml/2006/main">
            <a:off x="1529953" y="1607285"/>
            <a:ext cx="510778" cy="487678"/>
          </a:xfrm>
          <a:prstGeom xmlns:a="http://schemas.openxmlformats.org/drawingml/2006/main" prst="rect">
            <a:avLst/>
          </a:prstGeom>
        </p:spPr>
      </p:pic>
      <p:pic>
        <p:nvPicPr>
          <p:cNvPr id="17"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21" b="0"/>
          <a:stretch xmlns:a="http://schemas.openxmlformats.org/drawingml/2006/main">
            <a:fillRect/>
          </a:stretch>
        </p:blipFill>
        <p:spPr>
          <a:xfrm xmlns:a="http://schemas.openxmlformats.org/drawingml/2006/main">
            <a:off x="2388989" y="1629967"/>
            <a:ext cx="510778" cy="442314"/>
          </a:xfrm>
          <a:prstGeom xmlns:a="http://schemas.openxmlformats.org/drawingml/2006/main" prst="rect">
            <a:avLst/>
          </a:prstGeom>
        </p:spPr>
      </p:pic>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Đăng nhập tài khoản</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8A45B"/>
            </a:solidFill>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3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3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3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4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793781" y="3474244"/>
            <a:ext cx="546286" cy="557212"/>
          </a:xfrm>
          <a:prstGeom xmlns:a="http://schemas.openxmlformats.org/drawingml/2006/main" prst="rect">
            <a:avLst/>
          </a:prstGeom>
        </p:spPr>
      </p:pic>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5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5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5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57"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7"/>
          <ns0:srcRect xmlns:ns0="http://schemas.openxmlformats.org/drawingml/2006/main" l="8333" t="8333" r="8333" b="8654"/>
          <a:stretch xmlns:a="http://schemas.openxmlformats.org/drawingml/2006/main">
            <a:fillRect/>
          </a:stretch>
        </p:blipFill>
        <p:spPr>
          <a:xfrm xmlns:a="http://schemas.openxmlformats.org/drawingml/2006/main">
            <a:off x="4022229" y="1573589"/>
            <a:ext cx="557212" cy="555070"/>
          </a:xfrm>
          <a:prstGeom xmlns:a="http://schemas.openxmlformats.org/drawingml/2006/main" prst="rect">
            <a:avLst/>
          </a:prstGeom>
        </p:spPr>
      </p:pic>
      <p:pic>
        <p:nvPicPr>
          <p:cNvPr id="58"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8"/>
          <ns0:srcRect xmlns:ns0="http://schemas.openxmlformats.org/drawingml/2006/main" l="0" t="0" r="67934" b="67998"/>
          <a:stretch xmlns:a="http://schemas.openxmlformats.org/drawingml/2006/main">
            <a:fillRect/>
          </a:stretch>
        </p:blipFill>
        <p:spPr>
          <a:xfrm xmlns:a="http://schemas.openxmlformats.org/drawingml/2006/main">
            <a:off x="4933452" y="1549301"/>
            <a:ext cx="499273" cy="603647"/>
          </a:xfrm>
          <a:prstGeom xmlns:a="http://schemas.openxmlformats.org/drawingml/2006/main" prst="rect">
            <a:avLst/>
          </a:prstGeom>
        </p:spPr>
      </p:pic>
      <p:pic>
        <p:nvPicPr>
          <p:cNvPr id="59"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9"/>
          <ns0:srcRect xmlns:ns0="http://schemas.openxmlformats.org/drawingml/2006/main" l="25743" t="24242" r="24302" b="25833"/>
          <a:stretch xmlns:a="http://schemas.openxmlformats.org/drawingml/2006/main">
            <a:fillRect/>
          </a:stretch>
        </p:blipFill>
        <p:spPr>
          <a:xfrm xmlns:a="http://schemas.openxmlformats.org/drawingml/2006/main">
            <a:off x="5786735" y="1572685"/>
            <a:ext cx="557212" cy="556877"/>
          </a:xfrm>
          <a:prstGeom xmlns:a="http://schemas.openxmlformats.org/drawingml/2006/main" prst="rect">
            <a:avLst/>
          </a:prstGeom>
        </p:spPr>
      </p:pic>
      <p:pic>
        <p:nvPicPr>
          <p:cNvPr id="62"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pic>
        <p:nvPicPr>
          <p:cNvPr id="91"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1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1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1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1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1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1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3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3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3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3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3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3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7"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7"/>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8"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49"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9"/>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0"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1"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1"/>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2"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404cf01b23ad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39C1AA44-0842-46F3-A496-4E4BC74AC9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BA8EA891-5496-4BC2-9B61-241498383DF1}"/>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6154451F-7D6C-4FDF-B4DC-E630A490DFF0}"/>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signed-icon-0">
            <a:extLst xmlns:a="http://schemas.openxmlformats.org/drawingml/2006/main">
              <a:ext uri="{FF2B5EF4-FFF2-40B4-BE49-F238E27FC236}">
                <a16:creationId xmlns:a16="http://schemas.microsoft.com/office/drawing/2014/main" id="{9840341E-EA63-453E-B456-AD5F1B1B056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signed-icon-1">
            <a:extLst xmlns:a="http://schemas.openxmlformats.org/drawingml/2006/main">
              <a:ext uri="{FF2B5EF4-FFF2-40B4-BE49-F238E27FC236}">
                <a16:creationId xmlns:a16="http://schemas.microsoft.com/office/drawing/2014/main" id="{67D13101-C789-4771-8483-82902615863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signed-icon-2">
            <a:extLst xmlns:a="http://schemas.openxmlformats.org/drawingml/2006/main">
              <a:ext uri="{FF2B5EF4-FFF2-40B4-BE49-F238E27FC236}">
                <a16:creationId xmlns:a16="http://schemas.microsoft.com/office/drawing/2014/main" id="{2F272C83-E481-4514-8818-82E35ABAC9ED}"/>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signed-label">
            <a:extLst xmlns:a="http://schemas.openxmlformats.org/drawingml/2006/main">
              <a:ext uri="{FF2B5EF4-FFF2-40B4-BE49-F238E27FC236}">
                <a16:creationId xmlns:a16="http://schemas.microsoft.com/office/drawing/2014/main" id="{3B0D7838-08AE-4881-BD6D-F2DF63AA47D7}"/>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FC6BE21F-53F0-4EF5-907A-308ABF8BE0DC}"/>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page">
            <a:extLst xmlns:a="http://schemas.openxmlformats.org/drawingml/2006/main">
              <a:ext uri="{FF2B5EF4-FFF2-40B4-BE49-F238E27FC236}">
                <a16:creationId xmlns:a16="http://schemas.microsoft.com/office/drawing/2014/main" id="{019FF3D9-CD56-4090-90EB-847FA86A046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1" name="!!caption">
            <a:extLst xmlns:a="http://schemas.openxmlformats.org/drawingml/2006/main">
              <a:ext uri="{FF2B5EF4-FFF2-40B4-BE49-F238E27FC236}">
                <a16:creationId xmlns:a16="http://schemas.microsoft.com/office/drawing/2014/main" id="{859B5B30-8000-4AAF-A76F-D57099E4AA1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7903574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a78ab7e7c45343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89715F-4A3B-4E22-8E8C-3D0F116D4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47B30C26-471B-4CB8-B80D-21A0E86FC56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0D9E280C-D880-4041-84BC-B23AD6E39F76}"/>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22E3DA49-55D7-45A7-AE60-F136A55D1FD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E5A189C3-9491-4643-B1FC-581DA713AA22}"/>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CBC8F4D1-90DD-407C-B4F7-D88BA04915F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C2A914E4-3C68-44F8-A38F-86817CEB0649}"/>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0227F83E-ADE4-4204-B812-649D21044D25}"/>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CDFA7008-3EB1-4320-9077-25F2C09ABD61}"/>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audit-icon-0">
            <a:extLst xmlns:a="http://schemas.openxmlformats.org/drawingml/2006/main">
              <a:ext uri="{FF2B5EF4-FFF2-40B4-BE49-F238E27FC236}">
                <a16:creationId xmlns:a16="http://schemas.microsoft.com/office/drawing/2014/main" id="{4A4C8797-97A9-47B4-A581-B0E7E0ABC1B8}"/>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2" name="!!audit-icon-1">
            <a:extLst xmlns:a="http://schemas.openxmlformats.org/drawingml/2006/main">
              <a:ext uri="{FF2B5EF4-FFF2-40B4-BE49-F238E27FC236}">
                <a16:creationId xmlns:a16="http://schemas.microsoft.com/office/drawing/2014/main" id="{20B02FB0-1AE8-4A29-803B-2BE6559F0F74}"/>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3" name="!!audit-label">
            <a:extLst xmlns:a="http://schemas.openxmlformats.org/drawingml/2006/main">
              <a:ext uri="{FF2B5EF4-FFF2-40B4-BE49-F238E27FC236}">
                <a16:creationId xmlns:a16="http://schemas.microsoft.com/office/drawing/2014/main" id="{4E9C5E18-4E04-43FC-AF0F-FFC84A179DEC}"/>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AB2ABDF8-F810-4E2A-A580-CFB9A3509DA9}"/>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page">
            <a:extLst xmlns:a="http://schemas.openxmlformats.org/drawingml/2006/main">
              <a:ext uri="{FF2B5EF4-FFF2-40B4-BE49-F238E27FC236}">
                <a16:creationId xmlns:a16="http://schemas.microsoft.com/office/drawing/2014/main" id="{809540F1-9738-4038-9A3F-E4AE1CC2630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6" name="!!caption">
            <a:extLst xmlns:a="http://schemas.openxmlformats.org/drawingml/2006/main">
              <a:ext uri="{FF2B5EF4-FFF2-40B4-BE49-F238E27FC236}">
                <a16:creationId xmlns:a16="http://schemas.microsoft.com/office/drawing/2014/main" id="{30639737-599A-4528-A036-8984F58DCEC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77108767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91cd821c9a224b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F1CBF3A-B838-4597-A7B3-64BD2B542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6527D43-51DB-4DBE-A9C6-8A4ABD7CE9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47A2C0F1-A313-4F78-B393-A1D58887526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976EF3DA-AA0B-482D-8A13-2CE03104C0C3}"/>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A50AB892-549D-4A78-91C8-A37F7798477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9A590B83-3B3A-42C3-B054-2C24D6E86F9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9F36482F-B29A-40BB-A566-260367A881E6}"/>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8C93A965-A1DE-4627-AD6D-23DC670C72C9}"/>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1FEB3BBB-FBBF-4AD5-9641-CB14498028DF}"/>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84FF18BA-18C1-4FAA-8641-0EA413DFD99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C1E1C025-A959-4E94-82BA-4253E02B209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1E651111-19B3-484A-8568-CE8AF99DF992}"/>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BD59FF6F-3A07-4299-91C2-8899EC2FA137}"/>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02C11275-88D8-4A59-A8FF-4FD87C5765D0}"/>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511ED26F-866D-4ACA-B8CC-4C464453FA63}"/>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F2235E93-E971-4E67-963A-F057DEC9971B}"/>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335F3F31-13EF-4143-A549-E378130348E2}"/>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4616C914-A99A-47EE-B95B-64F52C444C7A}"/>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05193CFA-1532-4345-8E56-A2A3951F3EB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9DE73EAB-4159-40B6-9906-AC0D9E23F6E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9273025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pic>
        <p:nvPicPr>
          <p:cNvPr id="24"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4"/>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25"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5"/>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1091e0b35fd14d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550F8BC-9F26-4800-B918-287B56D7A38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5DF97127-5399-4DB3-9246-49702C017CBE}"/>
              </a:ext>
            </a:extLst>
          </p:cNvPr>
          <p:cNvSpPr>
            <a:spLocks xmlns:a="http://schemas.openxmlformats.org/drawingml/2006/main" noGrp="1"/>
          </p:cNvSpPr>
          <p:nvPr/>
        </p:nvSpPr>
        <p:spPr>
          <a:xfrm xmlns:a="http://schemas.openxmlformats.org/drawingml/2006/main">
            <a:off x="600075" y="2276475"/>
            <a:ext cx="781050" cy="7810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synthetic-symbol-icon-0">
            <a:extLst xmlns:a="http://schemas.openxmlformats.org/drawingml/2006/main">
              <a:ext uri="{FF2B5EF4-FFF2-40B4-BE49-F238E27FC236}">
                <a16:creationId xmlns:a16="http://schemas.microsoft.com/office/drawing/2014/main" id="{33BDA1C7-B57A-4299-8D1A-E248A9D95DCF}"/>
              </a:ext>
            </a:extLst>
          </p:cNvPr>
          <p:cNvSpPr>
            <a:spLocks xmlns:a="http://schemas.openxmlformats.org/drawingml/2006/main" noGrp="1"/>
          </p:cNvSpPr>
          <p:nvPr/>
        </p:nvSpPr>
        <p:spPr>
          <a:xfrm xmlns:a="http://schemas.openxmlformats.org/drawingml/2006/main">
            <a:off x="904685" y="2581084"/>
            <a:ext cx="171831" cy="171831"/>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synthetic-symbol-icon-1">
            <a:extLst xmlns:a="http://schemas.openxmlformats.org/drawingml/2006/main">
              <a:ext uri="{FF2B5EF4-FFF2-40B4-BE49-F238E27FC236}">
                <a16:creationId xmlns:a16="http://schemas.microsoft.com/office/drawing/2014/main" id="{1D48DCE7-F5FE-44E4-A96C-EE3B060A45CE}"/>
              </a:ext>
            </a:extLst>
          </p:cNvPr>
          <p:cNvSpPr>
            <a:spLocks xmlns:a="http://schemas.openxmlformats.org/drawingml/2006/main" noGrp="1"/>
          </p:cNvSpPr>
          <p:nvPr/>
        </p:nvSpPr>
        <p:spPr>
          <a:xfrm xmlns:a="http://schemas.openxmlformats.org/drawingml/2006/main">
            <a:off x="947642" y="2624042"/>
            <a:ext cx="85916" cy="85916"/>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synthetic-symbol-icon-2">
            <a:extLst xmlns:a="http://schemas.openxmlformats.org/drawingml/2006/main">
              <a:ext uri="{FF2B5EF4-FFF2-40B4-BE49-F238E27FC236}">
                <a16:creationId xmlns:a16="http://schemas.microsoft.com/office/drawing/2014/main" id="{844AA891-3729-4315-A988-EFD87FAE65D6}"/>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synthetic-symbol-icon-3">
            <a:extLst xmlns:a="http://schemas.openxmlformats.org/drawingml/2006/main">
              <a:ext uri="{FF2B5EF4-FFF2-40B4-BE49-F238E27FC236}">
                <a16:creationId xmlns:a16="http://schemas.microsoft.com/office/drawing/2014/main" id="{E49DCFAE-61F9-4FA7-95C8-CFEC880A39E5}"/>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synthetic-symbol-icon-4">
            <a:extLst xmlns:a="http://schemas.openxmlformats.org/drawingml/2006/main">
              <a:ext uri="{FF2B5EF4-FFF2-40B4-BE49-F238E27FC236}">
                <a16:creationId xmlns:a16="http://schemas.microsoft.com/office/drawing/2014/main" id="{0ED23040-D61D-499B-B2C5-0C8547AE876B}"/>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synthetic-symbol-icon-5">
            <a:extLst xmlns:a="http://schemas.openxmlformats.org/drawingml/2006/main">
              <a:ext uri="{FF2B5EF4-FFF2-40B4-BE49-F238E27FC236}">
                <a16:creationId xmlns:a16="http://schemas.microsoft.com/office/drawing/2014/main" id="{610542F5-DBB8-46DC-975F-C9A7FFB93D60}"/>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synthetic-symbol-icon-6">
            <a:extLst xmlns:a="http://schemas.openxmlformats.org/drawingml/2006/main">
              <a:ext uri="{FF2B5EF4-FFF2-40B4-BE49-F238E27FC236}">
                <a16:creationId xmlns:a16="http://schemas.microsoft.com/office/drawing/2014/main" id="{6B12539B-1750-4388-95F7-AD4540390C93}"/>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synthetic-symbol-icon-7">
            <a:extLst xmlns:a="http://schemas.openxmlformats.org/drawingml/2006/main">
              <a:ext uri="{FF2B5EF4-FFF2-40B4-BE49-F238E27FC236}">
                <a16:creationId xmlns:a16="http://schemas.microsoft.com/office/drawing/2014/main" id="{F15D10D8-5449-454A-9078-42C9EF939E6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synthetic-symbol-icon-8">
            <a:extLst xmlns:a="http://schemas.openxmlformats.org/drawingml/2006/main">
              <a:ext uri="{FF2B5EF4-FFF2-40B4-BE49-F238E27FC236}">
                <a16:creationId xmlns:a16="http://schemas.microsoft.com/office/drawing/2014/main" id="{08C74BDD-291F-425F-9C8A-16B7FD88AB4D}"/>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synthetic-symbol-icon-9">
            <a:extLst xmlns:a="http://schemas.openxmlformats.org/drawingml/2006/main">
              <a:ext uri="{FF2B5EF4-FFF2-40B4-BE49-F238E27FC236}">
                <a16:creationId xmlns:a16="http://schemas.microsoft.com/office/drawing/2014/main" id="{E4C28551-6925-42E3-9066-2579763BAF7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synthetic">
            <a:extLst xmlns:a="http://schemas.openxmlformats.org/drawingml/2006/main">
              <a:ext uri="{FF2B5EF4-FFF2-40B4-BE49-F238E27FC236}">
                <a16:creationId xmlns:a16="http://schemas.microsoft.com/office/drawing/2014/main" id="{A3E36B44-70BF-4C7B-9C00-F2C662128F34}"/>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0B657DF9-5F10-4316-84DB-ACC08FBF9D4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page">
            <a:extLst xmlns:a="http://schemas.openxmlformats.org/drawingml/2006/main">
              <a:ext uri="{FF2B5EF4-FFF2-40B4-BE49-F238E27FC236}">
                <a16:creationId xmlns:a16="http://schemas.microsoft.com/office/drawing/2014/main" id="{03095ADA-FDC4-4B26-925B-914BB1C8CEC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17" name="!!caption">
            <a:extLst xmlns:a="http://schemas.openxmlformats.org/drawingml/2006/main">
              <a:ext uri="{FF2B5EF4-FFF2-40B4-BE49-F238E27FC236}">
                <a16:creationId xmlns:a16="http://schemas.microsoft.com/office/drawing/2014/main" id="{614C5F89-953E-4564-83B8-4B030FEFE02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21358118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0216348b8bcb4d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EFFC2F1-A835-4F08-8E28-329662F969E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88D5343F-50E6-45FC-8923-ADB579B4A4E0}"/>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EFD845B4-8AE4-474B-A369-F79E8A168BC4}"/>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5AA7A932-82A3-4B24-A67C-884FC9933EB9}"/>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E934B409-6917-4BEE-9667-10DE0320792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00E31C42-A6DB-48A3-9448-BE47589B893B}"/>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C30679B6-9C8D-40C6-A239-D85803805F5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F3E86097-F440-4F7B-87C7-4C36BC1214F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5822825-CEA0-452E-A7DC-1C0873F6D6B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D97F7553-80E2-4D8B-8F5F-9F53912FC9E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9E3E6CD1-BCA1-4344-A270-534EF344C505}"/>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55F6683D-D1E2-4596-A658-69C1A99FDD40}"/>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D6D42C22-0173-4B57-8D1C-35E2436CBB1E}"/>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4A1D85E8-6EE3-4F03-BB76-7AA3807B04FA}"/>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7248A3C2-3975-45F0-83E5-D8D636C3069D}"/>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95DB28F-A0F9-4223-981B-E624B47E480E}"/>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DA7DFF89-E935-4B1F-83A3-CC6F03BCAD0F}"/>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F3446ABD-81DE-40CA-9654-0B71856546E0}"/>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69CB1FB4-6FA6-4274-A5C6-858241653CAA}"/>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0E68BA4D-C761-451E-9DD0-1930A02F4F60}"/>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72980343-05F4-4416-AAB5-08A40D3CE13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E254474F-E084-4003-AC4E-0147DCCE035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14826953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f99834dfa7964f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F3F50EC-D86C-49F6-96F7-57268D1DF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54991C7-A48A-47B0-B4E7-655F01AAC47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18669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163D16FB-22A1-44D4-A377-0D5DD8FDCFE5}"/>
              </a:ext>
            </a:extLst>
          </p:cNvPr>
          <p:cNvSpPr>
            <a:spLocks xmlns:a="http://schemas.openxmlformats.org/drawingml/2006/main" noGrp="1"/>
          </p:cNvSpPr>
          <p:nvPr/>
        </p:nvSpPr>
        <p:spPr>
          <a:xfrm xmlns:a="http://schemas.openxmlformats.org/drawingml/2006/main">
            <a:off x="609600" y="30480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3EDAFDB6-6F58-459C-AD92-31337064D1B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10D67367-8C73-4506-895B-9EA364BC9A1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07814830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e8609116dee54e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4EF7DF3-BD67-4D8A-A54E-99B6E1E9D0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410046-AC37-4B54-8B5F-4447D101D9D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280035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9B5C23FF-C48D-4967-A939-EFE3920E74DB}"/>
              </a:ext>
            </a:extLst>
          </p:cNvPr>
          <p:cNvSpPr>
            <a:spLocks xmlns:a="http://schemas.openxmlformats.org/drawingml/2006/main" noGrp="1"/>
          </p:cNvSpPr>
          <p:nvPr/>
        </p:nvSpPr>
        <p:spPr>
          <a:xfrm xmlns:a="http://schemas.openxmlformats.org/drawingml/2006/main">
            <a:off x="609600" y="398145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1008006A-79C0-40E9-836F-C1A938FB84F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28578D87-C307-48E2-B4CF-8540F309B70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211307668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6542161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161f4f19c149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E2CB017-EC44-4568-81CB-2DD9977B1EB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7854E426-DEB7-4995-81D3-2E5554E9FB6F}"/>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next-0-icon-0">
            <a:extLst xmlns:a="http://schemas.openxmlformats.org/drawingml/2006/main">
              <a:ext uri="{FF2B5EF4-FFF2-40B4-BE49-F238E27FC236}">
                <a16:creationId xmlns:a16="http://schemas.microsoft.com/office/drawing/2014/main" id="{40FDB097-C7EE-4257-9769-38A562CBCB6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5" name="!!next-0-icon-1">
            <a:extLst xmlns:a="http://schemas.openxmlformats.org/drawingml/2006/main">
              <a:ext uri="{FF2B5EF4-FFF2-40B4-BE49-F238E27FC236}">
                <a16:creationId xmlns:a16="http://schemas.microsoft.com/office/drawing/2014/main" id="{74DAFA02-C122-47F8-B263-FEDABADDA5B6}"/>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6" name="!!next-0-icon-2">
            <a:extLst xmlns:a="http://schemas.openxmlformats.org/drawingml/2006/main">
              <a:ext uri="{FF2B5EF4-FFF2-40B4-BE49-F238E27FC236}">
                <a16:creationId xmlns:a16="http://schemas.microsoft.com/office/drawing/2014/main" id="{406ACE01-0618-4305-965F-5D899FC519A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7" name="!!next-0-icon-3">
            <a:extLst xmlns:a="http://schemas.openxmlformats.org/drawingml/2006/main">
              <a:ext uri="{FF2B5EF4-FFF2-40B4-BE49-F238E27FC236}">
                <a16:creationId xmlns:a16="http://schemas.microsoft.com/office/drawing/2014/main" id="{404E66C7-BBD8-4756-AF97-0AAA0D0E689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8" name="!!next-0-icon-4">
            <a:extLst xmlns:a="http://schemas.openxmlformats.org/drawingml/2006/main">
              <a:ext uri="{FF2B5EF4-FFF2-40B4-BE49-F238E27FC236}">
                <a16:creationId xmlns:a16="http://schemas.microsoft.com/office/drawing/2014/main" id="{3AD6CAF1-6D13-4B2B-9131-A5046AE01B9C}"/>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9" name="!!next-0-label">
            <a:extLst xmlns:a="http://schemas.openxmlformats.org/drawingml/2006/main">
              <a:ext uri="{FF2B5EF4-FFF2-40B4-BE49-F238E27FC236}">
                <a16:creationId xmlns:a16="http://schemas.microsoft.com/office/drawing/2014/main" id="{6DA77BB7-A300-4BAB-95CF-5D9BA00BA55B}"/>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8103F4A1-A121-4395-B4BD-90BB11F36DC4}"/>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page">
            <a:extLst xmlns:a="http://schemas.openxmlformats.org/drawingml/2006/main">
              <a:ext uri="{FF2B5EF4-FFF2-40B4-BE49-F238E27FC236}">
                <a16:creationId xmlns:a16="http://schemas.microsoft.com/office/drawing/2014/main" id="{C526204B-F6A7-467C-9395-2E7DE4932F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2" name="!!caption">
            <a:extLst xmlns:a="http://schemas.openxmlformats.org/drawingml/2006/main">
              <a:ext uri="{FF2B5EF4-FFF2-40B4-BE49-F238E27FC236}">
                <a16:creationId xmlns:a16="http://schemas.microsoft.com/office/drawing/2014/main" id="{2829F8EC-FFAC-4928-B30F-DA1FC3A484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20182103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960e684e9540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2B2E168-5897-44E2-9C45-B3B14224AB3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5E21FF26-1FCD-4796-8B81-24812C80A81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2E94C4D3-3BCC-4E4D-A698-FD1742AA1D6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EBB35F35-1B59-4A29-8AE2-2091AC42BC5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138E9BDE-A7E6-425B-A954-D13FE698D3F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CC58DDB0-AD54-4D21-B412-721088EBDE5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DEBB4D3B-EB11-42B4-8516-600937A8DB4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3D80B103-8353-461C-B633-A1E850891984}"/>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F3BE7F81-DB6B-4F00-BE2E-95A7364A1889}"/>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79450BB2-67AB-41DB-A0FB-8F6C1736370C}"/>
              </a:ext>
            </a:extLst>
          </p:cNvPr>
          <p:cNvSpPr>
            <a:spLocks xmlns:a="http://schemas.openxmlformats.org/drawingml/2006/main" noGrp="1"/>
          </p:cNvSpPr>
          <p:nvPr/>
        </p:nvSpPr>
        <p:spPr>
          <a:xfrm xmlns:a="http://schemas.openxmlformats.org/drawingml/2006/main">
            <a:off x="590550" y="332422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next-1-icon-0">
            <a:extLst xmlns:a="http://schemas.openxmlformats.org/drawingml/2006/main">
              <a:ext uri="{FF2B5EF4-FFF2-40B4-BE49-F238E27FC236}">
                <a16:creationId xmlns:a16="http://schemas.microsoft.com/office/drawing/2014/main" id="{B1F765B6-39E8-4417-A53B-06A527F24657}"/>
              </a:ext>
            </a:extLst>
          </p:cNvPr>
          <p:cNvSpPr>
            <a:spLocks xmlns:a="http://schemas.openxmlformats.org/drawingml/2006/main" noGrp="1"/>
          </p:cNvSpPr>
          <p:nvPr/>
        </p:nvSpPr>
        <p:spPr>
          <a:xfrm xmlns:a="http://schemas.openxmlformats.org/drawingml/2006/main">
            <a:off x="887349" y="3523298"/>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3" name="!!next-1-icon-1">
            <a:extLst xmlns:a="http://schemas.openxmlformats.org/drawingml/2006/main">
              <a:ext uri="{FF2B5EF4-FFF2-40B4-BE49-F238E27FC236}">
                <a16:creationId xmlns:a16="http://schemas.microsoft.com/office/drawing/2014/main" id="{674BE8B7-86B5-4516-9CFA-21F05966E219}"/>
              </a:ext>
            </a:extLst>
          </p:cNvPr>
          <p:cNvSpPr>
            <a:spLocks xmlns:a="http://schemas.openxmlformats.org/drawingml/2006/main" noGrp="1"/>
          </p:cNvSpPr>
          <p:nvPr/>
        </p:nvSpPr>
        <p:spPr>
          <a:xfrm xmlns:a="http://schemas.openxmlformats.org/drawingml/2006/main">
            <a:off x="822198" y="3702463"/>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4" name="!!next-1-label">
            <a:extLst xmlns:a="http://schemas.openxmlformats.org/drawingml/2006/main">
              <a:ext uri="{FF2B5EF4-FFF2-40B4-BE49-F238E27FC236}">
                <a16:creationId xmlns:a16="http://schemas.microsoft.com/office/drawing/2014/main" id="{2DF5F121-F577-49B2-BEA8-3FA73CD6E92F}"/>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8EE4197A-56C0-41AB-8937-CD7B909FAD92}"/>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page">
            <a:extLst xmlns:a="http://schemas.openxmlformats.org/drawingml/2006/main">
              <a:ext uri="{FF2B5EF4-FFF2-40B4-BE49-F238E27FC236}">
                <a16:creationId xmlns:a16="http://schemas.microsoft.com/office/drawing/2014/main" id="{AE5AA0E0-8D24-482F-B01F-FF8722B5F29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7" name="!!caption">
            <a:extLst xmlns:a="http://schemas.openxmlformats.org/drawingml/2006/main">
              <a:ext uri="{FF2B5EF4-FFF2-40B4-BE49-F238E27FC236}">
                <a16:creationId xmlns:a16="http://schemas.microsoft.com/office/drawing/2014/main" id="{481D7F27-476A-4984-B9A8-FD51A14BEE2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223384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4a9277b21b004c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AFE4946-A874-4B6D-B2FD-3FDF77E9203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62F86B48-ADB6-4D2D-9FA4-29FFB88E19F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0294D051-62DF-478B-829A-7F238F06386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4EA5C94B-477A-4702-BB7A-4C5EFC7AB9C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2E7ABB64-3860-4D91-B5E6-7C22924A23A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043821AE-A5AC-4EA3-AFAC-33193A752F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EA98986A-3561-485E-9565-946019242BB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71596F1-1F33-4074-9E53-708C6F013B31}"/>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B13E026D-D3B5-425C-8EF9-AA06C5C90ADB}"/>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B58C4E98-EBD7-42C1-B23D-8FECD0F16BFC}"/>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0D0A6B19-0948-4970-B08A-BBBB596964DA}"/>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D392D1E7-4156-45EF-A5BA-1E0F73F43A47}"/>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E5ABE255-6D2B-4BDA-B550-59FEAA885B1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AA704BAA-BA83-4DB8-AC81-76EACA602320}"/>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288B9ED1-5DDE-4DBD-BB58-E30427AFB065}"/>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BA533709-21E6-4689-97E3-4C423C617BB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830827E1-2285-47C9-AA9B-0F34517FC0B9}"/>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ACD38CC0-F56C-4C38-BA07-453F4BD7BFF9}"/>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480575FF-C2ED-4F3C-AA05-CA393004BE3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85C193E5-6346-4865-82EE-A1DE03B72E6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21D3E241-969D-4355-83EE-4E9EC7E60F2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6884474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1654216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